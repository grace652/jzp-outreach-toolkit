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70" r:id="rId4"/>
    <p:sldMasterId id="2147483681" r:id="rId5"/>
    <p:sldMasterId id="2147483692" r:id="rId6"/>
    <p:sldMasterId id="2147483703" r:id="rId7"/>
    <p:sldMasterId id="2147483714" r:id="rId8"/>
    <p:sldMasterId id="2147483725" r:id="rId9"/>
    <p:sldMasterId id="2147483736" r:id="rId10"/>
    <p:sldMasterId id="2147483747" r:id="rId11"/>
    <p:sldMasterId id="2147483758" r:id="rId12"/>
    <p:sldMasterId id="2147483769" r:id="rId13"/>
    <p:sldMasterId id="2147483780" r:id="rId14"/>
    <p:sldMasterId id="2147483791" r:id="rId15"/>
    <p:sldMasterId id="2147483802" r:id="rId16"/>
    <p:sldMasterId id="2147483813" r:id="rId17"/>
    <p:sldMasterId id="2147483824" r:id="rId18"/>
  </p:sldMasterIdLst>
  <p:notesMasterIdLst>
    <p:notesMasterId r:id="rId21"/>
  </p:notesMasterIdLst>
  <p:sldIdLst>
    <p:sldId id="256" r:id="rId19"/>
    <p:sldId id="259" r:id="rId20"/>
    <p:sldId id="260" r:id="rId22"/>
    <p:sldId id="261" r:id="rId23"/>
    <p:sldId id="262" r:id="rId24"/>
    <p:sldId id="264" r:id="rId25"/>
    <p:sldId id="266" r:id="rId26"/>
    <p:sldId id="281" r:id="rId27"/>
    <p:sldId id="267" r:id="rId28"/>
    <p:sldId id="268" r:id="rId29"/>
    <p:sldId id="269" r:id="rId30"/>
    <p:sldId id="279" r:id="rId31"/>
    <p:sldId id="280" r:id="rId32"/>
    <p:sldId id="282" r:id="rId33"/>
    <p:sldId id="276" r:id="rId34"/>
    <p:sldId id="277" r:id="rId35"/>
    <p:sldId id="278" r:id="rId36"/>
  </p:sldIdLst>
  <p:sldSz cx="9144000" cy="6858000" type="screen4x3"/>
  <p:notesSz cx="6858000" cy="9144000"/>
  <p:custDataLst>
    <p:tags r:id="rId40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0" Type="http://schemas.openxmlformats.org/officeDocument/2006/relationships/tags" Target="tags/tag94.xml"/><Relationship Id="rId4" Type="http://schemas.openxmlformats.org/officeDocument/2006/relationships/slideMaster" Target="slideMasters/slideMaster3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17.xml"/><Relationship Id="rId35" Type="http://schemas.openxmlformats.org/officeDocument/2006/relationships/slide" Target="slides/slide16.xml"/><Relationship Id="rId34" Type="http://schemas.openxmlformats.org/officeDocument/2006/relationships/slide" Target="slides/slide15.xml"/><Relationship Id="rId33" Type="http://schemas.openxmlformats.org/officeDocument/2006/relationships/slide" Target="slides/slide14.xml"/><Relationship Id="rId32" Type="http://schemas.openxmlformats.org/officeDocument/2006/relationships/slide" Target="slides/slide13.xml"/><Relationship Id="rId31" Type="http://schemas.openxmlformats.org/officeDocument/2006/relationships/slide" Target="slides/slide12.xml"/><Relationship Id="rId30" Type="http://schemas.openxmlformats.org/officeDocument/2006/relationships/slide" Target="slides/slide1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0.xml"/><Relationship Id="rId28" Type="http://schemas.openxmlformats.org/officeDocument/2006/relationships/slide" Target="slides/slide9.xml"/><Relationship Id="rId27" Type="http://schemas.openxmlformats.org/officeDocument/2006/relationships/slide" Target="slides/slide8.xml"/><Relationship Id="rId26" Type="http://schemas.openxmlformats.org/officeDocument/2006/relationships/slide" Target="slides/slide7.xml"/><Relationship Id="rId25" Type="http://schemas.openxmlformats.org/officeDocument/2006/relationships/slide" Target="slides/slide6.xml"/><Relationship Id="rId24" Type="http://schemas.openxmlformats.org/officeDocument/2006/relationships/slide" Target="slides/slide5.xml"/><Relationship Id="rId23" Type="http://schemas.openxmlformats.org/officeDocument/2006/relationships/slide" Target="slides/slide4.xml"/><Relationship Id="rId22" Type="http://schemas.openxmlformats.org/officeDocument/2006/relationships/slide" Target="slides/slide3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2.xml"/><Relationship Id="rId2" Type="http://schemas.openxmlformats.org/officeDocument/2006/relationships/theme" Target="theme/theme1.xml"/><Relationship Id="rId19" Type="http://schemas.openxmlformats.org/officeDocument/2006/relationships/slide" Target="slides/slide1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12288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2885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0"/>
            <a:r>
              <a:rPr lang="zh-CN" altLang="en-US"/>
              <a:t>第二级</a:t>
            </a:r>
            <a:endParaRPr lang="zh-CN" altLang="en-US"/>
          </a:p>
          <a:p>
            <a:pPr lvl="2" indent="0"/>
            <a:r>
              <a:rPr lang="zh-CN" altLang="en-US"/>
              <a:t>第三级</a:t>
            </a:r>
            <a:endParaRPr lang="zh-CN" altLang="en-US"/>
          </a:p>
          <a:p>
            <a:pPr lvl="3" indent="0"/>
            <a:r>
              <a:rPr lang="zh-CN" altLang="en-US"/>
              <a:t>第四级</a:t>
            </a:r>
            <a:endParaRPr lang="zh-CN" altLang="en-US"/>
          </a:p>
          <a:p>
            <a:pPr lvl="4" indent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5953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125954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125955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800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28002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12800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049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30050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130051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32098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13209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414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34146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13414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193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36194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136195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24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38242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13824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028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140290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endParaRPr lang="zh-CN" altLang="en-US"/>
          </a:p>
        </p:txBody>
      </p:sp>
      <p:sp>
        <p:nvSpPr>
          <p:cNvPr id="140291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233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42338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14233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438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44386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14438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6433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46434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146435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848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48482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14848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0529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0530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150531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257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2578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15257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462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4626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15462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6673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6674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156675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4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5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6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7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205200" y="2722180"/>
            <a:ext cx="5475600" cy="46721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 smtClean="0"/>
              <a:t>单击此处添加您的副标题</a:t>
            </a:r>
            <a:endParaRPr lang="zh-CN" altLang="en-US" strike="noStrike" noProof="1" dirty="0" smtClean="0"/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205200" y="1743075"/>
            <a:ext cx="5475600" cy="864456"/>
          </a:xfrm>
        </p:spPr>
        <p:txBody>
          <a:bodyPr>
            <a:normAutofit/>
          </a:bodyPr>
          <a:lstStyle>
            <a:lvl1pPr algn="ctr">
              <a:defRPr sz="2800" baseline="0">
                <a:ln w="3175"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单击此处添加您的标题文字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1112400" y="2217600"/>
            <a:ext cx="7002000" cy="2077200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630555" indent="-285750">
              <a:buFont typeface="Arial" panose="020B0604020202020204" pitchFamily="34" charset="0"/>
              <a:buChar char="•"/>
              <a:tabLst>
                <a:tab pos="629920" algn="l"/>
                <a:tab pos="715645" algn="l"/>
              </a:tabLst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7" name="矩形 6"/>
          <p:cNvSpPr/>
          <p:nvPr/>
        </p:nvSpPr>
        <p:spPr>
          <a:xfrm>
            <a:off x="2019300" y="3052763"/>
            <a:ext cx="5105400" cy="60483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fontAlgn="base"/>
            <a:endParaRPr lang="zh-CN" altLang="en-US" sz="2000" b="1" strike="noStrike" noProof="1" dirty="0">
              <a:solidFill>
                <a:srgbClr val="FFFFF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3201988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trike="noStrike" noProof="1"/>
          </a:p>
        </p:txBody>
      </p:sp>
      <p:sp>
        <p:nvSpPr>
          <p:cNvPr id="9" name="矩形 8"/>
          <p:cNvSpPr/>
          <p:nvPr/>
        </p:nvSpPr>
        <p:spPr>
          <a:xfrm>
            <a:off x="6867525" y="3200400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trike="noStrike" noProof="1"/>
          </a:p>
        </p:txBody>
      </p:sp>
      <p:sp>
        <p:nvSpPr>
          <p:cNvPr id="10" name="任意多边形 9"/>
          <p:cNvSpPr/>
          <p:nvPr/>
        </p:nvSpPr>
        <p:spPr>
          <a:xfrm>
            <a:off x="2019300" y="3054350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trike="noStrike" noProof="1"/>
          </a:p>
        </p:txBody>
      </p:sp>
      <p:sp>
        <p:nvSpPr>
          <p:cNvPr id="11" name="任意多边形 10"/>
          <p:cNvSpPr/>
          <p:nvPr/>
        </p:nvSpPr>
        <p:spPr>
          <a:xfrm flipH="1">
            <a:off x="6867525" y="3052763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trike="noStrike" noProof="1"/>
          </a:p>
        </p:txBody>
      </p:sp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19300" y="3052763"/>
            <a:ext cx="5105400" cy="604837"/>
          </a:xfrm>
        </p:spPr>
        <p:txBody>
          <a:bodyPr anchor="ctr" anchorCtr="0">
            <a:normAutofit/>
          </a:bodyPr>
          <a:lstStyle>
            <a:lvl1pPr algn="ctr">
              <a:defRPr sz="2000">
                <a:solidFill>
                  <a:schemeClr val="bg1"/>
                </a:solidFill>
                <a:effectLst/>
              </a:defRPr>
            </a:lvl1pPr>
          </a:lstStyle>
          <a:p>
            <a:pPr fontAlgn="auto"/>
            <a:r>
              <a:rPr lang="zh-CN" altLang="en-US" strike="noStrike" noProof="1" dirty="0" smtClean="0"/>
              <a:t>此处添加您的标题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112400" y="19167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1112400" y="38931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24576" y="232842"/>
            <a:ext cx="7886699" cy="717022"/>
          </a:xfrm>
        </p:spPr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6" y="1131435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6" y="1955347"/>
            <a:ext cx="3868340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4" y="1131435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4" y="1955347"/>
            <a:ext cx="3887391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2298700" y="3435350"/>
            <a:ext cx="4572000" cy="369888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52500" lnSpcReduction="20000"/>
          </a:bodyPr>
          <a:lstStyle/>
          <a:p>
            <a:pPr algn="ctr" fontAlgn="base"/>
            <a:endParaRPr lang="en-US" altLang="zh-CN" sz="2000" strike="noStrike" noProof="1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 hasCustomPrompt="1"/>
          </p:nvPr>
        </p:nvSpPr>
        <p:spPr>
          <a:xfrm>
            <a:off x="1778400" y="2322000"/>
            <a:ext cx="5659200" cy="1198800"/>
          </a:xfrm>
        </p:spPr>
        <p:txBody>
          <a:bodyPr anchor="t" anchorCtr="0">
            <a:normAutofit/>
          </a:bodyPr>
          <a:lstStyle>
            <a:lvl1pPr algn="ctr">
              <a:defRPr sz="7200" b="0">
                <a:solidFill>
                  <a:schemeClr val="accent1"/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编辑标题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741600" y="262800"/>
            <a:ext cx="7668000" cy="802800"/>
          </a:xfrm>
        </p:spPr>
        <p:txBody>
          <a:bodyPr anchor="ctr" anchorCtr="0">
            <a:normAutofit/>
          </a:bodyPr>
          <a:lstStyle>
            <a:lvl1pPr algn="ctr">
              <a:defRPr sz="3200"/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</p:nvPr>
        </p:nvSpPr>
        <p:spPr>
          <a:xfrm>
            <a:off x="2869200" y="1310400"/>
            <a:ext cx="3322800" cy="315360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r>
              <a:rPr lang="zh-CN" altLang="en-US" strike="noStrike" noProof="1" dirty="0" smtClean="0"/>
              <a:t>单击图标添加图片</a:t>
            </a:r>
            <a:endParaRPr lang="en-US" strike="noStrike" noProof="1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368000" y="4759200"/>
            <a:ext cx="6645600" cy="15624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171261" y="561073"/>
            <a:ext cx="886883" cy="5811838"/>
          </a:xfrm>
        </p:spPr>
        <p:txBody>
          <a:bodyPr vert="eaVert"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128175" y="561073"/>
            <a:ext cx="5949952" cy="5811838"/>
          </a:xfrm>
        </p:spPr>
        <p:txBody>
          <a:bodyPr vert="eaVert"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200" y="408675"/>
            <a:ext cx="7887600" cy="581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205200" y="2722180"/>
            <a:ext cx="5475600" cy="46721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 smtClean="0"/>
              <a:t>单击此处添加您的副标题</a:t>
            </a:r>
            <a:endParaRPr lang="zh-CN" altLang="en-US" strike="noStrike" noProof="1" dirty="0" smtClean="0"/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205200" y="1743075"/>
            <a:ext cx="5475600" cy="864456"/>
          </a:xfrm>
        </p:spPr>
        <p:txBody>
          <a:bodyPr>
            <a:normAutofit/>
          </a:bodyPr>
          <a:lstStyle>
            <a:lvl1pPr algn="ctr">
              <a:defRPr sz="2800" baseline="0">
                <a:ln w="3175"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单击此处添加您的标题文字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1112400" y="2217600"/>
            <a:ext cx="7002000" cy="2077200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630555" indent="-285750">
              <a:buFont typeface="Arial" panose="020B0604020202020204" pitchFamily="34" charset="0"/>
              <a:buChar char="•"/>
              <a:tabLst>
                <a:tab pos="629920" algn="l"/>
                <a:tab pos="715645" algn="l"/>
              </a:tabLst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7" name="矩形 6"/>
          <p:cNvSpPr/>
          <p:nvPr/>
        </p:nvSpPr>
        <p:spPr>
          <a:xfrm>
            <a:off x="2019300" y="3052763"/>
            <a:ext cx="5105400" cy="60483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fontAlgn="base"/>
            <a:endParaRPr lang="zh-CN" altLang="en-US" sz="2000" b="1" strike="noStrike" noProof="1" dirty="0">
              <a:solidFill>
                <a:srgbClr val="FFFFF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3201988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9" name="矩形 8"/>
          <p:cNvSpPr/>
          <p:nvPr/>
        </p:nvSpPr>
        <p:spPr>
          <a:xfrm>
            <a:off x="6867525" y="3200400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0" name="任意多边形 9"/>
          <p:cNvSpPr/>
          <p:nvPr/>
        </p:nvSpPr>
        <p:spPr>
          <a:xfrm>
            <a:off x="2019300" y="3054350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1" name="任意多边形 10"/>
          <p:cNvSpPr/>
          <p:nvPr/>
        </p:nvSpPr>
        <p:spPr>
          <a:xfrm flipH="1">
            <a:off x="6867525" y="3052763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19300" y="3052763"/>
            <a:ext cx="5105400" cy="604837"/>
          </a:xfrm>
        </p:spPr>
        <p:txBody>
          <a:bodyPr anchor="ctr" anchorCtr="0">
            <a:normAutofit/>
          </a:bodyPr>
          <a:lstStyle>
            <a:lvl1pPr algn="ctr">
              <a:defRPr sz="2000">
                <a:solidFill>
                  <a:schemeClr val="bg1"/>
                </a:solidFill>
                <a:effectLst/>
              </a:defRPr>
            </a:lvl1pPr>
          </a:lstStyle>
          <a:p>
            <a:pPr fontAlgn="auto"/>
            <a:r>
              <a:rPr lang="zh-CN" altLang="en-US" strike="noStrike" noProof="1" dirty="0" smtClean="0"/>
              <a:t>此处添加您的标题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112400" y="19167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1112400" y="38931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24576" y="232842"/>
            <a:ext cx="7886699" cy="717022"/>
          </a:xfrm>
        </p:spPr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6" y="1131435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6" y="1955347"/>
            <a:ext cx="3868340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4" y="1131435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4" y="1955347"/>
            <a:ext cx="3887391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2298700" y="3435350"/>
            <a:ext cx="4572000" cy="369888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52500" lnSpcReduction="20000"/>
          </a:bodyPr>
          <a:lstStyle/>
          <a:p>
            <a:pPr algn="ctr" fontAlgn="base"/>
            <a:endParaRPr lang="en-US" altLang="zh-CN" sz="2000" strike="noStrike" noProof="1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 hasCustomPrompt="1"/>
          </p:nvPr>
        </p:nvSpPr>
        <p:spPr>
          <a:xfrm>
            <a:off x="1778400" y="2322000"/>
            <a:ext cx="5659200" cy="1198800"/>
          </a:xfrm>
        </p:spPr>
        <p:txBody>
          <a:bodyPr anchor="t" anchorCtr="0">
            <a:normAutofit/>
          </a:bodyPr>
          <a:lstStyle>
            <a:lvl1pPr algn="ctr">
              <a:defRPr sz="7200" b="0">
                <a:solidFill>
                  <a:schemeClr val="accent1"/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编辑标题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741600" y="262800"/>
            <a:ext cx="7668000" cy="802800"/>
          </a:xfrm>
        </p:spPr>
        <p:txBody>
          <a:bodyPr anchor="ctr" anchorCtr="0">
            <a:normAutofit/>
          </a:bodyPr>
          <a:lstStyle>
            <a:lvl1pPr algn="ctr">
              <a:defRPr sz="3200"/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</p:nvPr>
        </p:nvSpPr>
        <p:spPr>
          <a:xfrm>
            <a:off x="2869200" y="1310400"/>
            <a:ext cx="3322800" cy="315360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r>
              <a:rPr lang="zh-CN" altLang="en-US" strike="noStrike" noProof="1" dirty="0" smtClean="0"/>
              <a:t>单击图标添加图片</a:t>
            </a:r>
            <a:endParaRPr lang="en-US" strike="noStrike" noProof="1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368000" y="4759200"/>
            <a:ext cx="6645600" cy="15624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171261" y="561073"/>
            <a:ext cx="886883" cy="5811838"/>
          </a:xfrm>
        </p:spPr>
        <p:txBody>
          <a:bodyPr vert="eaVert"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128175" y="561073"/>
            <a:ext cx="5949952" cy="5811838"/>
          </a:xfrm>
        </p:spPr>
        <p:txBody>
          <a:bodyPr vert="eaVert"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200" y="408675"/>
            <a:ext cx="7887600" cy="581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205200" y="2722180"/>
            <a:ext cx="5475600" cy="46721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 smtClean="0"/>
              <a:t>单击此处添加您的副标题</a:t>
            </a:r>
            <a:endParaRPr lang="zh-CN" altLang="en-US" strike="noStrike" noProof="1" dirty="0" smtClean="0"/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205200" y="1743075"/>
            <a:ext cx="5475600" cy="864456"/>
          </a:xfrm>
        </p:spPr>
        <p:txBody>
          <a:bodyPr>
            <a:normAutofit/>
          </a:bodyPr>
          <a:lstStyle>
            <a:lvl1pPr algn="ctr">
              <a:defRPr sz="2800" baseline="0">
                <a:ln w="3175"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单击此处添加您的标题文字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1112400" y="2217600"/>
            <a:ext cx="7002000" cy="2077200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630555" indent="-285750">
              <a:buFont typeface="Arial" panose="020B0604020202020204" pitchFamily="34" charset="0"/>
              <a:buChar char="•"/>
              <a:tabLst>
                <a:tab pos="629920" algn="l"/>
                <a:tab pos="715645" algn="l"/>
              </a:tabLst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7" name="矩形 6"/>
          <p:cNvSpPr/>
          <p:nvPr/>
        </p:nvSpPr>
        <p:spPr>
          <a:xfrm>
            <a:off x="2019300" y="3052763"/>
            <a:ext cx="5105400" cy="60483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fontAlgn="base"/>
            <a:endParaRPr lang="zh-CN" altLang="en-US" sz="2000" b="1" strike="noStrike" noProof="1" dirty="0">
              <a:solidFill>
                <a:srgbClr val="FFFFF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3201988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9" name="矩形 8"/>
          <p:cNvSpPr/>
          <p:nvPr/>
        </p:nvSpPr>
        <p:spPr>
          <a:xfrm>
            <a:off x="6867525" y="3200400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0" name="任意多边形 9"/>
          <p:cNvSpPr/>
          <p:nvPr/>
        </p:nvSpPr>
        <p:spPr>
          <a:xfrm>
            <a:off x="2019300" y="3054350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1" name="任意多边形 10"/>
          <p:cNvSpPr/>
          <p:nvPr/>
        </p:nvSpPr>
        <p:spPr>
          <a:xfrm flipH="1">
            <a:off x="6867525" y="3052763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19300" y="3052763"/>
            <a:ext cx="5105400" cy="604837"/>
          </a:xfrm>
        </p:spPr>
        <p:txBody>
          <a:bodyPr anchor="ctr" anchorCtr="0">
            <a:normAutofit/>
          </a:bodyPr>
          <a:lstStyle>
            <a:lvl1pPr algn="ctr">
              <a:defRPr sz="2000">
                <a:solidFill>
                  <a:schemeClr val="bg1"/>
                </a:solidFill>
                <a:effectLst/>
              </a:defRPr>
            </a:lvl1pPr>
          </a:lstStyle>
          <a:p>
            <a:pPr fontAlgn="auto"/>
            <a:r>
              <a:rPr lang="zh-CN" altLang="en-US" strike="noStrike" noProof="1" dirty="0" smtClean="0"/>
              <a:t>此处添加您的标题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112400" y="19167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1112400" y="38931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24576" y="232842"/>
            <a:ext cx="7886699" cy="717022"/>
          </a:xfrm>
        </p:spPr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6" y="1131435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6" y="1955347"/>
            <a:ext cx="3868340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4" y="1131435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4" y="1955347"/>
            <a:ext cx="3887391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2298700" y="3435350"/>
            <a:ext cx="4572000" cy="369888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52500" lnSpcReduction="20000"/>
          </a:bodyPr>
          <a:lstStyle/>
          <a:p>
            <a:pPr algn="ctr" fontAlgn="base"/>
            <a:endParaRPr lang="en-US" altLang="zh-CN" sz="2000" strike="noStrike" noProof="1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 hasCustomPrompt="1"/>
          </p:nvPr>
        </p:nvSpPr>
        <p:spPr>
          <a:xfrm>
            <a:off x="1778400" y="2322000"/>
            <a:ext cx="5659200" cy="1198800"/>
          </a:xfrm>
        </p:spPr>
        <p:txBody>
          <a:bodyPr anchor="t" anchorCtr="0">
            <a:normAutofit/>
          </a:bodyPr>
          <a:lstStyle>
            <a:lvl1pPr algn="ctr">
              <a:defRPr sz="7200" b="0">
                <a:solidFill>
                  <a:schemeClr val="accent1"/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编辑标题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741600" y="262800"/>
            <a:ext cx="7668000" cy="802800"/>
          </a:xfrm>
        </p:spPr>
        <p:txBody>
          <a:bodyPr anchor="ctr" anchorCtr="0">
            <a:normAutofit/>
          </a:bodyPr>
          <a:lstStyle>
            <a:lvl1pPr algn="ctr">
              <a:defRPr sz="3200"/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</p:nvPr>
        </p:nvSpPr>
        <p:spPr>
          <a:xfrm>
            <a:off x="2869200" y="1310400"/>
            <a:ext cx="3322800" cy="315360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r>
              <a:rPr lang="zh-CN" altLang="en-US" strike="noStrike" noProof="1" dirty="0" smtClean="0"/>
              <a:t>单击图标添加图片</a:t>
            </a:r>
            <a:endParaRPr lang="en-US" strike="noStrike" noProof="1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368000" y="4759200"/>
            <a:ext cx="6645600" cy="15624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171261" y="561073"/>
            <a:ext cx="886883" cy="5811838"/>
          </a:xfrm>
        </p:spPr>
        <p:txBody>
          <a:bodyPr vert="eaVert"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128175" y="561073"/>
            <a:ext cx="5949952" cy="5811838"/>
          </a:xfrm>
        </p:spPr>
        <p:txBody>
          <a:bodyPr vert="eaVert"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200" y="408675"/>
            <a:ext cx="7887600" cy="581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205200" y="2722180"/>
            <a:ext cx="5475600" cy="46721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 smtClean="0"/>
              <a:t>单击此处添加您的副标题</a:t>
            </a:r>
            <a:endParaRPr lang="zh-CN" altLang="en-US" strike="noStrike" noProof="1" dirty="0" smtClean="0"/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205200" y="1743075"/>
            <a:ext cx="5475600" cy="864456"/>
          </a:xfrm>
        </p:spPr>
        <p:txBody>
          <a:bodyPr>
            <a:normAutofit/>
          </a:bodyPr>
          <a:lstStyle>
            <a:lvl1pPr algn="ctr">
              <a:defRPr sz="2800" baseline="0">
                <a:ln w="3175"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单击此处添加您的标题文字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1112400" y="2217600"/>
            <a:ext cx="7002000" cy="2077200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630555" indent="-285750">
              <a:buFont typeface="Arial" panose="020B0604020202020204" pitchFamily="34" charset="0"/>
              <a:buChar char="•"/>
              <a:tabLst>
                <a:tab pos="629920" algn="l"/>
                <a:tab pos="715645" algn="l"/>
              </a:tabLst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7" name="矩形 6"/>
          <p:cNvSpPr/>
          <p:nvPr/>
        </p:nvSpPr>
        <p:spPr>
          <a:xfrm>
            <a:off x="2019300" y="3052763"/>
            <a:ext cx="5105400" cy="60483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fontAlgn="base"/>
            <a:endParaRPr lang="zh-CN" altLang="en-US" sz="2000" b="1" strike="noStrike" noProof="1" dirty="0">
              <a:solidFill>
                <a:srgbClr val="FFFFF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3201988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9" name="矩形 8"/>
          <p:cNvSpPr/>
          <p:nvPr/>
        </p:nvSpPr>
        <p:spPr>
          <a:xfrm>
            <a:off x="6867525" y="3200400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0" name="任意多边形 9"/>
          <p:cNvSpPr/>
          <p:nvPr/>
        </p:nvSpPr>
        <p:spPr>
          <a:xfrm>
            <a:off x="2019300" y="3054350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1" name="任意多边形 10"/>
          <p:cNvSpPr/>
          <p:nvPr/>
        </p:nvSpPr>
        <p:spPr>
          <a:xfrm flipH="1">
            <a:off x="6867525" y="3052763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19300" y="3052763"/>
            <a:ext cx="5105400" cy="604837"/>
          </a:xfrm>
        </p:spPr>
        <p:txBody>
          <a:bodyPr anchor="ctr" anchorCtr="0">
            <a:normAutofit/>
          </a:bodyPr>
          <a:lstStyle>
            <a:lvl1pPr algn="ctr">
              <a:defRPr sz="2000">
                <a:solidFill>
                  <a:schemeClr val="bg1"/>
                </a:solidFill>
                <a:effectLst/>
              </a:defRPr>
            </a:lvl1pPr>
          </a:lstStyle>
          <a:p>
            <a:pPr fontAlgn="auto"/>
            <a:r>
              <a:rPr lang="zh-CN" altLang="en-US" strike="noStrike" noProof="1" dirty="0" smtClean="0"/>
              <a:t>此处添加您的标题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112400" y="19167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1112400" y="38931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24576" y="232842"/>
            <a:ext cx="7886699" cy="717022"/>
          </a:xfrm>
        </p:spPr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6" y="1131435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6" y="1955347"/>
            <a:ext cx="3868340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4" y="1131435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4" y="1955347"/>
            <a:ext cx="3887391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2298700" y="3435350"/>
            <a:ext cx="4572000" cy="369888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52500" lnSpcReduction="20000"/>
          </a:bodyPr>
          <a:lstStyle/>
          <a:p>
            <a:pPr algn="ctr" fontAlgn="base"/>
            <a:endParaRPr lang="en-US" altLang="zh-CN" sz="2000" strike="noStrike" noProof="1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 hasCustomPrompt="1"/>
          </p:nvPr>
        </p:nvSpPr>
        <p:spPr>
          <a:xfrm>
            <a:off x="1778400" y="2322000"/>
            <a:ext cx="5659200" cy="1198800"/>
          </a:xfrm>
        </p:spPr>
        <p:txBody>
          <a:bodyPr anchor="t" anchorCtr="0">
            <a:normAutofit/>
          </a:bodyPr>
          <a:lstStyle>
            <a:lvl1pPr algn="ctr">
              <a:defRPr sz="7200" b="0">
                <a:solidFill>
                  <a:schemeClr val="accent1"/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编辑标题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741600" y="262800"/>
            <a:ext cx="7668000" cy="802800"/>
          </a:xfrm>
        </p:spPr>
        <p:txBody>
          <a:bodyPr anchor="ctr" anchorCtr="0">
            <a:normAutofit/>
          </a:bodyPr>
          <a:lstStyle>
            <a:lvl1pPr algn="ctr">
              <a:defRPr sz="3200"/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</p:nvPr>
        </p:nvSpPr>
        <p:spPr>
          <a:xfrm>
            <a:off x="2869200" y="1310400"/>
            <a:ext cx="3322800" cy="315360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r>
              <a:rPr lang="zh-CN" altLang="en-US" strike="noStrike" noProof="1" dirty="0" smtClean="0"/>
              <a:t>单击图标添加图片</a:t>
            </a:r>
            <a:endParaRPr lang="en-US" strike="noStrike" noProof="1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368000" y="4759200"/>
            <a:ext cx="6645600" cy="15624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171261" y="561073"/>
            <a:ext cx="886883" cy="5811838"/>
          </a:xfrm>
        </p:spPr>
        <p:txBody>
          <a:bodyPr vert="eaVert"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128175" y="561073"/>
            <a:ext cx="5949952" cy="5811838"/>
          </a:xfrm>
        </p:spPr>
        <p:txBody>
          <a:bodyPr vert="eaVert"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200" y="408675"/>
            <a:ext cx="7887600" cy="581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205200" y="2722180"/>
            <a:ext cx="5475600" cy="46721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 smtClean="0"/>
              <a:t>单击此处添加您的副标题</a:t>
            </a:r>
            <a:endParaRPr lang="zh-CN" altLang="en-US" strike="noStrike" noProof="1" dirty="0" smtClean="0"/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205200" y="1743075"/>
            <a:ext cx="5475600" cy="864456"/>
          </a:xfrm>
        </p:spPr>
        <p:txBody>
          <a:bodyPr>
            <a:normAutofit/>
          </a:bodyPr>
          <a:lstStyle>
            <a:lvl1pPr algn="ctr">
              <a:defRPr sz="2800" baseline="0">
                <a:ln w="3175"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单击此处添加您的标题文字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1112400" y="2217600"/>
            <a:ext cx="7002000" cy="2077200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630555" indent="-285750">
              <a:buFont typeface="Arial" panose="020B0604020202020204" pitchFamily="34" charset="0"/>
              <a:buChar char="•"/>
              <a:tabLst>
                <a:tab pos="629920" algn="l"/>
                <a:tab pos="715645" algn="l"/>
              </a:tabLst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7" name="矩形 6"/>
          <p:cNvSpPr/>
          <p:nvPr/>
        </p:nvSpPr>
        <p:spPr>
          <a:xfrm>
            <a:off x="2019300" y="3052763"/>
            <a:ext cx="5105400" cy="60483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fontAlgn="base"/>
            <a:endParaRPr lang="zh-CN" altLang="en-US" sz="2000" b="1" strike="noStrike" noProof="1" dirty="0">
              <a:solidFill>
                <a:srgbClr val="FFFFF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3201988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9" name="矩形 8"/>
          <p:cNvSpPr/>
          <p:nvPr/>
        </p:nvSpPr>
        <p:spPr>
          <a:xfrm>
            <a:off x="6867525" y="3200400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0" name="任意多边形 9"/>
          <p:cNvSpPr/>
          <p:nvPr/>
        </p:nvSpPr>
        <p:spPr>
          <a:xfrm>
            <a:off x="2019300" y="3054350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1" name="任意多边形 10"/>
          <p:cNvSpPr/>
          <p:nvPr/>
        </p:nvSpPr>
        <p:spPr>
          <a:xfrm flipH="1">
            <a:off x="6867525" y="3052763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19300" y="3052763"/>
            <a:ext cx="5105400" cy="604837"/>
          </a:xfrm>
        </p:spPr>
        <p:txBody>
          <a:bodyPr anchor="ctr" anchorCtr="0">
            <a:normAutofit/>
          </a:bodyPr>
          <a:lstStyle>
            <a:lvl1pPr algn="ctr">
              <a:defRPr sz="2000">
                <a:solidFill>
                  <a:schemeClr val="bg1"/>
                </a:solidFill>
                <a:effectLst/>
              </a:defRPr>
            </a:lvl1pPr>
          </a:lstStyle>
          <a:p>
            <a:pPr fontAlgn="auto"/>
            <a:r>
              <a:rPr lang="zh-CN" altLang="en-US" strike="noStrike" noProof="1" dirty="0" smtClean="0"/>
              <a:t>此处添加您的标题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112400" y="19167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1112400" y="38931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24576" y="232842"/>
            <a:ext cx="7886699" cy="717022"/>
          </a:xfrm>
        </p:spPr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6" y="1131435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6" y="1955347"/>
            <a:ext cx="3868340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4" y="1131435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4" y="1955347"/>
            <a:ext cx="3887391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2298700" y="3435350"/>
            <a:ext cx="4572000" cy="369888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52500" lnSpcReduction="20000"/>
          </a:bodyPr>
          <a:lstStyle/>
          <a:p>
            <a:pPr algn="ctr" fontAlgn="base"/>
            <a:endParaRPr lang="en-US" altLang="zh-CN" sz="2000" strike="noStrike" noProof="1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 hasCustomPrompt="1"/>
          </p:nvPr>
        </p:nvSpPr>
        <p:spPr>
          <a:xfrm>
            <a:off x="1778400" y="2322000"/>
            <a:ext cx="5659200" cy="1198800"/>
          </a:xfrm>
        </p:spPr>
        <p:txBody>
          <a:bodyPr anchor="t" anchorCtr="0">
            <a:normAutofit/>
          </a:bodyPr>
          <a:lstStyle>
            <a:lvl1pPr algn="ctr">
              <a:defRPr sz="7200" b="0">
                <a:solidFill>
                  <a:schemeClr val="accent1"/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编辑标题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741600" y="262800"/>
            <a:ext cx="7668000" cy="802800"/>
          </a:xfrm>
        </p:spPr>
        <p:txBody>
          <a:bodyPr anchor="ctr" anchorCtr="0">
            <a:normAutofit/>
          </a:bodyPr>
          <a:lstStyle>
            <a:lvl1pPr algn="ctr">
              <a:defRPr sz="3200"/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</p:nvPr>
        </p:nvSpPr>
        <p:spPr>
          <a:xfrm>
            <a:off x="2869200" y="1310400"/>
            <a:ext cx="3322800" cy="315360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r>
              <a:rPr lang="zh-CN" altLang="en-US" strike="noStrike" noProof="1" dirty="0" smtClean="0"/>
              <a:t>单击图标添加图片</a:t>
            </a:r>
            <a:endParaRPr lang="en-US" strike="noStrike" noProof="1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368000" y="4759200"/>
            <a:ext cx="6645600" cy="15624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171261" y="561073"/>
            <a:ext cx="886883" cy="5811838"/>
          </a:xfrm>
        </p:spPr>
        <p:txBody>
          <a:bodyPr vert="eaVert"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128175" y="561073"/>
            <a:ext cx="5949952" cy="5811838"/>
          </a:xfrm>
        </p:spPr>
        <p:txBody>
          <a:bodyPr vert="eaVert"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200" y="408675"/>
            <a:ext cx="7887600" cy="581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205200" y="2722180"/>
            <a:ext cx="5475600" cy="46721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 smtClean="0"/>
              <a:t>单击此处添加您的副标题</a:t>
            </a:r>
            <a:endParaRPr lang="zh-CN" altLang="en-US" strike="noStrike" noProof="1" dirty="0" smtClean="0"/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205200" y="1743075"/>
            <a:ext cx="5475600" cy="864456"/>
          </a:xfrm>
        </p:spPr>
        <p:txBody>
          <a:bodyPr>
            <a:normAutofit/>
          </a:bodyPr>
          <a:lstStyle>
            <a:lvl1pPr algn="ctr">
              <a:defRPr sz="2800" baseline="0">
                <a:ln w="3175"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单击此处添加您的标题文字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1112400" y="2217600"/>
            <a:ext cx="7002000" cy="2077200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630555" indent="-285750">
              <a:buFont typeface="Arial" panose="020B0604020202020204" pitchFamily="34" charset="0"/>
              <a:buChar char="•"/>
              <a:tabLst>
                <a:tab pos="629920" algn="l"/>
                <a:tab pos="715645" algn="l"/>
              </a:tabLst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7" name="矩形 6"/>
          <p:cNvSpPr/>
          <p:nvPr/>
        </p:nvSpPr>
        <p:spPr>
          <a:xfrm>
            <a:off x="2019300" y="3052763"/>
            <a:ext cx="5105400" cy="60483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fontAlgn="base"/>
            <a:endParaRPr lang="zh-CN" altLang="en-US" sz="2000" b="1" strike="noStrike" noProof="1" dirty="0">
              <a:solidFill>
                <a:srgbClr val="FFFFF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3201988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9" name="矩形 8"/>
          <p:cNvSpPr/>
          <p:nvPr/>
        </p:nvSpPr>
        <p:spPr>
          <a:xfrm>
            <a:off x="6867525" y="3200400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0" name="任意多边形 9"/>
          <p:cNvSpPr/>
          <p:nvPr/>
        </p:nvSpPr>
        <p:spPr>
          <a:xfrm>
            <a:off x="2019300" y="3054350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1" name="任意多边形 10"/>
          <p:cNvSpPr/>
          <p:nvPr/>
        </p:nvSpPr>
        <p:spPr>
          <a:xfrm flipH="1">
            <a:off x="6867525" y="3052763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19300" y="3052763"/>
            <a:ext cx="5105400" cy="604837"/>
          </a:xfrm>
        </p:spPr>
        <p:txBody>
          <a:bodyPr anchor="ctr" anchorCtr="0">
            <a:normAutofit/>
          </a:bodyPr>
          <a:lstStyle>
            <a:lvl1pPr algn="ctr">
              <a:defRPr sz="2000">
                <a:solidFill>
                  <a:schemeClr val="bg1"/>
                </a:solidFill>
                <a:effectLst/>
              </a:defRPr>
            </a:lvl1pPr>
          </a:lstStyle>
          <a:p>
            <a:pPr fontAlgn="auto"/>
            <a:r>
              <a:rPr lang="zh-CN" altLang="en-US" strike="noStrike" noProof="1" dirty="0" smtClean="0"/>
              <a:t>此处添加您的标题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112400" y="19167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1112400" y="38931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24576" y="232842"/>
            <a:ext cx="7886699" cy="717022"/>
          </a:xfrm>
        </p:spPr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6" y="1131435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6" y="1955347"/>
            <a:ext cx="3868340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4" y="1131435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4" y="1955347"/>
            <a:ext cx="3887391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2298700" y="3435350"/>
            <a:ext cx="4572000" cy="369888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52500" lnSpcReduction="20000"/>
          </a:bodyPr>
          <a:lstStyle/>
          <a:p>
            <a:pPr algn="ctr" fontAlgn="base"/>
            <a:endParaRPr lang="en-US" altLang="zh-CN" sz="2000" strike="noStrike" noProof="1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 hasCustomPrompt="1"/>
          </p:nvPr>
        </p:nvSpPr>
        <p:spPr>
          <a:xfrm>
            <a:off x="1778400" y="2322000"/>
            <a:ext cx="5659200" cy="1198800"/>
          </a:xfrm>
        </p:spPr>
        <p:txBody>
          <a:bodyPr anchor="t" anchorCtr="0">
            <a:normAutofit/>
          </a:bodyPr>
          <a:lstStyle>
            <a:lvl1pPr algn="ctr">
              <a:defRPr sz="7200" b="0">
                <a:solidFill>
                  <a:schemeClr val="accent1"/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编辑标题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741600" y="262800"/>
            <a:ext cx="7668000" cy="802800"/>
          </a:xfrm>
        </p:spPr>
        <p:txBody>
          <a:bodyPr anchor="ctr" anchorCtr="0">
            <a:normAutofit/>
          </a:bodyPr>
          <a:lstStyle>
            <a:lvl1pPr algn="ctr">
              <a:defRPr sz="3200"/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</p:nvPr>
        </p:nvSpPr>
        <p:spPr>
          <a:xfrm>
            <a:off x="2869200" y="1310400"/>
            <a:ext cx="3322800" cy="315360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r>
              <a:rPr lang="zh-CN" altLang="en-US" strike="noStrike" noProof="1" dirty="0" smtClean="0"/>
              <a:t>单击图标添加图片</a:t>
            </a:r>
            <a:endParaRPr lang="en-US" strike="noStrike" noProof="1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368000" y="4759200"/>
            <a:ext cx="6645600" cy="15624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171261" y="561073"/>
            <a:ext cx="886883" cy="5811838"/>
          </a:xfrm>
        </p:spPr>
        <p:txBody>
          <a:bodyPr vert="eaVert"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128175" y="561073"/>
            <a:ext cx="5949952" cy="5811838"/>
          </a:xfrm>
        </p:spPr>
        <p:txBody>
          <a:bodyPr vert="eaVert"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200" y="408675"/>
            <a:ext cx="7887600" cy="581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205200" y="2722180"/>
            <a:ext cx="5475600" cy="46721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 smtClean="0"/>
              <a:t>单击此处添加您的副标题</a:t>
            </a:r>
            <a:endParaRPr lang="zh-CN" altLang="en-US" strike="noStrike" noProof="1" dirty="0" smtClean="0"/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205200" y="1743075"/>
            <a:ext cx="5475600" cy="864456"/>
          </a:xfrm>
        </p:spPr>
        <p:txBody>
          <a:bodyPr>
            <a:normAutofit/>
          </a:bodyPr>
          <a:lstStyle>
            <a:lvl1pPr algn="ctr">
              <a:defRPr sz="2800" baseline="0">
                <a:ln w="3175"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单击此处添加您的标题文字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1112400" y="2217600"/>
            <a:ext cx="7002000" cy="2077200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630555" indent="-285750">
              <a:buFont typeface="Arial" panose="020B0604020202020204" pitchFamily="34" charset="0"/>
              <a:buChar char="•"/>
              <a:tabLst>
                <a:tab pos="629920" algn="l"/>
                <a:tab pos="715645" algn="l"/>
              </a:tabLst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7" name="矩形 6"/>
          <p:cNvSpPr/>
          <p:nvPr/>
        </p:nvSpPr>
        <p:spPr>
          <a:xfrm>
            <a:off x="2019300" y="3052763"/>
            <a:ext cx="5105400" cy="60483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fontAlgn="base"/>
            <a:endParaRPr lang="zh-CN" altLang="en-US" sz="2000" b="1" strike="noStrike" noProof="1" dirty="0">
              <a:solidFill>
                <a:srgbClr val="FFFFF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3201988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9" name="矩形 8"/>
          <p:cNvSpPr/>
          <p:nvPr/>
        </p:nvSpPr>
        <p:spPr>
          <a:xfrm>
            <a:off x="6867525" y="3200400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0" name="任意多边形 9"/>
          <p:cNvSpPr/>
          <p:nvPr/>
        </p:nvSpPr>
        <p:spPr>
          <a:xfrm>
            <a:off x="2019300" y="3054350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1" name="任意多边形 10"/>
          <p:cNvSpPr/>
          <p:nvPr/>
        </p:nvSpPr>
        <p:spPr>
          <a:xfrm flipH="1">
            <a:off x="6867525" y="3052763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19300" y="3052763"/>
            <a:ext cx="5105400" cy="604837"/>
          </a:xfrm>
        </p:spPr>
        <p:txBody>
          <a:bodyPr anchor="ctr" anchorCtr="0">
            <a:normAutofit/>
          </a:bodyPr>
          <a:lstStyle>
            <a:lvl1pPr algn="ctr">
              <a:defRPr sz="2000">
                <a:solidFill>
                  <a:schemeClr val="bg1"/>
                </a:solidFill>
                <a:effectLst/>
              </a:defRPr>
            </a:lvl1pPr>
          </a:lstStyle>
          <a:p>
            <a:pPr fontAlgn="auto"/>
            <a:r>
              <a:rPr lang="zh-CN" altLang="en-US" strike="noStrike" noProof="1" dirty="0" smtClean="0"/>
              <a:t>此处添加您的标题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112400" y="19167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1112400" y="38931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24576" y="232842"/>
            <a:ext cx="7886699" cy="717022"/>
          </a:xfrm>
        </p:spPr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6" y="1131435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6" y="1955347"/>
            <a:ext cx="3868340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4" y="1131435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4" y="1955347"/>
            <a:ext cx="3887391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2298700" y="3435350"/>
            <a:ext cx="4572000" cy="369888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52500" lnSpcReduction="20000"/>
          </a:bodyPr>
          <a:lstStyle/>
          <a:p>
            <a:pPr algn="ctr" fontAlgn="base"/>
            <a:endParaRPr lang="en-US" altLang="zh-CN" sz="2000" strike="noStrike" noProof="1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 hasCustomPrompt="1"/>
          </p:nvPr>
        </p:nvSpPr>
        <p:spPr>
          <a:xfrm>
            <a:off x="1778400" y="2322000"/>
            <a:ext cx="5659200" cy="1198800"/>
          </a:xfrm>
        </p:spPr>
        <p:txBody>
          <a:bodyPr anchor="t" anchorCtr="0">
            <a:normAutofit/>
          </a:bodyPr>
          <a:lstStyle>
            <a:lvl1pPr algn="ctr">
              <a:defRPr sz="7200" b="0">
                <a:solidFill>
                  <a:schemeClr val="accent1"/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编辑标题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741600" y="262800"/>
            <a:ext cx="7668000" cy="802800"/>
          </a:xfrm>
        </p:spPr>
        <p:txBody>
          <a:bodyPr anchor="ctr" anchorCtr="0">
            <a:normAutofit/>
          </a:bodyPr>
          <a:lstStyle>
            <a:lvl1pPr algn="ctr">
              <a:defRPr sz="3200"/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</p:nvPr>
        </p:nvSpPr>
        <p:spPr>
          <a:xfrm>
            <a:off x="2869200" y="1310400"/>
            <a:ext cx="3322800" cy="315360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r>
              <a:rPr lang="zh-CN" altLang="en-US" strike="noStrike" noProof="1" dirty="0" smtClean="0"/>
              <a:t>单击图标添加图片</a:t>
            </a:r>
            <a:endParaRPr lang="en-US" strike="noStrike" noProof="1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368000" y="4759200"/>
            <a:ext cx="6645600" cy="15624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171261" y="561073"/>
            <a:ext cx="886883" cy="5811838"/>
          </a:xfrm>
        </p:spPr>
        <p:txBody>
          <a:bodyPr vert="eaVert"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128175" y="561073"/>
            <a:ext cx="5949952" cy="5811838"/>
          </a:xfrm>
        </p:spPr>
        <p:txBody>
          <a:bodyPr vert="eaVert"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200" y="408675"/>
            <a:ext cx="7887600" cy="581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205200" y="2722180"/>
            <a:ext cx="5475600" cy="46721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 smtClean="0"/>
              <a:t>单击此处添加您的副标题</a:t>
            </a:r>
            <a:endParaRPr lang="zh-CN" altLang="en-US" strike="noStrike" noProof="1" dirty="0" smtClean="0"/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205200" y="1743075"/>
            <a:ext cx="5475600" cy="864456"/>
          </a:xfrm>
        </p:spPr>
        <p:txBody>
          <a:bodyPr>
            <a:normAutofit/>
          </a:bodyPr>
          <a:lstStyle>
            <a:lvl1pPr algn="ctr">
              <a:defRPr sz="2800" baseline="0">
                <a:ln w="3175"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单击此处添加您的标题文字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1112400" y="2217600"/>
            <a:ext cx="7002000" cy="2077200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630555" indent="-285750">
              <a:buFont typeface="Arial" panose="020B0604020202020204" pitchFamily="34" charset="0"/>
              <a:buChar char="•"/>
              <a:tabLst>
                <a:tab pos="629920" algn="l"/>
                <a:tab pos="715645" algn="l"/>
              </a:tabLst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7" name="矩形 6"/>
          <p:cNvSpPr/>
          <p:nvPr/>
        </p:nvSpPr>
        <p:spPr>
          <a:xfrm>
            <a:off x="2019300" y="3052763"/>
            <a:ext cx="5105400" cy="60483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fontAlgn="base"/>
            <a:endParaRPr lang="zh-CN" altLang="en-US" sz="2000" b="1" strike="noStrike" noProof="1" dirty="0">
              <a:solidFill>
                <a:srgbClr val="FFFFF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3201988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9" name="矩形 8"/>
          <p:cNvSpPr/>
          <p:nvPr/>
        </p:nvSpPr>
        <p:spPr>
          <a:xfrm>
            <a:off x="6867525" y="3200400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0" name="任意多边形 9"/>
          <p:cNvSpPr/>
          <p:nvPr/>
        </p:nvSpPr>
        <p:spPr>
          <a:xfrm>
            <a:off x="2019300" y="3054350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1" name="任意多边形 10"/>
          <p:cNvSpPr/>
          <p:nvPr/>
        </p:nvSpPr>
        <p:spPr>
          <a:xfrm flipH="1">
            <a:off x="6867525" y="3052763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19300" y="3052763"/>
            <a:ext cx="5105400" cy="604837"/>
          </a:xfrm>
        </p:spPr>
        <p:txBody>
          <a:bodyPr anchor="ctr" anchorCtr="0">
            <a:normAutofit/>
          </a:bodyPr>
          <a:lstStyle>
            <a:lvl1pPr algn="ctr">
              <a:defRPr sz="2000">
                <a:solidFill>
                  <a:schemeClr val="bg1"/>
                </a:solidFill>
                <a:effectLst/>
              </a:defRPr>
            </a:lvl1pPr>
          </a:lstStyle>
          <a:p>
            <a:pPr fontAlgn="auto"/>
            <a:r>
              <a:rPr lang="zh-CN" altLang="en-US" strike="noStrike" noProof="1" dirty="0" smtClean="0"/>
              <a:t>此处添加您的标题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112400" y="19167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1112400" y="38931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24576" y="232842"/>
            <a:ext cx="7886699" cy="717022"/>
          </a:xfrm>
        </p:spPr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6" y="1131435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6" y="1955347"/>
            <a:ext cx="3868340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4" y="1131435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4" y="1955347"/>
            <a:ext cx="3887391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2298700" y="3435350"/>
            <a:ext cx="4572000" cy="369888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52500" lnSpcReduction="20000"/>
          </a:bodyPr>
          <a:lstStyle/>
          <a:p>
            <a:pPr algn="ctr" fontAlgn="base"/>
            <a:endParaRPr lang="en-US" altLang="zh-CN" sz="2000" strike="noStrike" noProof="1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 hasCustomPrompt="1"/>
          </p:nvPr>
        </p:nvSpPr>
        <p:spPr>
          <a:xfrm>
            <a:off x="1778400" y="2322000"/>
            <a:ext cx="5659200" cy="1198800"/>
          </a:xfrm>
        </p:spPr>
        <p:txBody>
          <a:bodyPr anchor="t" anchorCtr="0">
            <a:normAutofit/>
          </a:bodyPr>
          <a:lstStyle>
            <a:lvl1pPr algn="ctr">
              <a:defRPr sz="7200" b="0">
                <a:solidFill>
                  <a:schemeClr val="accent1"/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编辑标题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741600" y="262800"/>
            <a:ext cx="7668000" cy="802800"/>
          </a:xfrm>
        </p:spPr>
        <p:txBody>
          <a:bodyPr anchor="ctr" anchorCtr="0">
            <a:normAutofit/>
          </a:bodyPr>
          <a:lstStyle>
            <a:lvl1pPr algn="ctr">
              <a:defRPr sz="3200"/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</p:nvPr>
        </p:nvSpPr>
        <p:spPr>
          <a:xfrm>
            <a:off x="2869200" y="1310400"/>
            <a:ext cx="3322800" cy="315360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r>
              <a:rPr lang="zh-CN" altLang="en-US" strike="noStrike" noProof="1" dirty="0" smtClean="0"/>
              <a:t>单击图标添加图片</a:t>
            </a:r>
            <a:endParaRPr lang="en-US" strike="noStrike" noProof="1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368000" y="4759200"/>
            <a:ext cx="6645600" cy="15624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171261" y="561073"/>
            <a:ext cx="886883" cy="5811838"/>
          </a:xfrm>
        </p:spPr>
        <p:txBody>
          <a:bodyPr vert="eaVert"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128175" y="561073"/>
            <a:ext cx="5949952" cy="5811838"/>
          </a:xfrm>
        </p:spPr>
        <p:txBody>
          <a:bodyPr vert="eaVert"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200" y="408675"/>
            <a:ext cx="7887600" cy="581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205200" y="2722180"/>
            <a:ext cx="5475600" cy="46721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 smtClean="0"/>
              <a:t>单击此处添加您的副标题</a:t>
            </a:r>
            <a:endParaRPr lang="zh-CN" altLang="en-US" strike="noStrike" noProof="1" dirty="0" smtClean="0"/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205200" y="1743075"/>
            <a:ext cx="5475600" cy="864456"/>
          </a:xfrm>
        </p:spPr>
        <p:txBody>
          <a:bodyPr>
            <a:normAutofit/>
          </a:bodyPr>
          <a:lstStyle>
            <a:lvl1pPr algn="ctr">
              <a:defRPr sz="2800" baseline="0">
                <a:ln w="3175"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单击此处添加您的标题文字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1112400" y="2217600"/>
            <a:ext cx="7002000" cy="2077200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630555" indent="-285750">
              <a:buFont typeface="Arial" panose="020B0604020202020204" pitchFamily="34" charset="0"/>
              <a:buChar char="•"/>
              <a:tabLst>
                <a:tab pos="629920" algn="l"/>
                <a:tab pos="715645" algn="l"/>
              </a:tabLst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7" name="矩形 6"/>
          <p:cNvSpPr/>
          <p:nvPr/>
        </p:nvSpPr>
        <p:spPr>
          <a:xfrm>
            <a:off x="2019300" y="3052763"/>
            <a:ext cx="5105400" cy="60483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fontAlgn="base"/>
            <a:endParaRPr lang="zh-CN" altLang="en-US" sz="2000" b="1" strike="noStrike" noProof="1" dirty="0">
              <a:solidFill>
                <a:srgbClr val="FFFFF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3201988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9" name="矩形 8"/>
          <p:cNvSpPr/>
          <p:nvPr/>
        </p:nvSpPr>
        <p:spPr>
          <a:xfrm>
            <a:off x="6867525" y="3200400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0" name="任意多边形 9"/>
          <p:cNvSpPr/>
          <p:nvPr/>
        </p:nvSpPr>
        <p:spPr>
          <a:xfrm>
            <a:off x="2019300" y="3054350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1" name="任意多边形 10"/>
          <p:cNvSpPr/>
          <p:nvPr/>
        </p:nvSpPr>
        <p:spPr>
          <a:xfrm flipH="1">
            <a:off x="6867525" y="3052763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19300" y="3052763"/>
            <a:ext cx="5105400" cy="604837"/>
          </a:xfrm>
        </p:spPr>
        <p:txBody>
          <a:bodyPr anchor="ctr" anchorCtr="0">
            <a:normAutofit/>
          </a:bodyPr>
          <a:lstStyle>
            <a:lvl1pPr algn="ctr">
              <a:defRPr sz="2000">
                <a:solidFill>
                  <a:schemeClr val="bg1"/>
                </a:solidFill>
                <a:effectLst/>
              </a:defRPr>
            </a:lvl1pPr>
          </a:lstStyle>
          <a:p>
            <a:pPr fontAlgn="auto"/>
            <a:r>
              <a:rPr lang="zh-CN" altLang="en-US" strike="noStrike" noProof="1" dirty="0" smtClean="0"/>
              <a:t>此处添加您的标题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112400" y="19167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1112400" y="38931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24576" y="232842"/>
            <a:ext cx="7886699" cy="717022"/>
          </a:xfrm>
        </p:spPr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6" y="1131435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6" y="1955347"/>
            <a:ext cx="3868340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4" y="1131435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4" y="1955347"/>
            <a:ext cx="3887391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2298700" y="3435350"/>
            <a:ext cx="4572000" cy="369888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52500" lnSpcReduction="20000"/>
          </a:bodyPr>
          <a:lstStyle/>
          <a:p>
            <a:pPr algn="ctr" fontAlgn="base"/>
            <a:endParaRPr lang="en-US" altLang="zh-CN" sz="2000" strike="noStrike" noProof="1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 hasCustomPrompt="1"/>
          </p:nvPr>
        </p:nvSpPr>
        <p:spPr>
          <a:xfrm>
            <a:off x="1778400" y="2322000"/>
            <a:ext cx="5659200" cy="1198800"/>
          </a:xfrm>
        </p:spPr>
        <p:txBody>
          <a:bodyPr anchor="t" anchorCtr="0">
            <a:normAutofit/>
          </a:bodyPr>
          <a:lstStyle>
            <a:lvl1pPr algn="ctr">
              <a:defRPr sz="7200" b="0">
                <a:solidFill>
                  <a:schemeClr val="accent1"/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编辑标题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741600" y="262800"/>
            <a:ext cx="7668000" cy="802800"/>
          </a:xfrm>
        </p:spPr>
        <p:txBody>
          <a:bodyPr anchor="ctr" anchorCtr="0">
            <a:normAutofit/>
          </a:bodyPr>
          <a:lstStyle>
            <a:lvl1pPr algn="ctr">
              <a:defRPr sz="3200"/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</p:nvPr>
        </p:nvSpPr>
        <p:spPr>
          <a:xfrm>
            <a:off x="2869200" y="1310400"/>
            <a:ext cx="3322800" cy="315360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r>
              <a:rPr lang="zh-CN" altLang="en-US" strike="noStrike" noProof="1" dirty="0" smtClean="0"/>
              <a:t>单击图标添加图片</a:t>
            </a:r>
            <a:endParaRPr lang="en-US" strike="noStrike" noProof="1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368000" y="4759200"/>
            <a:ext cx="6645600" cy="15624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171261" y="561073"/>
            <a:ext cx="886883" cy="5811838"/>
          </a:xfrm>
        </p:spPr>
        <p:txBody>
          <a:bodyPr vert="eaVert"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128175" y="561073"/>
            <a:ext cx="5949952" cy="5811838"/>
          </a:xfrm>
        </p:spPr>
        <p:txBody>
          <a:bodyPr vert="eaVert"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200" y="408675"/>
            <a:ext cx="7887600" cy="581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205200" y="2722180"/>
            <a:ext cx="5475600" cy="46721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 smtClean="0"/>
              <a:t>单击此处添加您的副标题</a:t>
            </a:r>
            <a:endParaRPr lang="zh-CN" altLang="en-US" strike="noStrike" noProof="1" dirty="0" smtClean="0"/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205200" y="1743075"/>
            <a:ext cx="5475600" cy="864456"/>
          </a:xfrm>
        </p:spPr>
        <p:txBody>
          <a:bodyPr>
            <a:normAutofit/>
          </a:bodyPr>
          <a:lstStyle>
            <a:lvl1pPr algn="ctr">
              <a:defRPr sz="2800" baseline="0">
                <a:ln w="3175"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单击此处添加您的标题文字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1112400" y="2217600"/>
            <a:ext cx="7002000" cy="2077200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630555" indent="-285750">
              <a:buFont typeface="Arial" panose="020B0604020202020204" pitchFamily="34" charset="0"/>
              <a:buChar char="•"/>
              <a:tabLst>
                <a:tab pos="629920" algn="l"/>
                <a:tab pos="715645" algn="l"/>
              </a:tabLst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7" name="矩形 6"/>
          <p:cNvSpPr/>
          <p:nvPr/>
        </p:nvSpPr>
        <p:spPr>
          <a:xfrm>
            <a:off x="2019300" y="3052763"/>
            <a:ext cx="5105400" cy="60483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fontAlgn="base"/>
            <a:endParaRPr lang="zh-CN" altLang="en-US" sz="2000" b="1" strike="noStrike" noProof="1" dirty="0">
              <a:solidFill>
                <a:srgbClr val="FFFFF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3201988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9" name="矩形 8"/>
          <p:cNvSpPr/>
          <p:nvPr/>
        </p:nvSpPr>
        <p:spPr>
          <a:xfrm>
            <a:off x="6867525" y="3200400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0" name="任意多边形 9"/>
          <p:cNvSpPr/>
          <p:nvPr/>
        </p:nvSpPr>
        <p:spPr>
          <a:xfrm>
            <a:off x="2019300" y="3054350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1" name="任意多边形 10"/>
          <p:cNvSpPr/>
          <p:nvPr/>
        </p:nvSpPr>
        <p:spPr>
          <a:xfrm flipH="1">
            <a:off x="6867525" y="3052763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19300" y="3052763"/>
            <a:ext cx="5105400" cy="604837"/>
          </a:xfrm>
        </p:spPr>
        <p:txBody>
          <a:bodyPr anchor="ctr" anchorCtr="0">
            <a:normAutofit/>
          </a:bodyPr>
          <a:lstStyle>
            <a:lvl1pPr algn="ctr">
              <a:defRPr sz="2000">
                <a:solidFill>
                  <a:schemeClr val="bg1"/>
                </a:solidFill>
                <a:effectLst/>
              </a:defRPr>
            </a:lvl1pPr>
          </a:lstStyle>
          <a:p>
            <a:pPr fontAlgn="auto"/>
            <a:r>
              <a:rPr lang="zh-CN" altLang="en-US" strike="noStrike" noProof="1" dirty="0" smtClean="0"/>
              <a:t>此处添加您的标题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112400" y="19167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1112400" y="38931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24576" y="232842"/>
            <a:ext cx="7886699" cy="717022"/>
          </a:xfrm>
        </p:spPr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6" y="1131435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6" y="1955347"/>
            <a:ext cx="3868340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4" y="1131435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4" y="1955347"/>
            <a:ext cx="3887391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2298700" y="3435350"/>
            <a:ext cx="4572000" cy="369888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52500" lnSpcReduction="20000"/>
          </a:bodyPr>
          <a:lstStyle/>
          <a:p>
            <a:pPr algn="ctr" fontAlgn="base"/>
            <a:endParaRPr lang="en-US" altLang="zh-CN" sz="2000" strike="noStrike" noProof="1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 hasCustomPrompt="1"/>
          </p:nvPr>
        </p:nvSpPr>
        <p:spPr>
          <a:xfrm>
            <a:off x="1778400" y="2322000"/>
            <a:ext cx="5659200" cy="1198800"/>
          </a:xfrm>
        </p:spPr>
        <p:txBody>
          <a:bodyPr anchor="t" anchorCtr="0">
            <a:normAutofit/>
          </a:bodyPr>
          <a:lstStyle>
            <a:lvl1pPr algn="ctr">
              <a:defRPr sz="7200" b="0">
                <a:solidFill>
                  <a:schemeClr val="accent1"/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编辑标题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741600" y="262800"/>
            <a:ext cx="7668000" cy="802800"/>
          </a:xfrm>
        </p:spPr>
        <p:txBody>
          <a:bodyPr anchor="ctr" anchorCtr="0">
            <a:normAutofit/>
          </a:bodyPr>
          <a:lstStyle>
            <a:lvl1pPr algn="ctr">
              <a:defRPr sz="3200"/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</p:nvPr>
        </p:nvSpPr>
        <p:spPr>
          <a:xfrm>
            <a:off x="2869200" y="1310400"/>
            <a:ext cx="3322800" cy="315360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r>
              <a:rPr lang="zh-CN" altLang="en-US" strike="noStrike" noProof="1" dirty="0" smtClean="0"/>
              <a:t>单击图标添加图片</a:t>
            </a:r>
            <a:endParaRPr lang="en-US" strike="noStrike" noProof="1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368000" y="4759200"/>
            <a:ext cx="6645600" cy="15624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171261" y="561073"/>
            <a:ext cx="886883" cy="5811838"/>
          </a:xfrm>
        </p:spPr>
        <p:txBody>
          <a:bodyPr vert="eaVert"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128175" y="561073"/>
            <a:ext cx="5949952" cy="5811838"/>
          </a:xfrm>
        </p:spPr>
        <p:txBody>
          <a:bodyPr vert="eaVert"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200" y="408675"/>
            <a:ext cx="7887600" cy="581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205200" y="2722180"/>
            <a:ext cx="5475600" cy="46721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 smtClean="0"/>
              <a:t>单击此处添加您的副标题</a:t>
            </a:r>
            <a:endParaRPr lang="zh-CN" altLang="en-US" strike="noStrike" noProof="1" dirty="0" smtClean="0"/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205200" y="1743075"/>
            <a:ext cx="5475600" cy="864456"/>
          </a:xfrm>
        </p:spPr>
        <p:txBody>
          <a:bodyPr>
            <a:normAutofit/>
          </a:bodyPr>
          <a:lstStyle>
            <a:lvl1pPr algn="ctr">
              <a:defRPr sz="2800" baseline="0">
                <a:ln w="3175"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单击此处添加您的标题文字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1112400" y="2217600"/>
            <a:ext cx="7002000" cy="2077200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630555" indent="-285750">
              <a:buFont typeface="Arial" panose="020B0604020202020204" pitchFamily="34" charset="0"/>
              <a:buChar char="•"/>
              <a:tabLst>
                <a:tab pos="629920" algn="l"/>
                <a:tab pos="715645" algn="l"/>
              </a:tabLst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7" name="矩形 6"/>
          <p:cNvSpPr/>
          <p:nvPr/>
        </p:nvSpPr>
        <p:spPr>
          <a:xfrm>
            <a:off x="2019300" y="3052763"/>
            <a:ext cx="5105400" cy="60483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fontAlgn="base"/>
            <a:endParaRPr lang="zh-CN" altLang="en-US" sz="2000" b="1" strike="noStrike" noProof="1" dirty="0">
              <a:solidFill>
                <a:srgbClr val="FFFFF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3201988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9" name="矩形 8"/>
          <p:cNvSpPr/>
          <p:nvPr/>
        </p:nvSpPr>
        <p:spPr>
          <a:xfrm>
            <a:off x="6867525" y="3200400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0" name="任意多边形 9"/>
          <p:cNvSpPr/>
          <p:nvPr/>
        </p:nvSpPr>
        <p:spPr>
          <a:xfrm>
            <a:off x="2019300" y="3054350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1" name="任意多边形 10"/>
          <p:cNvSpPr/>
          <p:nvPr/>
        </p:nvSpPr>
        <p:spPr>
          <a:xfrm flipH="1">
            <a:off x="6867525" y="3052763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19300" y="3052763"/>
            <a:ext cx="5105400" cy="604837"/>
          </a:xfrm>
        </p:spPr>
        <p:txBody>
          <a:bodyPr anchor="ctr" anchorCtr="0">
            <a:normAutofit/>
          </a:bodyPr>
          <a:lstStyle>
            <a:lvl1pPr algn="ctr">
              <a:defRPr sz="2000">
                <a:solidFill>
                  <a:schemeClr val="bg1"/>
                </a:solidFill>
                <a:effectLst/>
              </a:defRPr>
            </a:lvl1pPr>
          </a:lstStyle>
          <a:p>
            <a:pPr fontAlgn="auto"/>
            <a:r>
              <a:rPr lang="zh-CN" altLang="en-US" strike="noStrike" noProof="1" dirty="0" smtClean="0"/>
              <a:t>此处添加您的标题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112400" y="19167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1112400" y="38931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24576" y="232842"/>
            <a:ext cx="7886699" cy="717022"/>
          </a:xfrm>
        </p:spPr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6" y="1131435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6" y="1955347"/>
            <a:ext cx="3868340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4" y="1131435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4" y="1955347"/>
            <a:ext cx="3887391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2298700" y="3435350"/>
            <a:ext cx="4572000" cy="369888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52500" lnSpcReduction="20000"/>
          </a:bodyPr>
          <a:lstStyle/>
          <a:p>
            <a:pPr algn="ctr" fontAlgn="base"/>
            <a:endParaRPr lang="en-US" altLang="zh-CN" sz="2000" strike="noStrike" noProof="1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 hasCustomPrompt="1"/>
          </p:nvPr>
        </p:nvSpPr>
        <p:spPr>
          <a:xfrm>
            <a:off x="1778400" y="2322000"/>
            <a:ext cx="5659200" cy="1198800"/>
          </a:xfrm>
        </p:spPr>
        <p:txBody>
          <a:bodyPr anchor="t" anchorCtr="0">
            <a:normAutofit/>
          </a:bodyPr>
          <a:lstStyle>
            <a:lvl1pPr algn="ctr">
              <a:defRPr sz="7200" b="0">
                <a:solidFill>
                  <a:schemeClr val="accent1"/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编辑标题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741600" y="262800"/>
            <a:ext cx="7668000" cy="802800"/>
          </a:xfrm>
        </p:spPr>
        <p:txBody>
          <a:bodyPr anchor="ctr" anchorCtr="0">
            <a:normAutofit/>
          </a:bodyPr>
          <a:lstStyle>
            <a:lvl1pPr algn="ctr">
              <a:defRPr sz="3200"/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</p:nvPr>
        </p:nvSpPr>
        <p:spPr>
          <a:xfrm>
            <a:off x="2869200" y="1310400"/>
            <a:ext cx="3322800" cy="315360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r>
              <a:rPr lang="zh-CN" altLang="en-US" strike="noStrike" noProof="1" dirty="0" smtClean="0"/>
              <a:t>单击图标添加图片</a:t>
            </a:r>
            <a:endParaRPr lang="en-US" strike="noStrike" noProof="1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368000" y="4759200"/>
            <a:ext cx="6645600" cy="15624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171261" y="561073"/>
            <a:ext cx="886883" cy="5811838"/>
          </a:xfrm>
        </p:spPr>
        <p:txBody>
          <a:bodyPr vert="eaVert"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128175" y="561073"/>
            <a:ext cx="5949952" cy="5811838"/>
          </a:xfrm>
        </p:spPr>
        <p:txBody>
          <a:bodyPr vert="eaVert"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200" y="408675"/>
            <a:ext cx="7887600" cy="581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205200" y="2722180"/>
            <a:ext cx="5475600" cy="46721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 smtClean="0"/>
              <a:t>单击此处添加您的副标题</a:t>
            </a:r>
            <a:endParaRPr lang="zh-CN" altLang="en-US" strike="noStrike" noProof="1" dirty="0" smtClean="0"/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205200" y="1743075"/>
            <a:ext cx="5475600" cy="864456"/>
          </a:xfrm>
        </p:spPr>
        <p:txBody>
          <a:bodyPr>
            <a:normAutofit/>
          </a:bodyPr>
          <a:lstStyle>
            <a:lvl1pPr algn="ctr">
              <a:defRPr sz="2800" baseline="0">
                <a:ln w="3175"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单击此处添加您的标题文字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1112400" y="2217600"/>
            <a:ext cx="7002000" cy="2077200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630555" indent="-285750">
              <a:buFont typeface="Arial" panose="020B0604020202020204" pitchFamily="34" charset="0"/>
              <a:buChar char="•"/>
              <a:tabLst>
                <a:tab pos="629920" algn="l"/>
                <a:tab pos="715645" algn="l"/>
              </a:tabLst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7" name="矩形 6"/>
          <p:cNvSpPr/>
          <p:nvPr/>
        </p:nvSpPr>
        <p:spPr>
          <a:xfrm>
            <a:off x="2019300" y="3052763"/>
            <a:ext cx="5105400" cy="60483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fontAlgn="base"/>
            <a:endParaRPr lang="zh-CN" altLang="en-US" sz="2000" b="1" strike="noStrike" noProof="1" dirty="0">
              <a:solidFill>
                <a:srgbClr val="FFFFF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3201988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9" name="矩形 8"/>
          <p:cNvSpPr/>
          <p:nvPr/>
        </p:nvSpPr>
        <p:spPr>
          <a:xfrm>
            <a:off x="6867525" y="3200400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0" name="任意多边形 9"/>
          <p:cNvSpPr/>
          <p:nvPr/>
        </p:nvSpPr>
        <p:spPr>
          <a:xfrm>
            <a:off x="2019300" y="3054350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1" name="任意多边形 10"/>
          <p:cNvSpPr/>
          <p:nvPr/>
        </p:nvSpPr>
        <p:spPr>
          <a:xfrm flipH="1">
            <a:off x="6867525" y="3052763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19300" y="3052763"/>
            <a:ext cx="5105400" cy="604837"/>
          </a:xfrm>
        </p:spPr>
        <p:txBody>
          <a:bodyPr anchor="ctr" anchorCtr="0">
            <a:normAutofit/>
          </a:bodyPr>
          <a:lstStyle>
            <a:lvl1pPr algn="ctr">
              <a:defRPr sz="2000">
                <a:solidFill>
                  <a:schemeClr val="bg1"/>
                </a:solidFill>
                <a:effectLst/>
              </a:defRPr>
            </a:lvl1pPr>
          </a:lstStyle>
          <a:p>
            <a:pPr fontAlgn="auto"/>
            <a:r>
              <a:rPr lang="zh-CN" altLang="en-US" strike="noStrike" noProof="1" dirty="0" smtClean="0"/>
              <a:t>此处添加您的标题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112400" y="19167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1112400" y="38931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24576" y="232842"/>
            <a:ext cx="7886699" cy="717022"/>
          </a:xfrm>
        </p:spPr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6" y="1131435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6" y="1955347"/>
            <a:ext cx="3868340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4" y="1131435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4" y="1955347"/>
            <a:ext cx="3887391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2298700" y="3435350"/>
            <a:ext cx="4572000" cy="369888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52500" lnSpcReduction="20000"/>
          </a:bodyPr>
          <a:lstStyle/>
          <a:p>
            <a:pPr algn="ctr" fontAlgn="base"/>
            <a:endParaRPr lang="en-US" altLang="zh-CN" sz="2000" strike="noStrike" noProof="1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 hasCustomPrompt="1"/>
          </p:nvPr>
        </p:nvSpPr>
        <p:spPr>
          <a:xfrm>
            <a:off x="1778400" y="2322000"/>
            <a:ext cx="5659200" cy="1198800"/>
          </a:xfrm>
        </p:spPr>
        <p:txBody>
          <a:bodyPr anchor="t" anchorCtr="0">
            <a:normAutofit/>
          </a:bodyPr>
          <a:lstStyle>
            <a:lvl1pPr algn="ctr">
              <a:defRPr sz="7200" b="0">
                <a:solidFill>
                  <a:schemeClr val="accent1"/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编辑标题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741600" y="262800"/>
            <a:ext cx="7668000" cy="802800"/>
          </a:xfrm>
        </p:spPr>
        <p:txBody>
          <a:bodyPr anchor="ctr" anchorCtr="0">
            <a:normAutofit/>
          </a:bodyPr>
          <a:lstStyle>
            <a:lvl1pPr algn="ctr">
              <a:defRPr sz="3200"/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</p:nvPr>
        </p:nvSpPr>
        <p:spPr>
          <a:xfrm>
            <a:off x="2869200" y="1310400"/>
            <a:ext cx="3322800" cy="315360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r>
              <a:rPr lang="zh-CN" altLang="en-US" strike="noStrike" noProof="1" dirty="0" smtClean="0"/>
              <a:t>单击图标添加图片</a:t>
            </a:r>
            <a:endParaRPr lang="en-US" strike="noStrike" noProof="1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368000" y="4759200"/>
            <a:ext cx="6645600" cy="15624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171261" y="561073"/>
            <a:ext cx="886883" cy="5811838"/>
          </a:xfrm>
        </p:spPr>
        <p:txBody>
          <a:bodyPr vert="eaVert"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128175" y="561073"/>
            <a:ext cx="5949952" cy="5811838"/>
          </a:xfrm>
        </p:spPr>
        <p:txBody>
          <a:bodyPr vert="eaVert"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200" y="408675"/>
            <a:ext cx="7887600" cy="581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205200" y="2722180"/>
            <a:ext cx="5475600" cy="46721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 smtClean="0"/>
              <a:t>单击此处添加您的副标题</a:t>
            </a:r>
            <a:endParaRPr lang="zh-CN" altLang="en-US" strike="noStrike" noProof="1" dirty="0" smtClean="0"/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205200" y="1743075"/>
            <a:ext cx="5475600" cy="864456"/>
          </a:xfrm>
        </p:spPr>
        <p:txBody>
          <a:bodyPr>
            <a:normAutofit/>
          </a:bodyPr>
          <a:lstStyle>
            <a:lvl1pPr algn="ctr">
              <a:defRPr sz="2800" baseline="0">
                <a:ln w="3175"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单击此处添加您的标题文字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1112400" y="2217600"/>
            <a:ext cx="7002000" cy="2077200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630555" indent="-285750">
              <a:buFont typeface="Arial" panose="020B0604020202020204" pitchFamily="34" charset="0"/>
              <a:buChar char="•"/>
              <a:tabLst>
                <a:tab pos="629920" algn="l"/>
                <a:tab pos="715645" algn="l"/>
              </a:tabLst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7" name="矩形 6"/>
          <p:cNvSpPr/>
          <p:nvPr/>
        </p:nvSpPr>
        <p:spPr>
          <a:xfrm>
            <a:off x="2019300" y="3052763"/>
            <a:ext cx="5105400" cy="60483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fontAlgn="base"/>
            <a:endParaRPr lang="zh-CN" altLang="en-US" sz="2000" b="1" strike="noStrike" noProof="1" dirty="0">
              <a:solidFill>
                <a:srgbClr val="FFFFF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3201988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9" name="矩形 8"/>
          <p:cNvSpPr/>
          <p:nvPr/>
        </p:nvSpPr>
        <p:spPr>
          <a:xfrm>
            <a:off x="6867525" y="3200400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0" name="任意多边形 9"/>
          <p:cNvSpPr/>
          <p:nvPr/>
        </p:nvSpPr>
        <p:spPr>
          <a:xfrm>
            <a:off x="2019300" y="3054350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1" name="任意多边形 10"/>
          <p:cNvSpPr/>
          <p:nvPr/>
        </p:nvSpPr>
        <p:spPr>
          <a:xfrm flipH="1">
            <a:off x="6867525" y="3052763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19300" y="3052763"/>
            <a:ext cx="5105400" cy="604837"/>
          </a:xfrm>
        </p:spPr>
        <p:txBody>
          <a:bodyPr anchor="ctr" anchorCtr="0">
            <a:normAutofit/>
          </a:bodyPr>
          <a:lstStyle>
            <a:lvl1pPr algn="ctr">
              <a:defRPr sz="2000">
                <a:solidFill>
                  <a:schemeClr val="bg1"/>
                </a:solidFill>
                <a:effectLst/>
              </a:defRPr>
            </a:lvl1pPr>
          </a:lstStyle>
          <a:p>
            <a:pPr fontAlgn="auto"/>
            <a:r>
              <a:rPr lang="zh-CN" altLang="en-US" strike="noStrike" noProof="1" dirty="0" smtClean="0"/>
              <a:t>此处添加您的标题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112400" y="19167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1112400" y="38931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24576" y="232842"/>
            <a:ext cx="7886699" cy="717022"/>
          </a:xfrm>
        </p:spPr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6" y="1131435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6" y="1955347"/>
            <a:ext cx="3868340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4" y="1131435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4" y="1955347"/>
            <a:ext cx="3887391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2298700" y="3435350"/>
            <a:ext cx="4572000" cy="369888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ctr" fontAlgn="base"/>
            <a:endParaRPr lang="en-US" altLang="zh-CN" sz="2000" strike="noStrike" noProof="1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 hasCustomPrompt="1"/>
          </p:nvPr>
        </p:nvSpPr>
        <p:spPr>
          <a:xfrm>
            <a:off x="1778400" y="2322000"/>
            <a:ext cx="5659200" cy="1198800"/>
          </a:xfrm>
        </p:spPr>
        <p:txBody>
          <a:bodyPr anchor="t" anchorCtr="0">
            <a:normAutofit/>
          </a:bodyPr>
          <a:lstStyle>
            <a:lvl1pPr algn="ctr">
              <a:defRPr sz="7200" b="0">
                <a:solidFill>
                  <a:schemeClr val="accent1"/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编辑标题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741600" y="262800"/>
            <a:ext cx="7668000" cy="802800"/>
          </a:xfrm>
        </p:spPr>
        <p:txBody>
          <a:bodyPr anchor="ctr" anchorCtr="0">
            <a:normAutofit/>
          </a:bodyPr>
          <a:lstStyle>
            <a:lvl1pPr algn="ctr">
              <a:defRPr sz="3200"/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</p:nvPr>
        </p:nvSpPr>
        <p:spPr>
          <a:xfrm>
            <a:off x="2869200" y="1310400"/>
            <a:ext cx="3322800" cy="315360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r>
              <a:rPr lang="zh-CN" altLang="en-US" strike="noStrike" noProof="1" dirty="0" smtClean="0"/>
              <a:t>单击图标添加图片</a:t>
            </a:r>
            <a:endParaRPr lang="en-US" strike="noStrike" noProof="1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368000" y="4759200"/>
            <a:ext cx="6645600" cy="15624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171261" y="561073"/>
            <a:ext cx="886883" cy="5811838"/>
          </a:xfrm>
        </p:spPr>
        <p:txBody>
          <a:bodyPr vert="eaVert"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128175" y="561073"/>
            <a:ext cx="5949952" cy="5811838"/>
          </a:xfrm>
        </p:spPr>
        <p:txBody>
          <a:bodyPr vert="eaVert"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200" y="408675"/>
            <a:ext cx="7887600" cy="581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205200" y="2722180"/>
            <a:ext cx="5475600" cy="46721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 smtClean="0"/>
              <a:t>单击此处添加您的副标题</a:t>
            </a:r>
            <a:endParaRPr lang="zh-CN" altLang="en-US" strike="noStrike" noProof="1" dirty="0" smtClean="0"/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205200" y="1743075"/>
            <a:ext cx="5475600" cy="864456"/>
          </a:xfrm>
        </p:spPr>
        <p:txBody>
          <a:bodyPr>
            <a:normAutofit/>
          </a:bodyPr>
          <a:lstStyle>
            <a:lvl1pPr algn="ctr">
              <a:defRPr sz="2800" baseline="0">
                <a:ln w="3175"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单击此处添加您的标题文字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1112400" y="2217600"/>
            <a:ext cx="7002000" cy="2077200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630555" indent="-285750">
              <a:buFont typeface="Arial" panose="020B0604020202020204" pitchFamily="34" charset="0"/>
              <a:buChar char="•"/>
              <a:tabLst>
                <a:tab pos="629920" algn="l"/>
                <a:tab pos="715645" algn="l"/>
              </a:tabLst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7" name="矩形 6"/>
          <p:cNvSpPr/>
          <p:nvPr/>
        </p:nvSpPr>
        <p:spPr>
          <a:xfrm>
            <a:off x="2019300" y="3052763"/>
            <a:ext cx="5105400" cy="60483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fontAlgn="base"/>
            <a:endParaRPr lang="zh-CN" altLang="en-US" sz="2000" b="1" strike="noStrike" noProof="1" dirty="0">
              <a:solidFill>
                <a:srgbClr val="FFFFF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3201988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9" name="矩形 8"/>
          <p:cNvSpPr/>
          <p:nvPr/>
        </p:nvSpPr>
        <p:spPr>
          <a:xfrm>
            <a:off x="6867525" y="3200400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0" name="任意多边形 9"/>
          <p:cNvSpPr/>
          <p:nvPr/>
        </p:nvSpPr>
        <p:spPr>
          <a:xfrm>
            <a:off x="2019300" y="3054350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1" name="任意多边形 10"/>
          <p:cNvSpPr/>
          <p:nvPr/>
        </p:nvSpPr>
        <p:spPr>
          <a:xfrm flipH="1">
            <a:off x="6867525" y="3052763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19300" y="3052763"/>
            <a:ext cx="5105400" cy="604837"/>
          </a:xfrm>
        </p:spPr>
        <p:txBody>
          <a:bodyPr anchor="ctr" anchorCtr="0">
            <a:normAutofit/>
          </a:bodyPr>
          <a:lstStyle>
            <a:lvl1pPr algn="ctr">
              <a:defRPr sz="2000">
                <a:solidFill>
                  <a:schemeClr val="bg1"/>
                </a:solidFill>
                <a:effectLst/>
              </a:defRPr>
            </a:lvl1pPr>
          </a:lstStyle>
          <a:p>
            <a:pPr fontAlgn="auto"/>
            <a:r>
              <a:rPr lang="zh-CN" altLang="en-US" strike="noStrike" noProof="1" dirty="0" smtClean="0"/>
              <a:t>此处添加您的标题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112400" y="19167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1112400" y="38931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24576" y="232842"/>
            <a:ext cx="7886699" cy="717022"/>
          </a:xfrm>
        </p:spPr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6" y="1131435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6" y="1955347"/>
            <a:ext cx="3868340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4" y="1131435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4" y="1955347"/>
            <a:ext cx="3887391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2298700" y="3435350"/>
            <a:ext cx="4572000" cy="369888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52500" lnSpcReduction="20000"/>
          </a:bodyPr>
          <a:lstStyle/>
          <a:p>
            <a:pPr algn="ctr" fontAlgn="base"/>
            <a:endParaRPr lang="en-US" altLang="zh-CN" sz="2000" strike="noStrike" noProof="1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 hasCustomPrompt="1"/>
          </p:nvPr>
        </p:nvSpPr>
        <p:spPr>
          <a:xfrm>
            <a:off x="1778400" y="2322000"/>
            <a:ext cx="5659200" cy="1198800"/>
          </a:xfrm>
        </p:spPr>
        <p:txBody>
          <a:bodyPr anchor="t" anchorCtr="0">
            <a:normAutofit/>
          </a:bodyPr>
          <a:lstStyle>
            <a:lvl1pPr algn="ctr">
              <a:defRPr sz="7200" b="0">
                <a:solidFill>
                  <a:schemeClr val="accent1"/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编辑标题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741600" y="262800"/>
            <a:ext cx="7668000" cy="802800"/>
          </a:xfrm>
        </p:spPr>
        <p:txBody>
          <a:bodyPr anchor="ctr" anchorCtr="0">
            <a:normAutofit/>
          </a:bodyPr>
          <a:lstStyle>
            <a:lvl1pPr algn="ctr">
              <a:defRPr sz="3200"/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</p:nvPr>
        </p:nvSpPr>
        <p:spPr>
          <a:xfrm>
            <a:off x="2869200" y="1310400"/>
            <a:ext cx="3322800" cy="315360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r>
              <a:rPr lang="zh-CN" altLang="en-US" strike="noStrike" noProof="1" dirty="0" smtClean="0"/>
              <a:t>单击图标添加图片</a:t>
            </a:r>
            <a:endParaRPr lang="en-US" strike="noStrike" noProof="1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368000" y="4759200"/>
            <a:ext cx="6645600" cy="15624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171261" y="561073"/>
            <a:ext cx="886883" cy="5811838"/>
          </a:xfrm>
        </p:spPr>
        <p:txBody>
          <a:bodyPr vert="eaVert"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128175" y="561073"/>
            <a:ext cx="5949952" cy="5811838"/>
          </a:xfrm>
        </p:spPr>
        <p:txBody>
          <a:bodyPr vert="eaVert"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200" y="408675"/>
            <a:ext cx="7887600" cy="581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205200" y="2722180"/>
            <a:ext cx="5475600" cy="46721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 smtClean="0"/>
              <a:t>单击此处添加您的副标题</a:t>
            </a:r>
            <a:endParaRPr lang="zh-CN" altLang="en-US" strike="noStrike" noProof="1" dirty="0" smtClean="0"/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205200" y="1743075"/>
            <a:ext cx="5475600" cy="864456"/>
          </a:xfrm>
        </p:spPr>
        <p:txBody>
          <a:bodyPr>
            <a:normAutofit/>
          </a:bodyPr>
          <a:lstStyle>
            <a:lvl1pPr algn="ctr">
              <a:defRPr sz="2800" baseline="0">
                <a:ln w="3175"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单击此处添加您的标题文字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1112400" y="2217600"/>
            <a:ext cx="7002000" cy="2077200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630555" indent="-285750">
              <a:buFont typeface="Arial" panose="020B0604020202020204" pitchFamily="34" charset="0"/>
              <a:buChar char="•"/>
              <a:tabLst>
                <a:tab pos="629920" algn="l"/>
                <a:tab pos="715645" algn="l"/>
              </a:tabLst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7" name="矩形 6"/>
          <p:cNvSpPr/>
          <p:nvPr/>
        </p:nvSpPr>
        <p:spPr>
          <a:xfrm>
            <a:off x="2019300" y="3052763"/>
            <a:ext cx="5105400" cy="60483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fontAlgn="base"/>
            <a:endParaRPr lang="zh-CN" altLang="en-US" sz="2000" b="1" strike="noStrike" noProof="1" dirty="0">
              <a:solidFill>
                <a:srgbClr val="FFFFF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3201988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9" name="矩形 8"/>
          <p:cNvSpPr/>
          <p:nvPr/>
        </p:nvSpPr>
        <p:spPr>
          <a:xfrm>
            <a:off x="6867525" y="3200400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0" name="任意多边形 9"/>
          <p:cNvSpPr/>
          <p:nvPr/>
        </p:nvSpPr>
        <p:spPr>
          <a:xfrm>
            <a:off x="2019300" y="3054350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1" name="任意多边形 10"/>
          <p:cNvSpPr/>
          <p:nvPr/>
        </p:nvSpPr>
        <p:spPr>
          <a:xfrm flipH="1">
            <a:off x="6867525" y="3052763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19300" y="3052763"/>
            <a:ext cx="5105400" cy="604837"/>
          </a:xfrm>
        </p:spPr>
        <p:txBody>
          <a:bodyPr anchor="ctr" anchorCtr="0">
            <a:normAutofit/>
          </a:bodyPr>
          <a:lstStyle>
            <a:lvl1pPr algn="ctr">
              <a:defRPr sz="2000">
                <a:solidFill>
                  <a:schemeClr val="bg1"/>
                </a:solidFill>
                <a:effectLst/>
              </a:defRPr>
            </a:lvl1pPr>
          </a:lstStyle>
          <a:p>
            <a:pPr fontAlgn="auto"/>
            <a:r>
              <a:rPr lang="zh-CN" altLang="en-US" strike="noStrike" noProof="1" dirty="0" smtClean="0"/>
              <a:t>此处添加您的标题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112400" y="19167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1112400" y="38931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24576" y="232842"/>
            <a:ext cx="7886699" cy="717022"/>
          </a:xfrm>
        </p:spPr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6" y="1131435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6" y="1955347"/>
            <a:ext cx="3868340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4" y="1131435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4" y="1955347"/>
            <a:ext cx="3887391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2298700" y="3435350"/>
            <a:ext cx="4572000" cy="369888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52500" lnSpcReduction="20000"/>
          </a:bodyPr>
          <a:lstStyle/>
          <a:p>
            <a:pPr algn="ctr" fontAlgn="base"/>
            <a:endParaRPr lang="en-US" altLang="zh-CN" sz="2000" strike="noStrike" noProof="1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 hasCustomPrompt="1"/>
          </p:nvPr>
        </p:nvSpPr>
        <p:spPr>
          <a:xfrm>
            <a:off x="1778400" y="2322000"/>
            <a:ext cx="5659200" cy="1198800"/>
          </a:xfrm>
        </p:spPr>
        <p:txBody>
          <a:bodyPr anchor="t" anchorCtr="0">
            <a:normAutofit/>
          </a:bodyPr>
          <a:lstStyle>
            <a:lvl1pPr algn="ctr">
              <a:defRPr sz="7200" b="0">
                <a:solidFill>
                  <a:schemeClr val="accent1"/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编辑标题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741600" y="262800"/>
            <a:ext cx="7668000" cy="802800"/>
          </a:xfrm>
        </p:spPr>
        <p:txBody>
          <a:bodyPr anchor="ctr" anchorCtr="0">
            <a:normAutofit/>
          </a:bodyPr>
          <a:lstStyle>
            <a:lvl1pPr algn="ctr">
              <a:defRPr sz="3200"/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</p:nvPr>
        </p:nvSpPr>
        <p:spPr>
          <a:xfrm>
            <a:off x="2869200" y="1310400"/>
            <a:ext cx="3322800" cy="315360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r>
              <a:rPr lang="zh-CN" altLang="en-US" strike="noStrike" noProof="1" dirty="0" smtClean="0"/>
              <a:t>单击图标添加图片</a:t>
            </a:r>
            <a:endParaRPr lang="en-US" strike="noStrike" noProof="1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368000" y="4759200"/>
            <a:ext cx="6645600" cy="15624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171261" y="561073"/>
            <a:ext cx="886883" cy="5811838"/>
          </a:xfrm>
        </p:spPr>
        <p:txBody>
          <a:bodyPr vert="eaVert"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128175" y="561073"/>
            <a:ext cx="5949952" cy="5811838"/>
          </a:xfrm>
        </p:spPr>
        <p:txBody>
          <a:bodyPr vert="eaVert"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200" y="408675"/>
            <a:ext cx="7887600" cy="581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205200" y="2722180"/>
            <a:ext cx="5475600" cy="46721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 smtClean="0"/>
              <a:t>单击此处添加您的副标题</a:t>
            </a:r>
            <a:endParaRPr lang="zh-CN" altLang="en-US" strike="noStrike" noProof="1" dirty="0" smtClean="0"/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205200" y="1743075"/>
            <a:ext cx="5475600" cy="864456"/>
          </a:xfrm>
        </p:spPr>
        <p:txBody>
          <a:bodyPr>
            <a:normAutofit/>
          </a:bodyPr>
          <a:lstStyle>
            <a:lvl1pPr algn="ctr">
              <a:defRPr sz="2800" baseline="0">
                <a:ln w="3175"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单击此处添加您的标题文字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1112400" y="2217600"/>
            <a:ext cx="7002000" cy="2077200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630555" indent="-285750">
              <a:buFont typeface="Arial" panose="020B0604020202020204" pitchFamily="34" charset="0"/>
              <a:buChar char="•"/>
              <a:tabLst>
                <a:tab pos="629920" algn="l"/>
                <a:tab pos="715645" algn="l"/>
              </a:tabLst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7" name="矩形 6"/>
          <p:cNvSpPr/>
          <p:nvPr/>
        </p:nvSpPr>
        <p:spPr>
          <a:xfrm>
            <a:off x="2019300" y="3052763"/>
            <a:ext cx="5105400" cy="60483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fontAlgn="base"/>
            <a:endParaRPr lang="zh-CN" altLang="en-US" sz="2000" b="1" strike="noStrike" noProof="1" dirty="0">
              <a:solidFill>
                <a:srgbClr val="FFFFF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3201988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9" name="矩形 8"/>
          <p:cNvSpPr/>
          <p:nvPr/>
        </p:nvSpPr>
        <p:spPr>
          <a:xfrm>
            <a:off x="6867525" y="3200400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0" name="任意多边形 9"/>
          <p:cNvSpPr/>
          <p:nvPr/>
        </p:nvSpPr>
        <p:spPr>
          <a:xfrm>
            <a:off x="2019300" y="3054350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1" name="任意多边形 10"/>
          <p:cNvSpPr/>
          <p:nvPr/>
        </p:nvSpPr>
        <p:spPr>
          <a:xfrm flipH="1">
            <a:off x="6867525" y="3052763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19300" y="3052763"/>
            <a:ext cx="5105400" cy="604837"/>
          </a:xfrm>
        </p:spPr>
        <p:txBody>
          <a:bodyPr anchor="ctr" anchorCtr="0">
            <a:normAutofit/>
          </a:bodyPr>
          <a:lstStyle>
            <a:lvl1pPr algn="ctr">
              <a:defRPr sz="2000">
                <a:solidFill>
                  <a:schemeClr val="bg1"/>
                </a:solidFill>
                <a:effectLst/>
              </a:defRPr>
            </a:lvl1pPr>
          </a:lstStyle>
          <a:p>
            <a:pPr fontAlgn="auto"/>
            <a:r>
              <a:rPr lang="zh-CN" altLang="en-US" strike="noStrike" noProof="1" dirty="0" smtClean="0"/>
              <a:t>此处添加您的标题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112400" y="19167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1112400" y="38931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24576" y="232842"/>
            <a:ext cx="7886699" cy="717022"/>
          </a:xfrm>
        </p:spPr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6" y="1131435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6" y="1955347"/>
            <a:ext cx="3868340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4" y="1131435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4" y="1955347"/>
            <a:ext cx="3887391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2298700" y="3435350"/>
            <a:ext cx="4572000" cy="369888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52500" lnSpcReduction="20000"/>
          </a:bodyPr>
          <a:lstStyle/>
          <a:p>
            <a:pPr algn="ctr" fontAlgn="base"/>
            <a:endParaRPr lang="en-US" altLang="zh-CN" sz="2000" strike="noStrike" noProof="1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 hasCustomPrompt="1"/>
          </p:nvPr>
        </p:nvSpPr>
        <p:spPr>
          <a:xfrm>
            <a:off x="1778400" y="2322000"/>
            <a:ext cx="5659200" cy="1198800"/>
          </a:xfrm>
        </p:spPr>
        <p:txBody>
          <a:bodyPr anchor="t" anchorCtr="0">
            <a:normAutofit/>
          </a:bodyPr>
          <a:lstStyle>
            <a:lvl1pPr algn="ctr">
              <a:defRPr sz="7200" b="0">
                <a:solidFill>
                  <a:schemeClr val="accent1"/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编辑标题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741600" y="262800"/>
            <a:ext cx="7668000" cy="802800"/>
          </a:xfrm>
        </p:spPr>
        <p:txBody>
          <a:bodyPr anchor="ctr" anchorCtr="0">
            <a:normAutofit/>
          </a:bodyPr>
          <a:lstStyle>
            <a:lvl1pPr algn="ctr">
              <a:defRPr sz="3200"/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</p:nvPr>
        </p:nvSpPr>
        <p:spPr>
          <a:xfrm>
            <a:off x="2869200" y="1310400"/>
            <a:ext cx="3322800" cy="315360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r>
              <a:rPr lang="zh-CN" altLang="en-US" strike="noStrike" noProof="1" dirty="0" smtClean="0"/>
              <a:t>单击图标添加图片</a:t>
            </a:r>
            <a:endParaRPr lang="en-US" strike="noStrike" noProof="1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368000" y="4759200"/>
            <a:ext cx="6645600" cy="15624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171261" y="561073"/>
            <a:ext cx="886883" cy="5811838"/>
          </a:xfrm>
        </p:spPr>
        <p:txBody>
          <a:bodyPr vert="eaVert"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128175" y="561073"/>
            <a:ext cx="5949952" cy="5811838"/>
          </a:xfrm>
        </p:spPr>
        <p:txBody>
          <a:bodyPr vert="eaVert"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200" y="408675"/>
            <a:ext cx="7887600" cy="581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205200" y="2722180"/>
            <a:ext cx="5475600" cy="46721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 smtClean="0"/>
              <a:t>单击此处添加您的副标题</a:t>
            </a:r>
            <a:endParaRPr lang="zh-CN" altLang="en-US" strike="noStrike" noProof="1" dirty="0" smtClean="0"/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205200" y="1743075"/>
            <a:ext cx="5475600" cy="864456"/>
          </a:xfrm>
        </p:spPr>
        <p:txBody>
          <a:bodyPr>
            <a:normAutofit/>
          </a:bodyPr>
          <a:lstStyle>
            <a:lvl1pPr algn="ctr">
              <a:defRPr sz="2800" baseline="0">
                <a:ln w="3175"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单击此处添加您的标题文字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1112400" y="2217600"/>
            <a:ext cx="7002000" cy="2077200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630555" indent="-285750">
              <a:buFont typeface="Arial" panose="020B0604020202020204" pitchFamily="34" charset="0"/>
              <a:buChar char="•"/>
              <a:tabLst>
                <a:tab pos="629920" algn="l"/>
                <a:tab pos="715645" algn="l"/>
              </a:tabLst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7" name="矩形 6"/>
          <p:cNvSpPr/>
          <p:nvPr/>
        </p:nvSpPr>
        <p:spPr>
          <a:xfrm>
            <a:off x="2019300" y="3052763"/>
            <a:ext cx="5105400" cy="60483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fontAlgn="base"/>
            <a:endParaRPr lang="zh-CN" altLang="en-US" sz="2000" b="1" strike="noStrike" noProof="1" dirty="0">
              <a:solidFill>
                <a:srgbClr val="FFFFF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3201988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9" name="矩形 8"/>
          <p:cNvSpPr/>
          <p:nvPr/>
        </p:nvSpPr>
        <p:spPr>
          <a:xfrm>
            <a:off x="6867525" y="3200400"/>
            <a:ext cx="2276475" cy="6048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0" name="任意多边形 9"/>
          <p:cNvSpPr/>
          <p:nvPr/>
        </p:nvSpPr>
        <p:spPr>
          <a:xfrm>
            <a:off x="2019300" y="3054350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1" name="任意多边形 10"/>
          <p:cNvSpPr/>
          <p:nvPr/>
        </p:nvSpPr>
        <p:spPr>
          <a:xfrm flipH="1">
            <a:off x="6867525" y="3052763"/>
            <a:ext cx="257175" cy="752475"/>
          </a:xfrm>
          <a:custGeom>
            <a:avLst/>
            <a:gdLst>
              <a:gd name="connsiteX0" fmla="*/ 0 w 257175"/>
              <a:gd name="connsiteY0" fmla="*/ 0 h 753667"/>
              <a:gd name="connsiteX1" fmla="*/ 257175 w 257175"/>
              <a:gd name="connsiteY1" fmla="*/ 148480 h 753667"/>
              <a:gd name="connsiteX2" fmla="*/ 257175 w 257175"/>
              <a:gd name="connsiteY2" fmla="*/ 753667 h 753667"/>
              <a:gd name="connsiteX3" fmla="*/ 0 w 257175"/>
              <a:gd name="connsiteY3" fmla="*/ 605187 h 753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753667">
                <a:moveTo>
                  <a:pt x="0" y="0"/>
                </a:moveTo>
                <a:lnTo>
                  <a:pt x="257175" y="148480"/>
                </a:lnTo>
                <a:lnTo>
                  <a:pt x="257175" y="753667"/>
                </a:lnTo>
                <a:lnTo>
                  <a:pt x="0" y="6051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19300" y="3052763"/>
            <a:ext cx="5105400" cy="604837"/>
          </a:xfrm>
        </p:spPr>
        <p:txBody>
          <a:bodyPr anchor="ctr" anchorCtr="0">
            <a:normAutofit/>
          </a:bodyPr>
          <a:lstStyle>
            <a:lvl1pPr algn="ctr">
              <a:defRPr sz="2000">
                <a:solidFill>
                  <a:schemeClr val="bg1"/>
                </a:solidFill>
                <a:effectLst/>
              </a:defRPr>
            </a:lvl1pPr>
          </a:lstStyle>
          <a:p>
            <a:pPr fontAlgn="auto"/>
            <a:r>
              <a:rPr lang="zh-CN" altLang="en-US" strike="noStrike" noProof="1" dirty="0" smtClean="0"/>
              <a:t>此处添加您的标题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12400" y="1011600"/>
            <a:ext cx="7002000" cy="583200"/>
          </a:xfrm>
        </p:spPr>
        <p:txBody>
          <a:bodyPr anchor="t" anchorCtr="0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112400" y="19167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1112400" y="3893157"/>
            <a:ext cx="7002000" cy="1803308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542925" indent="-285750"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24576" y="232842"/>
            <a:ext cx="7886699" cy="717022"/>
          </a:xfrm>
        </p:spPr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6" y="1131435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6" y="1955347"/>
            <a:ext cx="3868340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4" y="1131435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4" y="1955347"/>
            <a:ext cx="3887391" cy="3684588"/>
          </a:xfrm>
        </p:spPr>
        <p:txBody>
          <a:bodyPr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2298700" y="3435350"/>
            <a:ext cx="4572000" cy="369888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52500" lnSpcReduction="20000"/>
          </a:bodyPr>
          <a:lstStyle/>
          <a:p>
            <a:pPr algn="ctr" fontAlgn="base"/>
            <a:endParaRPr lang="en-US" altLang="zh-CN" sz="2000" strike="noStrike" noProof="1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 hasCustomPrompt="1"/>
          </p:nvPr>
        </p:nvSpPr>
        <p:spPr>
          <a:xfrm>
            <a:off x="1778400" y="2322000"/>
            <a:ext cx="5659200" cy="1198800"/>
          </a:xfrm>
        </p:spPr>
        <p:txBody>
          <a:bodyPr anchor="t" anchorCtr="0">
            <a:normAutofit/>
          </a:bodyPr>
          <a:lstStyle>
            <a:lvl1pPr algn="ctr">
              <a:defRPr sz="7200" b="0">
                <a:solidFill>
                  <a:schemeClr val="accent1"/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编辑标题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/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741600" y="262800"/>
            <a:ext cx="7668000" cy="802800"/>
          </a:xfrm>
        </p:spPr>
        <p:txBody>
          <a:bodyPr anchor="ctr" anchorCtr="0">
            <a:normAutofit/>
          </a:bodyPr>
          <a:lstStyle>
            <a:lvl1pPr algn="ctr">
              <a:defRPr sz="3200"/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</p:nvPr>
        </p:nvSpPr>
        <p:spPr>
          <a:xfrm>
            <a:off x="2869200" y="1310400"/>
            <a:ext cx="3322800" cy="315360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r>
              <a:rPr lang="zh-CN" altLang="en-US" strike="noStrike" noProof="1" dirty="0" smtClean="0"/>
              <a:t>单击图标添加图片</a:t>
            </a:r>
            <a:endParaRPr lang="en-US" strike="noStrike" noProof="1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368000" y="4759200"/>
            <a:ext cx="6645600" cy="15624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171261" y="561073"/>
            <a:ext cx="886883" cy="5811838"/>
          </a:xfrm>
        </p:spPr>
        <p:txBody>
          <a:bodyPr vert="eaVert"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128175" y="561073"/>
            <a:ext cx="5949952" cy="5811838"/>
          </a:xfrm>
        </p:spPr>
        <p:txBody>
          <a:bodyPr vert="eaVert"/>
          <a:lstStyle/>
          <a:p>
            <a:pPr lvl="0" fontAlgn="auto"/>
            <a:r>
              <a:rPr lang="zh-CN" altLang="zh-CN" strike="noStrike" noProof="1" dirty="0" smtClean="0"/>
              <a:t>单击此处编辑母版文本样式</a:t>
            </a:r>
            <a:endParaRPr lang="zh-CN" altLang="zh-CN" strike="noStrike" noProof="1" dirty="0" smtClean="0"/>
          </a:p>
          <a:p>
            <a:pPr lvl="1" fontAlgn="auto"/>
            <a:r>
              <a:rPr lang="zh-CN" altLang="zh-CN" strike="noStrike" noProof="1" dirty="0" smtClean="0"/>
              <a:t>第二级</a:t>
            </a:r>
            <a:endParaRPr lang="zh-CN" altLang="zh-CN" strike="noStrike" noProof="1" dirty="0" smtClean="0"/>
          </a:p>
          <a:p>
            <a:pPr lvl="2" fontAlgn="auto"/>
            <a:r>
              <a:rPr lang="zh-CN" altLang="zh-CN" strike="noStrike" noProof="1" dirty="0" smtClean="0"/>
              <a:t>第三级</a:t>
            </a:r>
            <a:endParaRPr lang="zh-CN" altLang="zh-CN" strike="noStrike" noProof="1" dirty="0" smtClean="0"/>
          </a:p>
          <a:p>
            <a:pPr lvl="3" fontAlgn="auto"/>
            <a:r>
              <a:rPr lang="zh-CN" altLang="zh-CN" strike="noStrike" noProof="1" dirty="0" smtClean="0"/>
              <a:t>第四级</a:t>
            </a:r>
            <a:endParaRPr lang="zh-CN" altLang="zh-CN" strike="noStrike" noProof="1" dirty="0" smtClean="0"/>
          </a:p>
          <a:p>
            <a:pPr lvl="4" fontAlgn="auto"/>
            <a:r>
              <a:rPr lang="zh-CN" altLang="zh-CN" strike="noStrike" noProof="1" dirty="0" smtClean="0"/>
              <a:t>第五级</a:t>
            </a:r>
            <a:endParaRPr lang="zh-CN" altLang="zh-CN" strike="noStrike" noProof="1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200" y="408675"/>
            <a:ext cx="7887600" cy="581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auto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auto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auto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auto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3.png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3" Type="http://schemas.openxmlformats.org/officeDocument/2006/relationships/theme" Target="../theme/theme2.xml"/><Relationship Id="rId12" Type="http://schemas.openxmlformats.org/officeDocument/2006/relationships/image" Target="../media/image3.png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image" Target="../media/image3.png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.xml"/><Relationship Id="rId8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3" Type="http://schemas.openxmlformats.org/officeDocument/2006/relationships/theme" Target="../theme/theme4.xml"/><Relationship Id="rId12" Type="http://schemas.openxmlformats.org/officeDocument/2006/relationships/image" Target="../media/image3.png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1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9.xml"/><Relationship Id="rId8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2.xml"/><Relationship Id="rId13" Type="http://schemas.openxmlformats.org/officeDocument/2006/relationships/theme" Target="../theme/theme5.xml"/><Relationship Id="rId12" Type="http://schemas.openxmlformats.org/officeDocument/2006/relationships/image" Target="../media/image3.png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1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9.xml"/><Relationship Id="rId8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2.xml"/><Relationship Id="rId13" Type="http://schemas.openxmlformats.org/officeDocument/2006/relationships/theme" Target="../theme/theme6.xml"/><Relationship Id="rId12" Type="http://schemas.openxmlformats.org/officeDocument/2006/relationships/image" Target="../media/image3.png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1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67.xml"/><Relationship Id="rId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4.xml"/><Relationship Id="rId3" Type="http://schemas.openxmlformats.org/officeDocument/2006/relationships/slideLayout" Target="../slideLayouts/slideLayout63.xml"/><Relationship Id="rId2" Type="http://schemas.openxmlformats.org/officeDocument/2006/relationships/slideLayout" Target="../slideLayouts/slideLayout62.xml"/><Relationship Id="rId13" Type="http://schemas.openxmlformats.org/officeDocument/2006/relationships/theme" Target="../theme/theme7.xml"/><Relationship Id="rId12" Type="http://schemas.openxmlformats.org/officeDocument/2006/relationships/image" Target="../media/image3.png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1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9.xml"/><Relationship Id="rId8" Type="http://schemas.openxmlformats.org/officeDocument/2006/relationships/slideLayout" Target="../slideLayouts/slideLayout78.xml"/><Relationship Id="rId7" Type="http://schemas.openxmlformats.org/officeDocument/2006/relationships/slideLayout" Target="../slideLayouts/slideLayout77.xml"/><Relationship Id="rId6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5.xml"/><Relationship Id="rId4" Type="http://schemas.openxmlformats.org/officeDocument/2006/relationships/slideLayout" Target="../slideLayouts/slideLayout74.xml"/><Relationship Id="rId3" Type="http://schemas.openxmlformats.org/officeDocument/2006/relationships/slideLayout" Target="../slideLayouts/slideLayout73.xml"/><Relationship Id="rId2" Type="http://schemas.openxmlformats.org/officeDocument/2006/relationships/slideLayout" Target="../slideLayouts/slideLayout72.xml"/><Relationship Id="rId13" Type="http://schemas.openxmlformats.org/officeDocument/2006/relationships/theme" Target="../theme/theme8.xml"/><Relationship Id="rId12" Type="http://schemas.openxmlformats.org/officeDocument/2006/relationships/image" Target="../media/image3.png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1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9.xml"/><Relationship Id="rId8" Type="http://schemas.openxmlformats.org/officeDocument/2006/relationships/slideLayout" Target="../slideLayouts/slideLayout88.xml"/><Relationship Id="rId7" Type="http://schemas.openxmlformats.org/officeDocument/2006/relationships/slideLayout" Target="../slideLayouts/slideLayout87.xml"/><Relationship Id="rId6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5.xml"/><Relationship Id="rId4" Type="http://schemas.openxmlformats.org/officeDocument/2006/relationships/slideLayout" Target="../slideLayouts/slideLayout84.xml"/><Relationship Id="rId3" Type="http://schemas.openxmlformats.org/officeDocument/2006/relationships/slideLayout" Target="../slideLayouts/slideLayout83.xml"/><Relationship Id="rId2" Type="http://schemas.openxmlformats.org/officeDocument/2006/relationships/slideLayout" Target="../slideLayouts/slideLayout82.xml"/><Relationship Id="rId13" Type="http://schemas.openxmlformats.org/officeDocument/2006/relationships/theme" Target="../theme/theme9.xml"/><Relationship Id="rId12" Type="http://schemas.openxmlformats.org/officeDocument/2006/relationships/image" Target="../media/image3.png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1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9.xml"/><Relationship Id="rId8" Type="http://schemas.openxmlformats.org/officeDocument/2006/relationships/slideLayout" Target="../slideLayouts/slideLayout98.xml"/><Relationship Id="rId7" Type="http://schemas.openxmlformats.org/officeDocument/2006/relationships/slideLayout" Target="../slideLayouts/slideLayout97.xml"/><Relationship Id="rId6" Type="http://schemas.openxmlformats.org/officeDocument/2006/relationships/slideLayout" Target="../slideLayouts/slideLayout96.xml"/><Relationship Id="rId5" Type="http://schemas.openxmlformats.org/officeDocument/2006/relationships/slideLayout" Target="../slideLayouts/slideLayout95.xml"/><Relationship Id="rId4" Type="http://schemas.openxmlformats.org/officeDocument/2006/relationships/slideLayout" Target="../slideLayouts/slideLayout94.xml"/><Relationship Id="rId3" Type="http://schemas.openxmlformats.org/officeDocument/2006/relationships/slideLayout" Target="../slideLayouts/slideLayout93.xml"/><Relationship Id="rId2" Type="http://schemas.openxmlformats.org/officeDocument/2006/relationships/slideLayout" Target="../slideLayouts/slideLayout92.xml"/><Relationship Id="rId13" Type="http://schemas.openxmlformats.org/officeDocument/2006/relationships/theme" Target="../theme/theme10.xml"/><Relationship Id="rId12" Type="http://schemas.openxmlformats.org/officeDocument/2006/relationships/image" Target="../media/image3.png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91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9.xml"/><Relationship Id="rId8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102.xml"/><Relationship Id="rId13" Type="http://schemas.openxmlformats.org/officeDocument/2006/relationships/theme" Target="../theme/theme11.xml"/><Relationship Id="rId12" Type="http://schemas.openxmlformats.org/officeDocument/2006/relationships/image" Target="../media/image3.png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10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12.xml"/><Relationship Id="rId13" Type="http://schemas.openxmlformats.org/officeDocument/2006/relationships/theme" Target="../theme/theme12.xml"/><Relationship Id="rId12" Type="http://schemas.openxmlformats.org/officeDocument/2006/relationships/image" Target="../media/image3.png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1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9.xml"/><Relationship Id="rId8" Type="http://schemas.openxmlformats.org/officeDocument/2006/relationships/slideLayout" Target="../slideLayouts/slideLayout128.xml"/><Relationship Id="rId7" Type="http://schemas.openxmlformats.org/officeDocument/2006/relationships/slideLayout" Target="../slideLayouts/slideLayout127.xml"/><Relationship Id="rId6" Type="http://schemas.openxmlformats.org/officeDocument/2006/relationships/slideLayout" Target="../slideLayouts/slideLayout126.xml"/><Relationship Id="rId5" Type="http://schemas.openxmlformats.org/officeDocument/2006/relationships/slideLayout" Target="../slideLayouts/slideLayout125.xml"/><Relationship Id="rId4" Type="http://schemas.openxmlformats.org/officeDocument/2006/relationships/slideLayout" Target="../slideLayouts/slideLayout124.xml"/><Relationship Id="rId3" Type="http://schemas.openxmlformats.org/officeDocument/2006/relationships/slideLayout" Target="../slideLayouts/slideLayout123.xml"/><Relationship Id="rId2" Type="http://schemas.openxmlformats.org/officeDocument/2006/relationships/slideLayout" Target="../slideLayouts/slideLayout122.xml"/><Relationship Id="rId13" Type="http://schemas.openxmlformats.org/officeDocument/2006/relationships/theme" Target="../theme/theme13.xml"/><Relationship Id="rId12" Type="http://schemas.openxmlformats.org/officeDocument/2006/relationships/image" Target="../media/image3.png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30.xml"/><Relationship Id="rId1" Type="http://schemas.openxmlformats.org/officeDocument/2006/relationships/slideLayout" Target="../slideLayouts/slideLayout121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9.xml"/><Relationship Id="rId8" Type="http://schemas.openxmlformats.org/officeDocument/2006/relationships/slideLayout" Target="../slideLayouts/slideLayout138.xml"/><Relationship Id="rId7" Type="http://schemas.openxmlformats.org/officeDocument/2006/relationships/slideLayout" Target="../slideLayouts/slideLayout137.xml"/><Relationship Id="rId6" Type="http://schemas.openxmlformats.org/officeDocument/2006/relationships/slideLayout" Target="../slideLayouts/slideLayout136.xml"/><Relationship Id="rId5" Type="http://schemas.openxmlformats.org/officeDocument/2006/relationships/slideLayout" Target="../slideLayouts/slideLayout135.xml"/><Relationship Id="rId4" Type="http://schemas.openxmlformats.org/officeDocument/2006/relationships/slideLayout" Target="../slideLayouts/slideLayout134.xml"/><Relationship Id="rId3" Type="http://schemas.openxmlformats.org/officeDocument/2006/relationships/slideLayout" Target="../slideLayouts/slideLayout133.xml"/><Relationship Id="rId2" Type="http://schemas.openxmlformats.org/officeDocument/2006/relationships/slideLayout" Target="../slideLayouts/slideLayout132.xml"/><Relationship Id="rId13" Type="http://schemas.openxmlformats.org/officeDocument/2006/relationships/theme" Target="../theme/theme14.xml"/><Relationship Id="rId12" Type="http://schemas.openxmlformats.org/officeDocument/2006/relationships/image" Target="../media/image3.png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31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2.xml"/><Relationship Id="rId13" Type="http://schemas.openxmlformats.org/officeDocument/2006/relationships/theme" Target="../theme/theme15.xml"/><Relationship Id="rId12" Type="http://schemas.openxmlformats.org/officeDocument/2006/relationships/image" Target="../media/image3.png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50.xml"/><Relationship Id="rId1" Type="http://schemas.openxmlformats.org/officeDocument/2006/relationships/slideLayout" Target="../slideLayouts/slideLayout141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9.xml"/><Relationship Id="rId8" Type="http://schemas.openxmlformats.org/officeDocument/2006/relationships/slideLayout" Target="../slideLayouts/slideLayout158.xml"/><Relationship Id="rId7" Type="http://schemas.openxmlformats.org/officeDocument/2006/relationships/slideLayout" Target="../slideLayouts/slideLayout157.xml"/><Relationship Id="rId6" Type="http://schemas.openxmlformats.org/officeDocument/2006/relationships/slideLayout" Target="../slideLayouts/slideLayout156.xml"/><Relationship Id="rId5" Type="http://schemas.openxmlformats.org/officeDocument/2006/relationships/slideLayout" Target="../slideLayouts/slideLayout155.xml"/><Relationship Id="rId4" Type="http://schemas.openxmlformats.org/officeDocument/2006/relationships/slideLayout" Target="../slideLayouts/slideLayout154.xml"/><Relationship Id="rId3" Type="http://schemas.openxmlformats.org/officeDocument/2006/relationships/slideLayout" Target="../slideLayouts/slideLayout153.xml"/><Relationship Id="rId2" Type="http://schemas.openxmlformats.org/officeDocument/2006/relationships/slideLayout" Target="../slideLayouts/slideLayout152.xml"/><Relationship Id="rId13" Type="http://schemas.openxmlformats.org/officeDocument/2006/relationships/theme" Target="../theme/theme16.xml"/><Relationship Id="rId12" Type="http://schemas.openxmlformats.org/officeDocument/2006/relationships/image" Target="../media/image3.png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51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9.xml"/><Relationship Id="rId8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67.xml"/><Relationship Id="rId6" Type="http://schemas.openxmlformats.org/officeDocument/2006/relationships/slideLayout" Target="../slideLayouts/slideLayout166.xml"/><Relationship Id="rId5" Type="http://schemas.openxmlformats.org/officeDocument/2006/relationships/slideLayout" Target="../slideLayouts/slideLayout165.xml"/><Relationship Id="rId4" Type="http://schemas.openxmlformats.org/officeDocument/2006/relationships/slideLayout" Target="../slideLayouts/slideLayout164.xml"/><Relationship Id="rId3" Type="http://schemas.openxmlformats.org/officeDocument/2006/relationships/slideLayout" Target="../slideLayouts/slideLayout163.xml"/><Relationship Id="rId2" Type="http://schemas.openxmlformats.org/officeDocument/2006/relationships/slideLayout" Target="../slideLayouts/slideLayout162.xml"/><Relationship Id="rId13" Type="http://schemas.openxmlformats.org/officeDocument/2006/relationships/theme" Target="../theme/theme17.xml"/><Relationship Id="rId12" Type="http://schemas.openxmlformats.org/officeDocument/2006/relationships/image" Target="../media/image3.png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70.xml"/><Relationship Id="rId1" Type="http://schemas.openxmlformats.org/officeDocument/2006/relationships/slideLayout" Target="../slideLayouts/slideLayout1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图片 6"/>
          <p:cNvPicPr>
            <a:picLocks noChangeAspect="1"/>
          </p:cNvPicPr>
          <p:nvPr/>
        </p:nvPicPr>
        <p:blipFill>
          <a:blip r:embed="rId11"/>
          <a:srcRect t="78491"/>
          <a:stretch>
            <a:fillRect/>
          </a:stretch>
        </p:blipFill>
        <p:spPr>
          <a:xfrm>
            <a:off x="0" y="5383213"/>
            <a:ext cx="9144000" cy="1474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KSO_BT1"/>
          <p:cNvSpPr>
            <a:spLocks noGrp="1"/>
          </p:cNvSpPr>
          <p:nvPr>
            <p:ph type="title"/>
          </p:nvPr>
        </p:nvSpPr>
        <p:spPr>
          <a:xfrm>
            <a:off x="419100" y="161925"/>
            <a:ext cx="8291513" cy="700088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8" name="KSO_BC1"/>
          <p:cNvSpPr>
            <a:spLocks noGrp="1"/>
          </p:cNvSpPr>
          <p:nvPr>
            <p:ph type="body"/>
          </p:nvPr>
        </p:nvSpPr>
        <p:spPr>
          <a:xfrm>
            <a:off x="419100" y="1027113"/>
            <a:ext cx="8291513" cy="43561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 indent="-285750"/>
            <a:r>
              <a:rPr lang="zh-CN" altLang="zh-CN" dirty="0"/>
              <a:t>第二级</a:t>
            </a:r>
            <a:endParaRPr lang="zh-CN" altLang="zh-CN" dirty="0"/>
          </a:p>
          <a:p>
            <a:pPr lvl="2" indent="-228600"/>
            <a:r>
              <a:rPr lang="zh-CN" altLang="zh-CN" dirty="0"/>
              <a:t>第三级</a:t>
            </a:r>
            <a:endParaRPr lang="zh-CN" altLang="zh-CN" dirty="0"/>
          </a:p>
          <a:p>
            <a:pPr lvl="3" indent="-228600"/>
            <a:r>
              <a:rPr lang="zh-CN" altLang="zh-CN" dirty="0"/>
              <a:t>第四级</a:t>
            </a:r>
            <a:endParaRPr lang="zh-CN" altLang="zh-CN" dirty="0"/>
          </a:p>
          <a:p>
            <a:pPr lvl="4" indent="-228600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KSO_FD"/>
          <p:cNvSpPr>
            <a:spLocks noGrp="1"/>
          </p:cNvSpPr>
          <p:nvPr>
            <p:ph type="dt" sz="half" idx="2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KSO_FT"/>
          <p:cNvSpPr>
            <a:spLocks noGrp="1"/>
          </p:cNvSpPr>
          <p:nvPr>
            <p:ph type="ftr" sz="quarter" idx="3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8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accent1"/>
          </a:solidFill>
          <a:effectLst/>
          <a:latin typeface="Arial" panose="020B0604020202020204" pitchFamily="34" charset="0"/>
          <a:ea typeface="黑体" panose="02010609060101010101" pitchFamily="49" charset="-122"/>
          <a:cs typeface="+mj-cs"/>
        </a:defRPr>
      </a:lvl1pPr>
    </p:titleStyle>
    <p:bodyStyle>
      <a:lvl1pPr marL="357505" indent="-357505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1"/>
        </a:buClr>
        <a:buSzPct val="130000"/>
        <a:buFontTx/>
        <a:buBlip>
          <a:blip r:embed="rId12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803275" indent="-285750" algn="just" defTabSz="9144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71564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50" name="图片 6"/>
          <p:cNvPicPr>
            <a:picLocks noChangeAspect="1"/>
          </p:cNvPicPr>
          <p:nvPr/>
        </p:nvPicPr>
        <p:blipFill>
          <a:blip r:embed="rId11"/>
          <a:srcRect t="78491"/>
          <a:stretch>
            <a:fillRect/>
          </a:stretch>
        </p:blipFill>
        <p:spPr>
          <a:xfrm>
            <a:off x="0" y="5383213"/>
            <a:ext cx="9144000" cy="1474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KSO_BT1"/>
          <p:cNvSpPr>
            <a:spLocks noGrp="1"/>
          </p:cNvSpPr>
          <p:nvPr>
            <p:ph type="title"/>
          </p:nvPr>
        </p:nvSpPr>
        <p:spPr>
          <a:xfrm>
            <a:off x="419100" y="161925"/>
            <a:ext cx="8291513" cy="700088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2052" name="KSO_BC1"/>
          <p:cNvSpPr>
            <a:spLocks noGrp="1"/>
          </p:cNvSpPr>
          <p:nvPr>
            <p:ph type="body"/>
          </p:nvPr>
        </p:nvSpPr>
        <p:spPr>
          <a:xfrm>
            <a:off x="419100" y="1027113"/>
            <a:ext cx="8291513" cy="43561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 indent="-285750"/>
            <a:r>
              <a:rPr lang="zh-CN" altLang="zh-CN" dirty="0"/>
              <a:t>第二级</a:t>
            </a:r>
            <a:endParaRPr lang="zh-CN" altLang="zh-CN" dirty="0"/>
          </a:p>
          <a:p>
            <a:pPr lvl="2" indent="-228600"/>
            <a:r>
              <a:rPr lang="zh-CN" altLang="zh-CN" dirty="0"/>
              <a:t>第三级</a:t>
            </a:r>
            <a:endParaRPr lang="zh-CN" altLang="zh-CN" dirty="0"/>
          </a:p>
          <a:p>
            <a:pPr lvl="3" indent="-228600"/>
            <a:r>
              <a:rPr lang="zh-CN" altLang="zh-CN" dirty="0"/>
              <a:t>第四级</a:t>
            </a:r>
            <a:endParaRPr lang="zh-CN" altLang="zh-CN" dirty="0"/>
          </a:p>
          <a:p>
            <a:pPr lvl="4" indent="-228600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KSO_FD"/>
          <p:cNvSpPr>
            <a:spLocks noGrp="1"/>
          </p:cNvSpPr>
          <p:nvPr>
            <p:ph type="dt" sz="half" idx="2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KSO_FT"/>
          <p:cNvSpPr>
            <a:spLocks noGrp="1"/>
          </p:cNvSpPr>
          <p:nvPr>
            <p:ph type="ftr" sz="quarter" idx="3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8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accent1"/>
          </a:solidFill>
          <a:effectLst/>
          <a:latin typeface="Arial" panose="020B0604020202020204" pitchFamily="34" charset="0"/>
          <a:ea typeface="黑体" panose="02010609060101010101" pitchFamily="49" charset="-122"/>
          <a:cs typeface="+mj-cs"/>
        </a:defRPr>
      </a:lvl1pPr>
    </p:titleStyle>
    <p:bodyStyle>
      <a:lvl1pPr marL="357505" indent="-357505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1"/>
        </a:buClr>
        <a:buSzPct val="130000"/>
        <a:buFontTx/>
        <a:buBlip>
          <a:blip r:embed="rId12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803275" indent="-285750" algn="just" defTabSz="9144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71564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074" name="图片 6"/>
          <p:cNvPicPr>
            <a:picLocks noChangeAspect="1"/>
          </p:cNvPicPr>
          <p:nvPr/>
        </p:nvPicPr>
        <p:blipFill>
          <a:blip r:embed="rId11"/>
          <a:srcRect t="78491"/>
          <a:stretch>
            <a:fillRect/>
          </a:stretch>
        </p:blipFill>
        <p:spPr>
          <a:xfrm>
            <a:off x="0" y="5383213"/>
            <a:ext cx="9144000" cy="1474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5" name="KSO_BT1"/>
          <p:cNvSpPr>
            <a:spLocks noGrp="1"/>
          </p:cNvSpPr>
          <p:nvPr>
            <p:ph type="title"/>
          </p:nvPr>
        </p:nvSpPr>
        <p:spPr>
          <a:xfrm>
            <a:off x="419100" y="161925"/>
            <a:ext cx="8291513" cy="700088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3076" name="KSO_BC1"/>
          <p:cNvSpPr>
            <a:spLocks noGrp="1"/>
          </p:cNvSpPr>
          <p:nvPr>
            <p:ph type="body"/>
          </p:nvPr>
        </p:nvSpPr>
        <p:spPr>
          <a:xfrm>
            <a:off x="419100" y="1027113"/>
            <a:ext cx="8291513" cy="43561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 indent="-285750"/>
            <a:r>
              <a:rPr lang="zh-CN" altLang="zh-CN" dirty="0"/>
              <a:t>第二级</a:t>
            </a:r>
            <a:endParaRPr lang="zh-CN" altLang="zh-CN" dirty="0"/>
          </a:p>
          <a:p>
            <a:pPr lvl="2" indent="-228600"/>
            <a:r>
              <a:rPr lang="zh-CN" altLang="zh-CN" dirty="0"/>
              <a:t>第三级</a:t>
            </a:r>
            <a:endParaRPr lang="zh-CN" altLang="zh-CN" dirty="0"/>
          </a:p>
          <a:p>
            <a:pPr lvl="3" indent="-228600"/>
            <a:r>
              <a:rPr lang="zh-CN" altLang="zh-CN" dirty="0"/>
              <a:t>第四级</a:t>
            </a:r>
            <a:endParaRPr lang="zh-CN" altLang="zh-CN" dirty="0"/>
          </a:p>
          <a:p>
            <a:pPr lvl="4" indent="-228600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KSO_FD"/>
          <p:cNvSpPr>
            <a:spLocks noGrp="1"/>
          </p:cNvSpPr>
          <p:nvPr>
            <p:ph type="dt" sz="half" idx="2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KSO_FT"/>
          <p:cNvSpPr>
            <a:spLocks noGrp="1"/>
          </p:cNvSpPr>
          <p:nvPr>
            <p:ph type="ftr" sz="quarter" idx="3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8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accent1"/>
          </a:solidFill>
          <a:effectLst/>
          <a:latin typeface="Arial" panose="020B0604020202020204" pitchFamily="34" charset="0"/>
          <a:ea typeface="黑体" panose="02010609060101010101" pitchFamily="49" charset="-122"/>
          <a:cs typeface="+mj-cs"/>
        </a:defRPr>
      </a:lvl1pPr>
    </p:titleStyle>
    <p:bodyStyle>
      <a:lvl1pPr marL="357505" indent="-357505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1"/>
        </a:buClr>
        <a:buSzPct val="130000"/>
        <a:buFontTx/>
        <a:buBlip>
          <a:blip r:embed="rId12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803275" indent="-285750" algn="just" defTabSz="9144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71564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098" name="图片 6"/>
          <p:cNvPicPr>
            <a:picLocks noChangeAspect="1"/>
          </p:cNvPicPr>
          <p:nvPr/>
        </p:nvPicPr>
        <p:blipFill>
          <a:blip r:embed="rId11"/>
          <a:srcRect t="78491"/>
          <a:stretch>
            <a:fillRect/>
          </a:stretch>
        </p:blipFill>
        <p:spPr>
          <a:xfrm>
            <a:off x="0" y="5383213"/>
            <a:ext cx="9144000" cy="1474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9" name="KSO_BT1"/>
          <p:cNvSpPr>
            <a:spLocks noGrp="1"/>
          </p:cNvSpPr>
          <p:nvPr>
            <p:ph type="title"/>
          </p:nvPr>
        </p:nvSpPr>
        <p:spPr>
          <a:xfrm>
            <a:off x="419100" y="161925"/>
            <a:ext cx="8291513" cy="700088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4100" name="KSO_BC1"/>
          <p:cNvSpPr>
            <a:spLocks noGrp="1"/>
          </p:cNvSpPr>
          <p:nvPr>
            <p:ph type="body"/>
          </p:nvPr>
        </p:nvSpPr>
        <p:spPr>
          <a:xfrm>
            <a:off x="419100" y="1027113"/>
            <a:ext cx="8291513" cy="43561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 indent="-285750"/>
            <a:r>
              <a:rPr lang="zh-CN" altLang="zh-CN" dirty="0"/>
              <a:t>第二级</a:t>
            </a:r>
            <a:endParaRPr lang="zh-CN" altLang="zh-CN" dirty="0"/>
          </a:p>
          <a:p>
            <a:pPr lvl="2" indent="-228600"/>
            <a:r>
              <a:rPr lang="zh-CN" altLang="zh-CN" dirty="0"/>
              <a:t>第三级</a:t>
            </a:r>
            <a:endParaRPr lang="zh-CN" altLang="zh-CN" dirty="0"/>
          </a:p>
          <a:p>
            <a:pPr lvl="3" indent="-228600"/>
            <a:r>
              <a:rPr lang="zh-CN" altLang="zh-CN" dirty="0"/>
              <a:t>第四级</a:t>
            </a:r>
            <a:endParaRPr lang="zh-CN" altLang="zh-CN" dirty="0"/>
          </a:p>
          <a:p>
            <a:pPr lvl="4" indent="-228600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KSO_FD"/>
          <p:cNvSpPr>
            <a:spLocks noGrp="1"/>
          </p:cNvSpPr>
          <p:nvPr>
            <p:ph type="dt" sz="half" idx="2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KSO_FT"/>
          <p:cNvSpPr>
            <a:spLocks noGrp="1"/>
          </p:cNvSpPr>
          <p:nvPr>
            <p:ph type="ftr" sz="quarter" idx="3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8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accent1"/>
          </a:solidFill>
          <a:effectLst/>
          <a:latin typeface="Arial" panose="020B0604020202020204" pitchFamily="34" charset="0"/>
          <a:ea typeface="黑体" panose="02010609060101010101" pitchFamily="49" charset="-122"/>
          <a:cs typeface="+mj-cs"/>
        </a:defRPr>
      </a:lvl1pPr>
    </p:titleStyle>
    <p:bodyStyle>
      <a:lvl1pPr marL="357505" indent="-357505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1"/>
        </a:buClr>
        <a:buSzPct val="130000"/>
        <a:buFontTx/>
        <a:buBlip>
          <a:blip r:embed="rId12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803275" indent="-285750" algn="just" defTabSz="9144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71564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122" name="图片 6"/>
          <p:cNvPicPr>
            <a:picLocks noChangeAspect="1"/>
          </p:cNvPicPr>
          <p:nvPr/>
        </p:nvPicPr>
        <p:blipFill>
          <a:blip r:embed="rId11"/>
          <a:srcRect t="78491"/>
          <a:stretch>
            <a:fillRect/>
          </a:stretch>
        </p:blipFill>
        <p:spPr>
          <a:xfrm>
            <a:off x="0" y="5383213"/>
            <a:ext cx="9144000" cy="1474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3" name="KSO_BT1"/>
          <p:cNvSpPr>
            <a:spLocks noGrp="1"/>
          </p:cNvSpPr>
          <p:nvPr>
            <p:ph type="title"/>
          </p:nvPr>
        </p:nvSpPr>
        <p:spPr>
          <a:xfrm>
            <a:off x="419100" y="161925"/>
            <a:ext cx="8291513" cy="700088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5124" name="KSO_BC1"/>
          <p:cNvSpPr>
            <a:spLocks noGrp="1"/>
          </p:cNvSpPr>
          <p:nvPr>
            <p:ph type="body"/>
          </p:nvPr>
        </p:nvSpPr>
        <p:spPr>
          <a:xfrm>
            <a:off x="419100" y="1027113"/>
            <a:ext cx="8291513" cy="43561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 indent="-285750"/>
            <a:r>
              <a:rPr lang="zh-CN" altLang="zh-CN" dirty="0"/>
              <a:t>第二级</a:t>
            </a:r>
            <a:endParaRPr lang="zh-CN" altLang="zh-CN" dirty="0"/>
          </a:p>
          <a:p>
            <a:pPr lvl="2" indent="-228600"/>
            <a:r>
              <a:rPr lang="zh-CN" altLang="zh-CN" dirty="0"/>
              <a:t>第三级</a:t>
            </a:r>
            <a:endParaRPr lang="zh-CN" altLang="zh-CN" dirty="0"/>
          </a:p>
          <a:p>
            <a:pPr lvl="3" indent="-228600"/>
            <a:r>
              <a:rPr lang="zh-CN" altLang="zh-CN" dirty="0"/>
              <a:t>第四级</a:t>
            </a:r>
            <a:endParaRPr lang="zh-CN" altLang="zh-CN" dirty="0"/>
          </a:p>
          <a:p>
            <a:pPr lvl="4" indent="-228600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KSO_FD"/>
          <p:cNvSpPr>
            <a:spLocks noGrp="1"/>
          </p:cNvSpPr>
          <p:nvPr>
            <p:ph type="dt" sz="half" idx="2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KSO_FT"/>
          <p:cNvSpPr>
            <a:spLocks noGrp="1"/>
          </p:cNvSpPr>
          <p:nvPr>
            <p:ph type="ftr" sz="quarter" idx="3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8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accent1"/>
          </a:solidFill>
          <a:effectLst/>
          <a:latin typeface="Arial" panose="020B0604020202020204" pitchFamily="34" charset="0"/>
          <a:ea typeface="黑体" panose="02010609060101010101" pitchFamily="49" charset="-122"/>
          <a:cs typeface="+mj-cs"/>
        </a:defRPr>
      </a:lvl1pPr>
    </p:titleStyle>
    <p:bodyStyle>
      <a:lvl1pPr marL="357505" indent="-357505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1"/>
        </a:buClr>
        <a:buSzPct val="130000"/>
        <a:buFontTx/>
        <a:buBlip>
          <a:blip r:embed="rId12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803275" indent="-285750" algn="just" defTabSz="9144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71564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146" name="图片 6"/>
          <p:cNvPicPr>
            <a:picLocks noChangeAspect="1"/>
          </p:cNvPicPr>
          <p:nvPr/>
        </p:nvPicPr>
        <p:blipFill>
          <a:blip r:embed="rId11"/>
          <a:srcRect t="78491"/>
          <a:stretch>
            <a:fillRect/>
          </a:stretch>
        </p:blipFill>
        <p:spPr>
          <a:xfrm>
            <a:off x="0" y="5383213"/>
            <a:ext cx="9144000" cy="1474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KSO_BT1"/>
          <p:cNvSpPr>
            <a:spLocks noGrp="1"/>
          </p:cNvSpPr>
          <p:nvPr>
            <p:ph type="title"/>
          </p:nvPr>
        </p:nvSpPr>
        <p:spPr>
          <a:xfrm>
            <a:off x="419100" y="161925"/>
            <a:ext cx="8291513" cy="700088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6148" name="KSO_BC1"/>
          <p:cNvSpPr>
            <a:spLocks noGrp="1"/>
          </p:cNvSpPr>
          <p:nvPr>
            <p:ph type="body"/>
          </p:nvPr>
        </p:nvSpPr>
        <p:spPr>
          <a:xfrm>
            <a:off x="419100" y="1027113"/>
            <a:ext cx="8291513" cy="43561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 indent="-285750"/>
            <a:r>
              <a:rPr lang="zh-CN" altLang="zh-CN" dirty="0"/>
              <a:t>第二级</a:t>
            </a:r>
            <a:endParaRPr lang="zh-CN" altLang="zh-CN" dirty="0"/>
          </a:p>
          <a:p>
            <a:pPr lvl="2" indent="-228600"/>
            <a:r>
              <a:rPr lang="zh-CN" altLang="zh-CN" dirty="0"/>
              <a:t>第三级</a:t>
            </a:r>
            <a:endParaRPr lang="zh-CN" altLang="zh-CN" dirty="0"/>
          </a:p>
          <a:p>
            <a:pPr lvl="3" indent="-228600"/>
            <a:r>
              <a:rPr lang="zh-CN" altLang="zh-CN" dirty="0"/>
              <a:t>第四级</a:t>
            </a:r>
            <a:endParaRPr lang="zh-CN" altLang="zh-CN" dirty="0"/>
          </a:p>
          <a:p>
            <a:pPr lvl="4" indent="-228600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KSO_FD"/>
          <p:cNvSpPr>
            <a:spLocks noGrp="1"/>
          </p:cNvSpPr>
          <p:nvPr>
            <p:ph type="dt" sz="half" idx="2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KSO_FT"/>
          <p:cNvSpPr>
            <a:spLocks noGrp="1"/>
          </p:cNvSpPr>
          <p:nvPr>
            <p:ph type="ftr" sz="quarter" idx="3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8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accent1"/>
          </a:solidFill>
          <a:effectLst/>
          <a:latin typeface="Arial" panose="020B0604020202020204" pitchFamily="34" charset="0"/>
          <a:ea typeface="黑体" panose="02010609060101010101" pitchFamily="49" charset="-122"/>
          <a:cs typeface="+mj-cs"/>
        </a:defRPr>
      </a:lvl1pPr>
    </p:titleStyle>
    <p:bodyStyle>
      <a:lvl1pPr marL="357505" indent="-357505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1"/>
        </a:buClr>
        <a:buSzPct val="130000"/>
        <a:buFontTx/>
        <a:buBlip>
          <a:blip r:embed="rId12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803275" indent="-285750" algn="just" defTabSz="9144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71564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170" name="图片 6"/>
          <p:cNvPicPr>
            <a:picLocks noChangeAspect="1"/>
          </p:cNvPicPr>
          <p:nvPr/>
        </p:nvPicPr>
        <p:blipFill>
          <a:blip r:embed="rId11"/>
          <a:srcRect t="78491"/>
          <a:stretch>
            <a:fillRect/>
          </a:stretch>
        </p:blipFill>
        <p:spPr>
          <a:xfrm>
            <a:off x="0" y="5383213"/>
            <a:ext cx="9144000" cy="1474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1" name="KSO_BT1"/>
          <p:cNvSpPr>
            <a:spLocks noGrp="1"/>
          </p:cNvSpPr>
          <p:nvPr>
            <p:ph type="title"/>
          </p:nvPr>
        </p:nvSpPr>
        <p:spPr>
          <a:xfrm>
            <a:off x="419100" y="161925"/>
            <a:ext cx="8291513" cy="700088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7172" name="KSO_BC1"/>
          <p:cNvSpPr>
            <a:spLocks noGrp="1"/>
          </p:cNvSpPr>
          <p:nvPr>
            <p:ph type="body"/>
          </p:nvPr>
        </p:nvSpPr>
        <p:spPr>
          <a:xfrm>
            <a:off x="419100" y="1027113"/>
            <a:ext cx="8291513" cy="43561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 indent="-285750"/>
            <a:r>
              <a:rPr lang="zh-CN" altLang="zh-CN" dirty="0"/>
              <a:t>第二级</a:t>
            </a:r>
            <a:endParaRPr lang="zh-CN" altLang="zh-CN" dirty="0"/>
          </a:p>
          <a:p>
            <a:pPr lvl="2" indent="-228600"/>
            <a:r>
              <a:rPr lang="zh-CN" altLang="zh-CN" dirty="0"/>
              <a:t>第三级</a:t>
            </a:r>
            <a:endParaRPr lang="zh-CN" altLang="zh-CN" dirty="0"/>
          </a:p>
          <a:p>
            <a:pPr lvl="3" indent="-228600"/>
            <a:r>
              <a:rPr lang="zh-CN" altLang="zh-CN" dirty="0"/>
              <a:t>第四级</a:t>
            </a:r>
            <a:endParaRPr lang="zh-CN" altLang="zh-CN" dirty="0"/>
          </a:p>
          <a:p>
            <a:pPr lvl="4" indent="-228600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KSO_FD"/>
          <p:cNvSpPr>
            <a:spLocks noGrp="1"/>
          </p:cNvSpPr>
          <p:nvPr>
            <p:ph type="dt" sz="half" idx="2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KSO_FT"/>
          <p:cNvSpPr>
            <a:spLocks noGrp="1"/>
          </p:cNvSpPr>
          <p:nvPr>
            <p:ph type="ftr" sz="quarter" idx="3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8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accent1"/>
          </a:solidFill>
          <a:effectLst/>
          <a:latin typeface="Arial" panose="020B0604020202020204" pitchFamily="34" charset="0"/>
          <a:ea typeface="黑体" panose="02010609060101010101" pitchFamily="49" charset="-122"/>
          <a:cs typeface="+mj-cs"/>
        </a:defRPr>
      </a:lvl1pPr>
    </p:titleStyle>
    <p:bodyStyle>
      <a:lvl1pPr marL="357505" indent="-357505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1"/>
        </a:buClr>
        <a:buSzPct val="130000"/>
        <a:buFontTx/>
        <a:buBlip>
          <a:blip r:embed="rId12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803275" indent="-285750" algn="just" defTabSz="9144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71564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194" name="图片 6"/>
          <p:cNvPicPr>
            <a:picLocks noChangeAspect="1"/>
          </p:cNvPicPr>
          <p:nvPr/>
        </p:nvPicPr>
        <p:blipFill>
          <a:blip r:embed="rId11"/>
          <a:srcRect t="78491"/>
          <a:stretch>
            <a:fillRect/>
          </a:stretch>
        </p:blipFill>
        <p:spPr>
          <a:xfrm>
            <a:off x="0" y="5383213"/>
            <a:ext cx="9144000" cy="1474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5" name="KSO_BT1"/>
          <p:cNvSpPr>
            <a:spLocks noGrp="1"/>
          </p:cNvSpPr>
          <p:nvPr>
            <p:ph type="title"/>
          </p:nvPr>
        </p:nvSpPr>
        <p:spPr>
          <a:xfrm>
            <a:off x="419100" y="161925"/>
            <a:ext cx="8291513" cy="700088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8196" name="KSO_BC1"/>
          <p:cNvSpPr>
            <a:spLocks noGrp="1"/>
          </p:cNvSpPr>
          <p:nvPr>
            <p:ph type="body"/>
          </p:nvPr>
        </p:nvSpPr>
        <p:spPr>
          <a:xfrm>
            <a:off x="419100" y="1027113"/>
            <a:ext cx="8291513" cy="43561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 indent="-285750"/>
            <a:r>
              <a:rPr lang="zh-CN" altLang="zh-CN" dirty="0"/>
              <a:t>第二级</a:t>
            </a:r>
            <a:endParaRPr lang="zh-CN" altLang="zh-CN" dirty="0"/>
          </a:p>
          <a:p>
            <a:pPr lvl="2" indent="-228600"/>
            <a:r>
              <a:rPr lang="zh-CN" altLang="zh-CN" dirty="0"/>
              <a:t>第三级</a:t>
            </a:r>
            <a:endParaRPr lang="zh-CN" altLang="zh-CN" dirty="0"/>
          </a:p>
          <a:p>
            <a:pPr lvl="3" indent="-228600"/>
            <a:r>
              <a:rPr lang="zh-CN" altLang="zh-CN" dirty="0"/>
              <a:t>第四级</a:t>
            </a:r>
            <a:endParaRPr lang="zh-CN" altLang="zh-CN" dirty="0"/>
          </a:p>
          <a:p>
            <a:pPr lvl="4" indent="-228600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KSO_FD"/>
          <p:cNvSpPr>
            <a:spLocks noGrp="1"/>
          </p:cNvSpPr>
          <p:nvPr>
            <p:ph type="dt" sz="half" idx="2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KSO_FT"/>
          <p:cNvSpPr>
            <a:spLocks noGrp="1"/>
          </p:cNvSpPr>
          <p:nvPr>
            <p:ph type="ftr" sz="quarter" idx="3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8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accent1"/>
          </a:solidFill>
          <a:effectLst/>
          <a:latin typeface="Arial" panose="020B0604020202020204" pitchFamily="34" charset="0"/>
          <a:ea typeface="黑体" panose="02010609060101010101" pitchFamily="49" charset="-122"/>
          <a:cs typeface="+mj-cs"/>
        </a:defRPr>
      </a:lvl1pPr>
    </p:titleStyle>
    <p:bodyStyle>
      <a:lvl1pPr marL="357505" indent="-357505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1"/>
        </a:buClr>
        <a:buSzPct val="130000"/>
        <a:buFontTx/>
        <a:buBlip>
          <a:blip r:embed="rId12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803275" indent="-285750" algn="just" defTabSz="9144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71564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9218" name="图片 6"/>
          <p:cNvPicPr>
            <a:picLocks noChangeAspect="1"/>
          </p:cNvPicPr>
          <p:nvPr/>
        </p:nvPicPr>
        <p:blipFill>
          <a:blip r:embed="rId11"/>
          <a:srcRect t="78491"/>
          <a:stretch>
            <a:fillRect/>
          </a:stretch>
        </p:blipFill>
        <p:spPr>
          <a:xfrm>
            <a:off x="0" y="5383213"/>
            <a:ext cx="9144000" cy="1474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19" name="KSO_BT1"/>
          <p:cNvSpPr>
            <a:spLocks noGrp="1"/>
          </p:cNvSpPr>
          <p:nvPr>
            <p:ph type="title"/>
          </p:nvPr>
        </p:nvSpPr>
        <p:spPr>
          <a:xfrm>
            <a:off x="419100" y="161925"/>
            <a:ext cx="8291513" cy="700088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9220" name="KSO_BC1"/>
          <p:cNvSpPr>
            <a:spLocks noGrp="1"/>
          </p:cNvSpPr>
          <p:nvPr>
            <p:ph type="body"/>
          </p:nvPr>
        </p:nvSpPr>
        <p:spPr>
          <a:xfrm>
            <a:off x="419100" y="1027113"/>
            <a:ext cx="8291513" cy="43561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 indent="-285750"/>
            <a:r>
              <a:rPr lang="zh-CN" altLang="zh-CN" dirty="0"/>
              <a:t>第二级</a:t>
            </a:r>
            <a:endParaRPr lang="zh-CN" altLang="zh-CN" dirty="0"/>
          </a:p>
          <a:p>
            <a:pPr lvl="2" indent="-228600"/>
            <a:r>
              <a:rPr lang="zh-CN" altLang="zh-CN" dirty="0"/>
              <a:t>第三级</a:t>
            </a:r>
            <a:endParaRPr lang="zh-CN" altLang="zh-CN" dirty="0"/>
          </a:p>
          <a:p>
            <a:pPr lvl="3" indent="-228600"/>
            <a:r>
              <a:rPr lang="zh-CN" altLang="zh-CN" dirty="0"/>
              <a:t>第四级</a:t>
            </a:r>
            <a:endParaRPr lang="zh-CN" altLang="zh-CN" dirty="0"/>
          </a:p>
          <a:p>
            <a:pPr lvl="4" indent="-228600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KSO_FD"/>
          <p:cNvSpPr>
            <a:spLocks noGrp="1"/>
          </p:cNvSpPr>
          <p:nvPr>
            <p:ph type="dt" sz="half" idx="2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KSO_FT"/>
          <p:cNvSpPr>
            <a:spLocks noGrp="1"/>
          </p:cNvSpPr>
          <p:nvPr>
            <p:ph type="ftr" sz="quarter" idx="3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8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accent1"/>
          </a:solidFill>
          <a:effectLst/>
          <a:latin typeface="Arial" panose="020B0604020202020204" pitchFamily="34" charset="0"/>
          <a:ea typeface="黑体" panose="02010609060101010101" pitchFamily="49" charset="-122"/>
          <a:cs typeface="+mj-cs"/>
        </a:defRPr>
      </a:lvl1pPr>
    </p:titleStyle>
    <p:bodyStyle>
      <a:lvl1pPr marL="357505" indent="-357505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1"/>
        </a:buClr>
        <a:buSzPct val="130000"/>
        <a:buFontTx/>
        <a:buBlip>
          <a:blip r:embed="rId12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803275" indent="-285750" algn="just" defTabSz="9144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71564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42" name="图片 6"/>
          <p:cNvPicPr>
            <a:picLocks noChangeAspect="1"/>
          </p:cNvPicPr>
          <p:nvPr/>
        </p:nvPicPr>
        <p:blipFill>
          <a:blip r:embed="rId11"/>
          <a:srcRect t="78491"/>
          <a:stretch>
            <a:fillRect/>
          </a:stretch>
        </p:blipFill>
        <p:spPr>
          <a:xfrm>
            <a:off x="0" y="5383213"/>
            <a:ext cx="9144000" cy="1474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3" name="KSO_BT1"/>
          <p:cNvSpPr>
            <a:spLocks noGrp="1"/>
          </p:cNvSpPr>
          <p:nvPr>
            <p:ph type="title"/>
          </p:nvPr>
        </p:nvSpPr>
        <p:spPr>
          <a:xfrm>
            <a:off x="419100" y="161925"/>
            <a:ext cx="8291513" cy="700088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44" name="KSO_BC1"/>
          <p:cNvSpPr>
            <a:spLocks noGrp="1"/>
          </p:cNvSpPr>
          <p:nvPr>
            <p:ph type="body"/>
          </p:nvPr>
        </p:nvSpPr>
        <p:spPr>
          <a:xfrm>
            <a:off x="419100" y="1027113"/>
            <a:ext cx="8291513" cy="43561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 indent="-285750"/>
            <a:r>
              <a:rPr lang="zh-CN" altLang="zh-CN" dirty="0"/>
              <a:t>第二级</a:t>
            </a:r>
            <a:endParaRPr lang="zh-CN" altLang="zh-CN" dirty="0"/>
          </a:p>
          <a:p>
            <a:pPr lvl="2" indent="-228600"/>
            <a:r>
              <a:rPr lang="zh-CN" altLang="zh-CN" dirty="0"/>
              <a:t>第三级</a:t>
            </a:r>
            <a:endParaRPr lang="zh-CN" altLang="zh-CN" dirty="0"/>
          </a:p>
          <a:p>
            <a:pPr lvl="3" indent="-228600"/>
            <a:r>
              <a:rPr lang="zh-CN" altLang="zh-CN" dirty="0"/>
              <a:t>第四级</a:t>
            </a:r>
            <a:endParaRPr lang="zh-CN" altLang="zh-CN" dirty="0"/>
          </a:p>
          <a:p>
            <a:pPr lvl="4" indent="-228600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KSO_FD"/>
          <p:cNvSpPr>
            <a:spLocks noGrp="1"/>
          </p:cNvSpPr>
          <p:nvPr>
            <p:ph type="dt" sz="half" idx="2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KSO_FT"/>
          <p:cNvSpPr>
            <a:spLocks noGrp="1"/>
          </p:cNvSpPr>
          <p:nvPr>
            <p:ph type="ftr" sz="quarter" idx="3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8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accent1"/>
          </a:solidFill>
          <a:effectLst/>
          <a:latin typeface="Arial" panose="020B0604020202020204" pitchFamily="34" charset="0"/>
          <a:ea typeface="黑体" panose="02010609060101010101" pitchFamily="49" charset="-122"/>
          <a:cs typeface="+mj-cs"/>
        </a:defRPr>
      </a:lvl1pPr>
    </p:titleStyle>
    <p:bodyStyle>
      <a:lvl1pPr marL="357505" indent="-357505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1"/>
        </a:buClr>
        <a:buSzPct val="130000"/>
        <a:buFontTx/>
        <a:buBlip>
          <a:blip r:embed="rId12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803275" indent="-285750" algn="just" defTabSz="9144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71564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266" name="图片 6"/>
          <p:cNvPicPr>
            <a:picLocks noChangeAspect="1"/>
          </p:cNvPicPr>
          <p:nvPr/>
        </p:nvPicPr>
        <p:blipFill>
          <a:blip r:embed="rId11"/>
          <a:srcRect t="78491"/>
          <a:stretch>
            <a:fillRect/>
          </a:stretch>
        </p:blipFill>
        <p:spPr>
          <a:xfrm>
            <a:off x="0" y="5383213"/>
            <a:ext cx="9144000" cy="1474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7" name="KSO_BT1"/>
          <p:cNvSpPr>
            <a:spLocks noGrp="1"/>
          </p:cNvSpPr>
          <p:nvPr>
            <p:ph type="title"/>
          </p:nvPr>
        </p:nvSpPr>
        <p:spPr>
          <a:xfrm>
            <a:off x="419100" y="161925"/>
            <a:ext cx="8291513" cy="700088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1268" name="KSO_BC1"/>
          <p:cNvSpPr>
            <a:spLocks noGrp="1"/>
          </p:cNvSpPr>
          <p:nvPr>
            <p:ph type="body"/>
          </p:nvPr>
        </p:nvSpPr>
        <p:spPr>
          <a:xfrm>
            <a:off x="419100" y="1027113"/>
            <a:ext cx="8291513" cy="43561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 indent="-285750"/>
            <a:r>
              <a:rPr lang="zh-CN" altLang="zh-CN" dirty="0"/>
              <a:t>第二级</a:t>
            </a:r>
            <a:endParaRPr lang="zh-CN" altLang="zh-CN" dirty="0"/>
          </a:p>
          <a:p>
            <a:pPr lvl="2" indent="-228600"/>
            <a:r>
              <a:rPr lang="zh-CN" altLang="zh-CN" dirty="0"/>
              <a:t>第三级</a:t>
            </a:r>
            <a:endParaRPr lang="zh-CN" altLang="zh-CN" dirty="0"/>
          </a:p>
          <a:p>
            <a:pPr lvl="3" indent="-228600"/>
            <a:r>
              <a:rPr lang="zh-CN" altLang="zh-CN" dirty="0"/>
              <a:t>第四级</a:t>
            </a:r>
            <a:endParaRPr lang="zh-CN" altLang="zh-CN" dirty="0"/>
          </a:p>
          <a:p>
            <a:pPr lvl="4" indent="-228600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KSO_FD"/>
          <p:cNvSpPr>
            <a:spLocks noGrp="1"/>
          </p:cNvSpPr>
          <p:nvPr>
            <p:ph type="dt" sz="half" idx="2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KSO_FT"/>
          <p:cNvSpPr>
            <a:spLocks noGrp="1"/>
          </p:cNvSpPr>
          <p:nvPr>
            <p:ph type="ftr" sz="quarter" idx="3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8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accent1"/>
          </a:solidFill>
          <a:effectLst/>
          <a:latin typeface="Arial" panose="020B0604020202020204" pitchFamily="34" charset="0"/>
          <a:ea typeface="黑体" panose="02010609060101010101" pitchFamily="49" charset="-122"/>
          <a:cs typeface="+mj-cs"/>
        </a:defRPr>
      </a:lvl1pPr>
    </p:titleStyle>
    <p:bodyStyle>
      <a:lvl1pPr marL="357505" indent="-357505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1"/>
        </a:buClr>
        <a:buSzPct val="130000"/>
        <a:buFontTx/>
        <a:buBlip>
          <a:blip r:embed="rId12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803275" indent="-285750" algn="just" defTabSz="9144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71564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2290" name="图片 6"/>
          <p:cNvPicPr>
            <a:picLocks noChangeAspect="1"/>
          </p:cNvPicPr>
          <p:nvPr/>
        </p:nvPicPr>
        <p:blipFill>
          <a:blip r:embed="rId11"/>
          <a:srcRect t="78491"/>
          <a:stretch>
            <a:fillRect/>
          </a:stretch>
        </p:blipFill>
        <p:spPr>
          <a:xfrm>
            <a:off x="0" y="5383213"/>
            <a:ext cx="9144000" cy="1474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1" name="KSO_BT1"/>
          <p:cNvSpPr>
            <a:spLocks noGrp="1"/>
          </p:cNvSpPr>
          <p:nvPr>
            <p:ph type="title"/>
          </p:nvPr>
        </p:nvSpPr>
        <p:spPr>
          <a:xfrm>
            <a:off x="419100" y="161925"/>
            <a:ext cx="8291513" cy="700088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2292" name="KSO_BC1"/>
          <p:cNvSpPr>
            <a:spLocks noGrp="1"/>
          </p:cNvSpPr>
          <p:nvPr>
            <p:ph type="body"/>
          </p:nvPr>
        </p:nvSpPr>
        <p:spPr>
          <a:xfrm>
            <a:off x="419100" y="1027113"/>
            <a:ext cx="8291513" cy="43561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 indent="-285750"/>
            <a:r>
              <a:rPr lang="zh-CN" altLang="zh-CN" dirty="0"/>
              <a:t>第二级</a:t>
            </a:r>
            <a:endParaRPr lang="zh-CN" altLang="zh-CN" dirty="0"/>
          </a:p>
          <a:p>
            <a:pPr lvl="2" indent="-228600"/>
            <a:r>
              <a:rPr lang="zh-CN" altLang="zh-CN" dirty="0"/>
              <a:t>第三级</a:t>
            </a:r>
            <a:endParaRPr lang="zh-CN" altLang="zh-CN" dirty="0"/>
          </a:p>
          <a:p>
            <a:pPr lvl="3" indent="-228600"/>
            <a:r>
              <a:rPr lang="zh-CN" altLang="zh-CN" dirty="0"/>
              <a:t>第四级</a:t>
            </a:r>
            <a:endParaRPr lang="zh-CN" altLang="zh-CN" dirty="0"/>
          </a:p>
          <a:p>
            <a:pPr lvl="4" indent="-228600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KSO_FD"/>
          <p:cNvSpPr>
            <a:spLocks noGrp="1"/>
          </p:cNvSpPr>
          <p:nvPr>
            <p:ph type="dt" sz="half" idx="2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KSO_FT"/>
          <p:cNvSpPr>
            <a:spLocks noGrp="1"/>
          </p:cNvSpPr>
          <p:nvPr>
            <p:ph type="ftr" sz="quarter" idx="3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8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accent1"/>
          </a:solidFill>
          <a:effectLst/>
          <a:latin typeface="Arial" panose="020B0604020202020204" pitchFamily="34" charset="0"/>
          <a:ea typeface="黑体" panose="02010609060101010101" pitchFamily="49" charset="-122"/>
          <a:cs typeface="+mj-cs"/>
        </a:defRPr>
      </a:lvl1pPr>
    </p:titleStyle>
    <p:bodyStyle>
      <a:lvl1pPr marL="357505" indent="-357505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1"/>
        </a:buClr>
        <a:buSzPct val="130000"/>
        <a:buFontTx/>
        <a:buBlip>
          <a:blip r:embed="rId12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803275" indent="-285750" algn="just" defTabSz="9144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71564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3314" name="图片 6"/>
          <p:cNvPicPr>
            <a:picLocks noChangeAspect="1"/>
          </p:cNvPicPr>
          <p:nvPr/>
        </p:nvPicPr>
        <p:blipFill>
          <a:blip r:embed="rId11"/>
          <a:srcRect t="78491"/>
          <a:stretch>
            <a:fillRect/>
          </a:stretch>
        </p:blipFill>
        <p:spPr>
          <a:xfrm>
            <a:off x="0" y="5383213"/>
            <a:ext cx="9144000" cy="1474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5" name="KSO_BT1"/>
          <p:cNvSpPr>
            <a:spLocks noGrp="1"/>
          </p:cNvSpPr>
          <p:nvPr>
            <p:ph type="title"/>
          </p:nvPr>
        </p:nvSpPr>
        <p:spPr>
          <a:xfrm>
            <a:off x="419100" y="161925"/>
            <a:ext cx="8291513" cy="700088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3316" name="KSO_BC1"/>
          <p:cNvSpPr>
            <a:spLocks noGrp="1"/>
          </p:cNvSpPr>
          <p:nvPr>
            <p:ph type="body"/>
          </p:nvPr>
        </p:nvSpPr>
        <p:spPr>
          <a:xfrm>
            <a:off x="419100" y="1027113"/>
            <a:ext cx="8291513" cy="43561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 indent="-285750"/>
            <a:r>
              <a:rPr lang="zh-CN" altLang="zh-CN" dirty="0"/>
              <a:t>第二级</a:t>
            </a:r>
            <a:endParaRPr lang="zh-CN" altLang="zh-CN" dirty="0"/>
          </a:p>
          <a:p>
            <a:pPr lvl="2" indent="-228600"/>
            <a:r>
              <a:rPr lang="zh-CN" altLang="zh-CN" dirty="0"/>
              <a:t>第三级</a:t>
            </a:r>
            <a:endParaRPr lang="zh-CN" altLang="zh-CN" dirty="0"/>
          </a:p>
          <a:p>
            <a:pPr lvl="3" indent="-228600"/>
            <a:r>
              <a:rPr lang="zh-CN" altLang="zh-CN" dirty="0"/>
              <a:t>第四级</a:t>
            </a:r>
            <a:endParaRPr lang="zh-CN" altLang="zh-CN" dirty="0"/>
          </a:p>
          <a:p>
            <a:pPr lvl="4" indent="-228600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KSO_FD"/>
          <p:cNvSpPr>
            <a:spLocks noGrp="1"/>
          </p:cNvSpPr>
          <p:nvPr>
            <p:ph type="dt" sz="half" idx="2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KSO_FT"/>
          <p:cNvSpPr>
            <a:spLocks noGrp="1"/>
          </p:cNvSpPr>
          <p:nvPr>
            <p:ph type="ftr" sz="quarter" idx="3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8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accent1"/>
          </a:solidFill>
          <a:effectLst/>
          <a:latin typeface="Arial" panose="020B0604020202020204" pitchFamily="34" charset="0"/>
          <a:ea typeface="黑体" panose="02010609060101010101" pitchFamily="49" charset="-122"/>
          <a:cs typeface="+mj-cs"/>
        </a:defRPr>
      </a:lvl1pPr>
    </p:titleStyle>
    <p:bodyStyle>
      <a:lvl1pPr marL="357505" indent="-357505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1"/>
        </a:buClr>
        <a:buSzPct val="130000"/>
        <a:buFontTx/>
        <a:buBlip>
          <a:blip r:embed="rId12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803275" indent="-285750" algn="just" defTabSz="9144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71564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4338" name="图片 6"/>
          <p:cNvPicPr>
            <a:picLocks noChangeAspect="1"/>
          </p:cNvPicPr>
          <p:nvPr/>
        </p:nvPicPr>
        <p:blipFill>
          <a:blip r:embed="rId11"/>
          <a:srcRect t="78491"/>
          <a:stretch>
            <a:fillRect/>
          </a:stretch>
        </p:blipFill>
        <p:spPr>
          <a:xfrm>
            <a:off x="0" y="5383213"/>
            <a:ext cx="9144000" cy="1474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39" name="KSO_BT1"/>
          <p:cNvSpPr>
            <a:spLocks noGrp="1"/>
          </p:cNvSpPr>
          <p:nvPr>
            <p:ph type="title"/>
          </p:nvPr>
        </p:nvSpPr>
        <p:spPr>
          <a:xfrm>
            <a:off x="419100" y="161925"/>
            <a:ext cx="8291513" cy="700088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4340" name="KSO_BC1"/>
          <p:cNvSpPr>
            <a:spLocks noGrp="1"/>
          </p:cNvSpPr>
          <p:nvPr>
            <p:ph type="body"/>
          </p:nvPr>
        </p:nvSpPr>
        <p:spPr>
          <a:xfrm>
            <a:off x="419100" y="1027113"/>
            <a:ext cx="8291513" cy="43561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 indent="-285750"/>
            <a:r>
              <a:rPr lang="zh-CN" altLang="zh-CN" dirty="0"/>
              <a:t>第二级</a:t>
            </a:r>
            <a:endParaRPr lang="zh-CN" altLang="zh-CN" dirty="0"/>
          </a:p>
          <a:p>
            <a:pPr lvl="2" indent="-228600"/>
            <a:r>
              <a:rPr lang="zh-CN" altLang="zh-CN" dirty="0"/>
              <a:t>第三级</a:t>
            </a:r>
            <a:endParaRPr lang="zh-CN" altLang="zh-CN" dirty="0"/>
          </a:p>
          <a:p>
            <a:pPr lvl="3" indent="-228600"/>
            <a:r>
              <a:rPr lang="zh-CN" altLang="zh-CN" dirty="0"/>
              <a:t>第四级</a:t>
            </a:r>
            <a:endParaRPr lang="zh-CN" altLang="zh-CN" dirty="0"/>
          </a:p>
          <a:p>
            <a:pPr lvl="4" indent="-228600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KSO_FD"/>
          <p:cNvSpPr>
            <a:spLocks noGrp="1"/>
          </p:cNvSpPr>
          <p:nvPr>
            <p:ph type="dt" sz="half" idx="2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KSO_FT"/>
          <p:cNvSpPr>
            <a:spLocks noGrp="1"/>
          </p:cNvSpPr>
          <p:nvPr>
            <p:ph type="ftr" sz="quarter" idx="3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8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accent1"/>
          </a:solidFill>
          <a:effectLst/>
          <a:latin typeface="Arial" panose="020B0604020202020204" pitchFamily="34" charset="0"/>
          <a:ea typeface="黑体" panose="02010609060101010101" pitchFamily="49" charset="-122"/>
          <a:cs typeface="+mj-cs"/>
        </a:defRPr>
      </a:lvl1pPr>
    </p:titleStyle>
    <p:bodyStyle>
      <a:lvl1pPr marL="357505" indent="-357505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1"/>
        </a:buClr>
        <a:buSzPct val="130000"/>
        <a:buFontTx/>
        <a:buBlip>
          <a:blip r:embed="rId12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803275" indent="-285750" algn="just" defTabSz="9144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71564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5362" name="图片 6"/>
          <p:cNvPicPr>
            <a:picLocks noChangeAspect="1"/>
          </p:cNvPicPr>
          <p:nvPr/>
        </p:nvPicPr>
        <p:blipFill>
          <a:blip r:embed="rId11"/>
          <a:srcRect t="78491"/>
          <a:stretch>
            <a:fillRect/>
          </a:stretch>
        </p:blipFill>
        <p:spPr>
          <a:xfrm>
            <a:off x="0" y="5383213"/>
            <a:ext cx="9144000" cy="1474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63" name="KSO_BT1"/>
          <p:cNvSpPr>
            <a:spLocks noGrp="1"/>
          </p:cNvSpPr>
          <p:nvPr>
            <p:ph type="title"/>
          </p:nvPr>
        </p:nvSpPr>
        <p:spPr>
          <a:xfrm>
            <a:off x="419100" y="161925"/>
            <a:ext cx="8291513" cy="700088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5364" name="KSO_BC1"/>
          <p:cNvSpPr>
            <a:spLocks noGrp="1"/>
          </p:cNvSpPr>
          <p:nvPr>
            <p:ph type="body"/>
          </p:nvPr>
        </p:nvSpPr>
        <p:spPr>
          <a:xfrm>
            <a:off x="419100" y="1027113"/>
            <a:ext cx="8291513" cy="43561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 indent="-285750"/>
            <a:r>
              <a:rPr lang="zh-CN" altLang="zh-CN" dirty="0"/>
              <a:t>第二级</a:t>
            </a:r>
            <a:endParaRPr lang="zh-CN" altLang="zh-CN" dirty="0"/>
          </a:p>
          <a:p>
            <a:pPr lvl="2" indent="-228600"/>
            <a:r>
              <a:rPr lang="zh-CN" altLang="zh-CN" dirty="0"/>
              <a:t>第三级</a:t>
            </a:r>
            <a:endParaRPr lang="zh-CN" altLang="zh-CN" dirty="0"/>
          </a:p>
          <a:p>
            <a:pPr lvl="3" indent="-228600"/>
            <a:r>
              <a:rPr lang="zh-CN" altLang="zh-CN" dirty="0"/>
              <a:t>第四级</a:t>
            </a:r>
            <a:endParaRPr lang="zh-CN" altLang="zh-CN" dirty="0"/>
          </a:p>
          <a:p>
            <a:pPr lvl="4" indent="-228600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KSO_FD"/>
          <p:cNvSpPr>
            <a:spLocks noGrp="1"/>
          </p:cNvSpPr>
          <p:nvPr>
            <p:ph type="dt" sz="half" idx="2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KSO_FT"/>
          <p:cNvSpPr>
            <a:spLocks noGrp="1"/>
          </p:cNvSpPr>
          <p:nvPr>
            <p:ph type="ftr" sz="quarter" idx="3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8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accent1"/>
          </a:solidFill>
          <a:effectLst/>
          <a:latin typeface="Arial" panose="020B0604020202020204" pitchFamily="34" charset="0"/>
          <a:ea typeface="黑体" panose="02010609060101010101" pitchFamily="49" charset="-122"/>
          <a:cs typeface="+mj-cs"/>
        </a:defRPr>
      </a:lvl1pPr>
    </p:titleStyle>
    <p:bodyStyle>
      <a:lvl1pPr marL="357505" indent="-357505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1"/>
        </a:buClr>
        <a:buSzPct val="130000"/>
        <a:buFontTx/>
        <a:buBlip>
          <a:blip r:embed="rId12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803275" indent="-285750" algn="just" defTabSz="9144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71564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6386" name="图片 6"/>
          <p:cNvPicPr>
            <a:picLocks noChangeAspect="1"/>
          </p:cNvPicPr>
          <p:nvPr/>
        </p:nvPicPr>
        <p:blipFill>
          <a:blip r:embed="rId11"/>
          <a:srcRect t="78491"/>
          <a:stretch>
            <a:fillRect/>
          </a:stretch>
        </p:blipFill>
        <p:spPr>
          <a:xfrm>
            <a:off x="0" y="5383213"/>
            <a:ext cx="9144000" cy="1474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87" name="KSO_BT1"/>
          <p:cNvSpPr>
            <a:spLocks noGrp="1"/>
          </p:cNvSpPr>
          <p:nvPr>
            <p:ph type="title"/>
          </p:nvPr>
        </p:nvSpPr>
        <p:spPr>
          <a:xfrm>
            <a:off x="419100" y="161925"/>
            <a:ext cx="8291513" cy="700088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6388" name="KSO_BC1"/>
          <p:cNvSpPr>
            <a:spLocks noGrp="1"/>
          </p:cNvSpPr>
          <p:nvPr>
            <p:ph type="body"/>
          </p:nvPr>
        </p:nvSpPr>
        <p:spPr>
          <a:xfrm>
            <a:off x="419100" y="1027113"/>
            <a:ext cx="8291513" cy="43561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 indent="-285750"/>
            <a:r>
              <a:rPr lang="zh-CN" altLang="zh-CN" dirty="0"/>
              <a:t>第二级</a:t>
            </a:r>
            <a:endParaRPr lang="zh-CN" altLang="zh-CN" dirty="0"/>
          </a:p>
          <a:p>
            <a:pPr lvl="2" indent="-228600"/>
            <a:r>
              <a:rPr lang="zh-CN" altLang="zh-CN" dirty="0"/>
              <a:t>第三级</a:t>
            </a:r>
            <a:endParaRPr lang="zh-CN" altLang="zh-CN" dirty="0"/>
          </a:p>
          <a:p>
            <a:pPr lvl="3" indent="-228600"/>
            <a:r>
              <a:rPr lang="zh-CN" altLang="zh-CN" dirty="0"/>
              <a:t>第四级</a:t>
            </a:r>
            <a:endParaRPr lang="zh-CN" altLang="zh-CN" dirty="0"/>
          </a:p>
          <a:p>
            <a:pPr lvl="4" indent="-228600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KSO_FD"/>
          <p:cNvSpPr>
            <a:spLocks noGrp="1"/>
          </p:cNvSpPr>
          <p:nvPr>
            <p:ph type="dt" sz="half" idx="2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KSO_FT"/>
          <p:cNvSpPr>
            <a:spLocks noGrp="1"/>
          </p:cNvSpPr>
          <p:nvPr>
            <p:ph type="ftr" sz="quarter" idx="3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8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accent1"/>
          </a:solidFill>
          <a:effectLst/>
          <a:latin typeface="Arial" panose="020B0604020202020204" pitchFamily="34" charset="0"/>
          <a:ea typeface="黑体" panose="02010609060101010101" pitchFamily="49" charset="-122"/>
          <a:cs typeface="+mj-cs"/>
        </a:defRPr>
      </a:lvl1pPr>
    </p:titleStyle>
    <p:bodyStyle>
      <a:lvl1pPr marL="357505" indent="-357505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1"/>
        </a:buClr>
        <a:buSzPct val="130000"/>
        <a:buFontTx/>
        <a:buBlip>
          <a:blip r:embed="rId12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803275" indent="-285750" algn="just" defTabSz="9144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71564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410" name="图片 6"/>
          <p:cNvPicPr>
            <a:picLocks noChangeAspect="1"/>
          </p:cNvPicPr>
          <p:nvPr/>
        </p:nvPicPr>
        <p:blipFill>
          <a:blip r:embed="rId11"/>
          <a:srcRect t="78491"/>
          <a:stretch>
            <a:fillRect/>
          </a:stretch>
        </p:blipFill>
        <p:spPr>
          <a:xfrm>
            <a:off x="0" y="5383213"/>
            <a:ext cx="9144000" cy="1474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1" name="KSO_BT1"/>
          <p:cNvSpPr>
            <a:spLocks noGrp="1"/>
          </p:cNvSpPr>
          <p:nvPr>
            <p:ph type="title"/>
          </p:nvPr>
        </p:nvSpPr>
        <p:spPr>
          <a:xfrm>
            <a:off x="419100" y="161925"/>
            <a:ext cx="8291513" cy="700088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7412" name="KSO_BC1"/>
          <p:cNvSpPr>
            <a:spLocks noGrp="1"/>
          </p:cNvSpPr>
          <p:nvPr>
            <p:ph type="body"/>
          </p:nvPr>
        </p:nvSpPr>
        <p:spPr>
          <a:xfrm>
            <a:off x="419100" y="1027113"/>
            <a:ext cx="8291513" cy="43561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 indent="-285750"/>
            <a:r>
              <a:rPr lang="zh-CN" altLang="zh-CN" dirty="0"/>
              <a:t>第二级</a:t>
            </a:r>
            <a:endParaRPr lang="zh-CN" altLang="zh-CN" dirty="0"/>
          </a:p>
          <a:p>
            <a:pPr lvl="2" indent="-228600"/>
            <a:r>
              <a:rPr lang="zh-CN" altLang="zh-CN" dirty="0"/>
              <a:t>第三级</a:t>
            </a:r>
            <a:endParaRPr lang="zh-CN" altLang="zh-CN" dirty="0"/>
          </a:p>
          <a:p>
            <a:pPr lvl="3" indent="-228600"/>
            <a:r>
              <a:rPr lang="zh-CN" altLang="zh-CN" dirty="0"/>
              <a:t>第四级</a:t>
            </a:r>
            <a:endParaRPr lang="zh-CN" altLang="zh-CN" dirty="0"/>
          </a:p>
          <a:p>
            <a:pPr lvl="4" indent="-228600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KSO_FD"/>
          <p:cNvSpPr>
            <a:spLocks noGrp="1"/>
          </p:cNvSpPr>
          <p:nvPr>
            <p:ph type="dt" sz="half" idx="2"/>
          </p:nvPr>
        </p:nvSpPr>
        <p:spPr>
          <a:xfrm>
            <a:off x="6286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095331BB-5290-4B74-890F-ADE3EAA0FDB5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KSO_FT"/>
          <p:cNvSpPr>
            <a:spLocks noGrp="1"/>
          </p:cNvSpPr>
          <p:nvPr>
            <p:ph type="ftr" sz="quarter" idx="3"/>
          </p:nvPr>
        </p:nvSpPr>
        <p:spPr>
          <a:xfrm>
            <a:off x="3028950" y="6451600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8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645160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 fontAlgn="base"/>
            <a:fld id="{C6B5ED51-E834-49EC-BF25-99CF33DB10E9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accent1"/>
          </a:solidFill>
          <a:effectLst/>
          <a:latin typeface="Arial" panose="020B0604020202020204" pitchFamily="34" charset="0"/>
          <a:ea typeface="黑体" panose="02010609060101010101" pitchFamily="49" charset="-122"/>
          <a:cs typeface="+mj-cs"/>
        </a:defRPr>
      </a:lvl1pPr>
    </p:titleStyle>
    <p:bodyStyle>
      <a:lvl1pPr marL="357505" indent="-357505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1"/>
        </a:buClr>
        <a:buSzPct val="130000"/>
        <a:buFontTx/>
        <a:buBlip>
          <a:blip r:embed="rId12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803275" indent="-285750" algn="just" defTabSz="9144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71564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7.xml"/><Relationship Id="rId4" Type="http://schemas.openxmlformats.org/officeDocument/2006/relationships/tags" Target="../tags/tag6.xml"/><Relationship Id="rId3" Type="http://schemas.openxmlformats.org/officeDocument/2006/relationships/image" Target="../media/image3.png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7.xml"/><Relationship Id="rId4" Type="http://schemas.openxmlformats.org/officeDocument/2006/relationships/tags" Target="../tags/tag9.xml"/><Relationship Id="rId3" Type="http://schemas.openxmlformats.org/officeDocument/2006/relationships/image" Target="../media/image4.jpeg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37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7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0" Type="http://schemas.openxmlformats.org/officeDocument/2006/relationships/notesSlide" Target="../notesSlides/notesSlide4.xml"/><Relationship Id="rId1" Type="http://schemas.openxmlformats.org/officeDocument/2006/relationships/tags" Target="../tags/tag1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5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tags" Target="../tags/tag2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6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57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3.xml"/><Relationship Id="rId2" Type="http://schemas.openxmlformats.org/officeDocument/2006/relationships/tags" Target="../tags/tag50.xml"/><Relationship Id="rId1" Type="http://schemas.openxmlformats.org/officeDocument/2006/relationships/tags" Target="../tags/tag4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jpeg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88.xml"/><Relationship Id="rId10" Type="http://schemas.openxmlformats.org/officeDocument/2006/relationships/tags" Target="../tags/tag59.xml"/><Relationship Id="rId1" Type="http://schemas.openxmlformats.org/officeDocument/2006/relationships/tags" Target="../tags/tag5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97.xml"/><Relationship Id="rId7" Type="http://schemas.openxmlformats.org/officeDocument/2006/relationships/tags" Target="../tags/tag6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37.xml"/><Relationship Id="rId7" Type="http://schemas.openxmlformats.org/officeDocument/2006/relationships/tags" Target="../tags/tag6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47.xml"/><Relationship Id="rId7" Type="http://schemas.openxmlformats.org/officeDocument/2006/relationships/tags" Target="../tags/tag7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2" Type="http://schemas.openxmlformats.org/officeDocument/2006/relationships/notesSlide" Target="../notesSlides/notesSlide13.xml"/><Relationship Id="rId11" Type="http://schemas.openxmlformats.org/officeDocument/2006/relationships/slideLayout" Target="../slideLayouts/slideLayout168.xml"/><Relationship Id="rId10" Type="http://schemas.openxmlformats.org/officeDocument/2006/relationships/tags" Target="../tags/tag83.xml"/><Relationship Id="rId1" Type="http://schemas.openxmlformats.org/officeDocument/2006/relationships/tags" Target="../tags/tag75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02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14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26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3905" name="副标题 2"/>
          <p:cNvSpPr>
            <a:spLocks noGrp="1"/>
          </p:cNvSpPr>
          <p:nvPr>
            <p:ph type="subTitle" idx="1" hasCustomPrompt="1"/>
            <p:custDataLst>
              <p:tags r:id="rId1"/>
            </p:custDataLst>
          </p:nvPr>
        </p:nvSpPr>
        <p:spPr>
          <a:xfrm>
            <a:off x="204788" y="2722563"/>
            <a:ext cx="5475287" cy="466725"/>
          </a:xfrm>
        </p:spPr>
        <p:txBody>
          <a:bodyPr lIns="91440" tIns="45720" rIns="91440" bIns="45720" anchor="t" anchorCtr="0"/>
          <a:p>
            <a:pPr defTabSz="914400">
              <a:buSzPct val="130000"/>
              <a:buFontTx/>
              <a:buNone/>
            </a:pPr>
            <a:r>
              <a:rPr lang="zh-CN" altLang="zh-CN" kern="1200" baseline="0" dirty="0">
                <a:solidFill>
                  <a:srgbClr val="979797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沈阳节奏能源</a:t>
            </a:r>
            <a:r>
              <a:rPr lang="zh-CN" altLang="zh-CN" kern="1200" baseline="0" dirty="0">
                <a:solidFill>
                  <a:srgbClr val="979797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科技有限公司</a:t>
            </a:r>
            <a:endParaRPr lang="zh-CN" altLang="zh-CN" kern="1200" baseline="0" dirty="0">
              <a:solidFill>
                <a:srgbClr val="979797"/>
              </a:solidFill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3906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04788" y="1743075"/>
            <a:ext cx="5475287" cy="865188"/>
          </a:xfrm>
        </p:spPr>
        <p:txBody>
          <a:bodyPr lIns="91440" tIns="45720" rIns="91440" bIns="45720" anchor="b" anchorCtr="0"/>
          <a:p>
            <a:pPr defTabSz="914400">
              <a:buNone/>
            </a:pP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POWER SUBSTATION</a:t>
            </a:r>
            <a:endParaRPr lang="en-US" altLang="zh-CN" kern="1200" baseline="0" dirty="0">
              <a:latin typeface="Arial" panose="020B060402020202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23907" name="文本框 3"/>
          <p:cNvSpPr txBox="1"/>
          <p:nvPr/>
        </p:nvSpPr>
        <p:spPr>
          <a:xfrm>
            <a:off x="2659063" y="4370388"/>
            <a:ext cx="815340" cy="37084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dirty="0">
                <a:latin typeface="Arial" panose="020B0604020202020204" pitchFamily="34" charset="0"/>
                <a:ea typeface="微软雅黑" panose="020B0503020204020204" charset="-122"/>
              </a:rPr>
              <a:t>电力部  </a:t>
            </a:r>
            <a:endParaRPr lang="zh-CN" altLang="en-US" sz="140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文本框 3"/>
          <p:cNvSpPr txBox="1"/>
          <p:nvPr>
            <p:custDataLst>
              <p:tags r:id="rId1"/>
            </p:custDataLst>
          </p:nvPr>
        </p:nvSpPr>
        <p:spPr>
          <a:xfrm>
            <a:off x="457200" y="273050"/>
            <a:ext cx="8229600" cy="101282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/>
          <a:p>
            <a:pPr>
              <a:lnSpc>
                <a:spcPct val="90000"/>
              </a:lnSpc>
            </a:pPr>
            <a:r>
              <a:rPr lang="zh-CN" altLang="en-US" sz="3200" b="1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简述</a:t>
            </a:r>
            <a:endParaRPr lang="zh-CN" altLang="en-US" sz="3200" b="1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457200" y="1601788"/>
            <a:ext cx="8229600" cy="4968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505" indent="-357505" algn="just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130000"/>
              <a:buFontTx/>
              <a:buBlip>
                <a:blip r:embed="rId3"/>
              </a:buBlip>
              <a:defRPr sz="2400" baseline="0">
                <a:solidFill>
                  <a:schemeClr val="tx2"/>
                </a:solidFill>
              </a:defRPr>
            </a:lvl1pPr>
            <a:lvl2pPr marL="803275" indent="-285750" algn="just">
              <a:spcBef>
                <a:spcPts val="0"/>
              </a:spcBef>
              <a:spcAft>
                <a:spcPts val="0"/>
              </a:spcAft>
              <a:buClr>
                <a:schemeClr val="tx1">
                  <a:lumMod val="50000"/>
                </a:schemeClr>
              </a:buClr>
              <a:buFont typeface="Arial" panose="020B0604020202020204" pitchFamily="34" charset="0"/>
              <a:buChar char="•"/>
              <a:tabLst>
                <a:tab pos="715645" algn="l"/>
              </a:tabLst>
              <a:defRPr sz="2000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>
                    <a:lumMod val="50000"/>
                  </a:schemeClr>
                </a:solidFill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>
                    <a:lumMod val="50000"/>
                  </a:schemeClr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>
                    <a:lumMod val="50000"/>
                  </a:schemeClr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fontAlgn="base"/>
            <a:r>
              <a:rPr lang="zh-CN" altLang="en-US" sz="20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定义：</a:t>
            </a:r>
            <a:r>
              <a:rPr lang="zh-CN" altLang="en-US" sz="20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变电站，</a:t>
            </a:r>
            <a:r>
              <a:rPr lang="zh-CN" altLang="en-US" sz="20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改变电压的场所，是电力系统中变换电压、接受和分配电能、控制电力的流向和调整电压的电力设施，它通过其变压器将各级电压的电网联系起来。</a:t>
            </a:r>
            <a:endParaRPr lang="zh-CN" altLang="en-US" sz="2000" strike="noStrike" noProof="1" dirty="0"/>
          </a:p>
          <a:p>
            <a:pPr fontAlgn="base"/>
            <a:r>
              <a:rPr lang="zh-CN" altLang="en-US" sz="20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分类：枢纽变电站、终端变电站；升压变电站、降压变电站；电力系统的变电站、工矿变电站、铁路变电站(27.5kV、50Hz）；1000kV、750kV、500kV、330kV、220kV、110kV、66kV、35kV、10kV、6.3kV等电压等级的变电站；10kV变电所；箱式变电站。</a:t>
            </a:r>
            <a:endParaRPr lang="zh-CN" altLang="en-US" sz="2000" strike="noStrike" noProof="1" dirty="0"/>
          </a:p>
          <a:p>
            <a:pPr fontAlgn="base"/>
            <a:r>
              <a:rPr lang="zh-CN" altLang="en-US" sz="20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主要组成设备：变压器，互感器，开关设备以及防雷设备</a:t>
            </a:r>
            <a:endParaRPr lang="zh-CN" altLang="en-US" sz="2000" strike="noStrike" noProof="1" dirty="0"/>
          </a:p>
          <a:p>
            <a:pPr fontAlgn="base"/>
            <a:r>
              <a:rPr lang="zh-CN" altLang="en-US" sz="20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作用：变电站（SUBSTATION）是把一些设备组装起来，用以切断或接通、改变或者调整电压，在电力系统中，变电站是输电和配电的集结点。</a:t>
            </a:r>
            <a:endParaRPr lang="zh-CN" altLang="en-US" sz="2000" strike="noStrike" noProof="1" dirty="0"/>
          </a:p>
          <a:p>
            <a:pPr marL="0" indent="0" fontAlgn="base">
              <a:buNone/>
            </a:pPr>
            <a:endParaRPr lang="zh-CN" altLang="en-US" sz="2000" strike="noStrike" noProof="1" dirty="0"/>
          </a:p>
          <a:p>
            <a:pPr fontAlgn="base"/>
            <a:endParaRPr lang="zh-CN" altLang="en-US" sz="2000" strike="noStrike" noProof="1" dirty="0"/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977" name="文本框 1"/>
          <p:cNvSpPr txBox="1"/>
          <p:nvPr>
            <p:custDataLst>
              <p:tags r:id="rId1"/>
            </p:custDataLst>
          </p:nvPr>
        </p:nvSpPr>
        <p:spPr>
          <a:xfrm>
            <a:off x="630238" y="317500"/>
            <a:ext cx="7883525" cy="773113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 anchorCtr="0"/>
          <a:p>
            <a:r>
              <a:rPr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SUBSTATION</a:t>
            </a:r>
            <a:endParaRPr lang="zh-CN" altLang="en-US" sz="3200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26978" name="文本框 2"/>
          <p:cNvSpPr txBox="1"/>
          <p:nvPr>
            <p:custDataLst>
              <p:tags r:id="rId2"/>
            </p:custDataLst>
          </p:nvPr>
        </p:nvSpPr>
        <p:spPr>
          <a:xfrm>
            <a:off x="630238" y="5934075"/>
            <a:ext cx="7883525" cy="5969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/>
          <a:p>
            <a:pPr algn="ctr">
              <a:lnSpc>
                <a:spcPct val="90000"/>
              </a:lnSpc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69kv </a:t>
            </a:r>
            <a:r>
              <a:rPr lang="zh-CN" altLang="en-US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变电站</a:t>
            </a:r>
            <a:endParaRPr lang="zh-CN" altLang="en-US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90000"/>
              </a:lnSpc>
            </a:pPr>
            <a:endParaRPr lang="zh-CN" altLang="en-US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26979" name="图片 4" descr="HTB1QgUSKFXXXXa6XVXXq6xXFXXXw.jpg__wps图片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273175"/>
            <a:ext cx="5969000" cy="4478338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 rot="16200000">
            <a:off x="70644" y="2907506"/>
            <a:ext cx="2568575" cy="954088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strike="noStrike" spc="400" noProof="1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变电设备</a:t>
            </a:r>
            <a:endParaRPr lang="zh-CN" altLang="en-US" sz="2800" b="1" strike="noStrike" spc="400" noProof="1" smtClean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9026" name="组合 7"/>
          <p:cNvGrpSpPr/>
          <p:nvPr/>
        </p:nvGrpSpPr>
        <p:grpSpPr>
          <a:xfrm>
            <a:off x="2578100" y="2949575"/>
            <a:ext cx="5805488" cy="708025"/>
            <a:chOff x="2525713" y="367243"/>
            <a:chExt cx="5475287" cy="668337"/>
          </a:xfrm>
        </p:grpSpPr>
        <p:sp>
          <p:nvSpPr>
            <p:cNvPr id="9" name="矩形 3"/>
            <p:cNvSpPr/>
            <p:nvPr>
              <p:custDataLst>
                <p:tags r:id="rId2"/>
              </p:custDataLst>
            </p:nvPr>
          </p:nvSpPr>
          <p:spPr>
            <a:xfrm>
              <a:off x="2525713" y="367243"/>
              <a:ext cx="234950" cy="668337"/>
            </a:xfrm>
            <a:custGeom>
              <a:avLst/>
              <a:gdLst>
                <a:gd name="connsiteX0" fmla="*/ 0 w 235132"/>
                <a:gd name="connsiteY0" fmla="*/ 0 h 496389"/>
                <a:gd name="connsiteX1" fmla="*/ 235132 w 235132"/>
                <a:gd name="connsiteY1" fmla="*/ 0 h 496389"/>
                <a:gd name="connsiteX2" fmla="*/ 235132 w 235132"/>
                <a:gd name="connsiteY2" fmla="*/ 496389 h 496389"/>
                <a:gd name="connsiteX3" fmla="*/ 0 w 235132"/>
                <a:gd name="connsiteY3" fmla="*/ 496389 h 496389"/>
                <a:gd name="connsiteX4" fmla="*/ 0 w 235132"/>
                <a:gd name="connsiteY4" fmla="*/ 0 h 496389"/>
                <a:gd name="connsiteX0-1" fmla="*/ 0 w 243840"/>
                <a:gd name="connsiteY0-2" fmla="*/ 0 h 566058"/>
                <a:gd name="connsiteX1-3" fmla="*/ 235132 w 243840"/>
                <a:gd name="connsiteY1-4" fmla="*/ 0 h 566058"/>
                <a:gd name="connsiteX2-5" fmla="*/ 243840 w 243840"/>
                <a:gd name="connsiteY2-6" fmla="*/ 566058 h 566058"/>
                <a:gd name="connsiteX3-7" fmla="*/ 0 w 243840"/>
                <a:gd name="connsiteY3-8" fmla="*/ 496389 h 566058"/>
                <a:gd name="connsiteX4-9" fmla="*/ 0 w 243840"/>
                <a:gd name="connsiteY4-10" fmla="*/ 0 h 566058"/>
                <a:gd name="connsiteX0-11" fmla="*/ 0 w 235132"/>
                <a:gd name="connsiteY0-12" fmla="*/ 0 h 637965"/>
                <a:gd name="connsiteX1-13" fmla="*/ 235132 w 235132"/>
                <a:gd name="connsiteY1-14" fmla="*/ 0 h 637965"/>
                <a:gd name="connsiteX2-15" fmla="*/ 235131 w 235132"/>
                <a:gd name="connsiteY2-16" fmla="*/ 637965 h 637965"/>
                <a:gd name="connsiteX3-17" fmla="*/ 0 w 235132"/>
                <a:gd name="connsiteY3-18" fmla="*/ 496389 h 637965"/>
                <a:gd name="connsiteX4-19" fmla="*/ 0 w 235132"/>
                <a:gd name="connsiteY4-20" fmla="*/ 0 h 637965"/>
              </a:gdLst>
              <a:ahLst/>
              <a:cxnLst>
                <a:cxn ang="0">
                  <a:pos x="connsiteX0-11" y="connsiteY0-12"/>
                </a:cxn>
                <a:cxn ang="0">
                  <a:pos x="connsiteX1-13" y="connsiteY1-14"/>
                </a:cxn>
                <a:cxn ang="0">
                  <a:pos x="connsiteX2-15" y="connsiteY2-16"/>
                </a:cxn>
                <a:cxn ang="0">
                  <a:pos x="connsiteX3-17" y="connsiteY3-18"/>
                </a:cxn>
                <a:cxn ang="0">
                  <a:pos x="connsiteX4-19" y="connsiteY4-20"/>
                </a:cxn>
              </a:cxnLst>
              <a:rect l="l" t="t" r="r" b="b"/>
              <a:pathLst>
                <a:path w="235132" h="637965">
                  <a:moveTo>
                    <a:pt x="0" y="0"/>
                  </a:moveTo>
                  <a:lnTo>
                    <a:pt x="235132" y="0"/>
                  </a:lnTo>
                  <a:cubicBezTo>
                    <a:pt x="235132" y="212655"/>
                    <a:pt x="235131" y="425310"/>
                    <a:pt x="235131" y="637965"/>
                  </a:cubicBezTo>
                  <a:lnTo>
                    <a:pt x="0" y="496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rmAutofit/>
            </a:bodyPr>
            <a:lstStyle/>
            <a:p>
              <a:pPr algn="ctr" eaLnBrk="1" fontAlgn="base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strike="noStrike" noProof="1"/>
            </a:p>
          </p:txBody>
        </p:sp>
        <p:sp>
          <p:nvSpPr>
            <p:cNvPr id="10" name="矩形 9"/>
            <p:cNvSpPr/>
            <p:nvPr>
              <p:custDataLst>
                <p:tags r:id="rId3"/>
              </p:custDataLst>
            </p:nvPr>
          </p:nvSpPr>
          <p:spPr>
            <a:xfrm>
              <a:off x="2525713" y="367243"/>
              <a:ext cx="5475287" cy="514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48000" tIns="36000" rIns="36000" bIns="108000" anchor="ctr">
              <a:normAutofit/>
            </a:bodyPr>
            <a:lstStyle/>
            <a:p>
              <a:pPr eaLnBrk="1" fontAlgn="base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da-DK" sz="1800" strike="noStrike" noProof="1" dirty="0" smtClean="0">
                  <a:solidFill>
                    <a:srgbClr val="FFFFFF"/>
                  </a:solidFill>
                </a:rPr>
                <a:t>Power Transformer</a:t>
              </a:r>
              <a:endParaRPr lang="en-US" altLang="da-DK" sz="1800" strike="noStrike" noProof="1" dirty="0" smtClean="0">
                <a:solidFill>
                  <a:srgbClr val="FFFFFF"/>
                </a:solidFill>
              </a:endParaRPr>
            </a:p>
          </p:txBody>
        </p:sp>
        <p:sp>
          <p:nvSpPr>
            <p:cNvPr id="129029" name="文本框 30"/>
            <p:cNvSpPr txBox="1"/>
            <p:nvPr>
              <p:custDataLst>
                <p:tags r:id="rId4"/>
              </p:custDataLst>
            </p:nvPr>
          </p:nvSpPr>
          <p:spPr>
            <a:xfrm>
              <a:off x="2760663" y="440268"/>
              <a:ext cx="450850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rIns="0" anchor="ctr" anchorCtr="0"/>
            <a:p>
              <a:r>
                <a:rPr lang="en-US" altLang="zh-CN" dirty="0">
                  <a:solidFill>
                    <a:srgbClr val="FFFF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01</a:t>
              </a:r>
              <a:endParaRPr lang="zh-CN" altLang="en-US" dirty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 rot="16200000">
            <a:off x="70644" y="2907506"/>
            <a:ext cx="2568575" cy="954088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strike="noStrike" spc="400" noProof="1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互感器</a:t>
            </a:r>
            <a:endParaRPr lang="zh-CN" altLang="en-US" sz="2800" b="1" strike="noStrike" spc="400" noProof="1" smtClean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31074" name="组合 19"/>
          <p:cNvGrpSpPr/>
          <p:nvPr/>
        </p:nvGrpSpPr>
        <p:grpSpPr>
          <a:xfrm>
            <a:off x="2578100" y="2176463"/>
            <a:ext cx="5805488" cy="708025"/>
            <a:chOff x="2525713" y="367243"/>
            <a:chExt cx="5475287" cy="668337"/>
          </a:xfrm>
        </p:grpSpPr>
        <p:sp>
          <p:nvSpPr>
            <p:cNvPr id="21" name="矩形 3"/>
            <p:cNvSpPr/>
            <p:nvPr>
              <p:custDataLst>
                <p:tags r:id="rId2"/>
              </p:custDataLst>
            </p:nvPr>
          </p:nvSpPr>
          <p:spPr>
            <a:xfrm>
              <a:off x="2525713" y="367243"/>
              <a:ext cx="234950" cy="668337"/>
            </a:xfrm>
            <a:custGeom>
              <a:avLst/>
              <a:gdLst>
                <a:gd name="connsiteX0" fmla="*/ 0 w 235132"/>
                <a:gd name="connsiteY0" fmla="*/ 0 h 496389"/>
                <a:gd name="connsiteX1" fmla="*/ 235132 w 235132"/>
                <a:gd name="connsiteY1" fmla="*/ 0 h 496389"/>
                <a:gd name="connsiteX2" fmla="*/ 235132 w 235132"/>
                <a:gd name="connsiteY2" fmla="*/ 496389 h 496389"/>
                <a:gd name="connsiteX3" fmla="*/ 0 w 235132"/>
                <a:gd name="connsiteY3" fmla="*/ 496389 h 496389"/>
                <a:gd name="connsiteX4" fmla="*/ 0 w 235132"/>
                <a:gd name="connsiteY4" fmla="*/ 0 h 496389"/>
                <a:gd name="connsiteX0-1" fmla="*/ 0 w 243840"/>
                <a:gd name="connsiteY0-2" fmla="*/ 0 h 566058"/>
                <a:gd name="connsiteX1-3" fmla="*/ 235132 w 243840"/>
                <a:gd name="connsiteY1-4" fmla="*/ 0 h 566058"/>
                <a:gd name="connsiteX2-5" fmla="*/ 243840 w 243840"/>
                <a:gd name="connsiteY2-6" fmla="*/ 566058 h 566058"/>
                <a:gd name="connsiteX3-7" fmla="*/ 0 w 243840"/>
                <a:gd name="connsiteY3-8" fmla="*/ 496389 h 566058"/>
                <a:gd name="connsiteX4-9" fmla="*/ 0 w 243840"/>
                <a:gd name="connsiteY4-10" fmla="*/ 0 h 566058"/>
                <a:gd name="connsiteX0-11" fmla="*/ 0 w 235132"/>
                <a:gd name="connsiteY0-12" fmla="*/ 0 h 637965"/>
                <a:gd name="connsiteX1-13" fmla="*/ 235132 w 235132"/>
                <a:gd name="connsiteY1-14" fmla="*/ 0 h 637965"/>
                <a:gd name="connsiteX2-15" fmla="*/ 235131 w 235132"/>
                <a:gd name="connsiteY2-16" fmla="*/ 637965 h 637965"/>
                <a:gd name="connsiteX3-17" fmla="*/ 0 w 235132"/>
                <a:gd name="connsiteY3-18" fmla="*/ 496389 h 637965"/>
                <a:gd name="connsiteX4-19" fmla="*/ 0 w 235132"/>
                <a:gd name="connsiteY4-20" fmla="*/ 0 h 637965"/>
              </a:gdLst>
              <a:ahLst/>
              <a:cxnLst>
                <a:cxn ang="0">
                  <a:pos x="connsiteX0-11" y="connsiteY0-12"/>
                </a:cxn>
                <a:cxn ang="0">
                  <a:pos x="connsiteX1-13" y="connsiteY1-14"/>
                </a:cxn>
                <a:cxn ang="0">
                  <a:pos x="connsiteX2-15" y="connsiteY2-16"/>
                </a:cxn>
                <a:cxn ang="0">
                  <a:pos x="connsiteX3-17" y="connsiteY3-18"/>
                </a:cxn>
                <a:cxn ang="0">
                  <a:pos x="connsiteX4-19" y="connsiteY4-20"/>
                </a:cxn>
              </a:cxnLst>
              <a:rect l="l" t="t" r="r" b="b"/>
              <a:pathLst>
                <a:path w="235132" h="637965">
                  <a:moveTo>
                    <a:pt x="0" y="0"/>
                  </a:moveTo>
                  <a:lnTo>
                    <a:pt x="235132" y="0"/>
                  </a:lnTo>
                  <a:cubicBezTo>
                    <a:pt x="235132" y="212655"/>
                    <a:pt x="235131" y="425310"/>
                    <a:pt x="235131" y="637965"/>
                  </a:cubicBezTo>
                  <a:lnTo>
                    <a:pt x="0" y="496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rmAutofit/>
            </a:bodyPr>
            <a:lstStyle/>
            <a:p>
              <a:pPr algn="ctr" eaLnBrk="1" fontAlgn="base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strike="noStrike" noProof="1"/>
            </a:p>
          </p:txBody>
        </p:sp>
        <p:sp>
          <p:nvSpPr>
            <p:cNvPr id="22" name="矩形 21"/>
            <p:cNvSpPr/>
            <p:nvPr>
              <p:custDataLst>
                <p:tags r:id="rId3"/>
              </p:custDataLst>
            </p:nvPr>
          </p:nvSpPr>
          <p:spPr>
            <a:xfrm>
              <a:off x="2525713" y="367243"/>
              <a:ext cx="5475287" cy="514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48000" tIns="36000" rIns="36000" bIns="108000" anchor="ctr">
              <a:normAutofit/>
            </a:bodyPr>
            <a:lstStyle/>
            <a:p>
              <a:pPr eaLnBrk="1" fontAlgn="base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da-DK" sz="1800" strike="noStrike" noProof="1" dirty="0" smtClean="0">
                  <a:solidFill>
                    <a:srgbClr val="FFFFFF"/>
                  </a:solidFill>
                </a:rPr>
                <a:t>Current Transformer</a:t>
              </a:r>
              <a:endParaRPr lang="en-US" altLang="da-DK" sz="1800" strike="noStrike" noProof="1" dirty="0" smtClean="0">
                <a:solidFill>
                  <a:srgbClr val="FFFFFF"/>
                </a:solidFill>
              </a:endParaRPr>
            </a:p>
          </p:txBody>
        </p:sp>
        <p:sp>
          <p:nvSpPr>
            <p:cNvPr id="131077" name="文本框 30"/>
            <p:cNvSpPr txBox="1"/>
            <p:nvPr>
              <p:custDataLst>
                <p:tags r:id="rId4"/>
              </p:custDataLst>
            </p:nvPr>
          </p:nvSpPr>
          <p:spPr>
            <a:xfrm>
              <a:off x="2760663" y="440268"/>
              <a:ext cx="450850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rIns="0" anchor="ctr" anchorCtr="0"/>
            <a:p>
              <a:r>
                <a:rPr lang="en-US" altLang="zh-CN" dirty="0">
                  <a:solidFill>
                    <a:srgbClr val="FFFF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01</a:t>
              </a:r>
              <a:endParaRPr lang="zh-CN" altLang="en-US" dirty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131078" name="组合 23"/>
          <p:cNvGrpSpPr/>
          <p:nvPr/>
        </p:nvGrpSpPr>
        <p:grpSpPr>
          <a:xfrm>
            <a:off x="2578100" y="4332288"/>
            <a:ext cx="5805488" cy="708025"/>
            <a:chOff x="2525713" y="1326410"/>
            <a:chExt cx="5475287" cy="668337"/>
          </a:xfrm>
        </p:grpSpPr>
        <p:sp>
          <p:nvSpPr>
            <p:cNvPr id="27" name="矩形 3"/>
            <p:cNvSpPr/>
            <p:nvPr>
              <p:custDataLst>
                <p:tags r:id="rId5"/>
              </p:custDataLst>
            </p:nvPr>
          </p:nvSpPr>
          <p:spPr>
            <a:xfrm>
              <a:off x="2525713" y="1326410"/>
              <a:ext cx="234950" cy="668337"/>
            </a:xfrm>
            <a:custGeom>
              <a:avLst/>
              <a:gdLst>
                <a:gd name="connsiteX0" fmla="*/ 0 w 235132"/>
                <a:gd name="connsiteY0" fmla="*/ 0 h 496389"/>
                <a:gd name="connsiteX1" fmla="*/ 235132 w 235132"/>
                <a:gd name="connsiteY1" fmla="*/ 0 h 496389"/>
                <a:gd name="connsiteX2" fmla="*/ 235132 w 235132"/>
                <a:gd name="connsiteY2" fmla="*/ 496389 h 496389"/>
                <a:gd name="connsiteX3" fmla="*/ 0 w 235132"/>
                <a:gd name="connsiteY3" fmla="*/ 496389 h 496389"/>
                <a:gd name="connsiteX4" fmla="*/ 0 w 235132"/>
                <a:gd name="connsiteY4" fmla="*/ 0 h 496389"/>
                <a:gd name="connsiteX0-1" fmla="*/ 0 w 243840"/>
                <a:gd name="connsiteY0-2" fmla="*/ 0 h 566058"/>
                <a:gd name="connsiteX1-3" fmla="*/ 235132 w 243840"/>
                <a:gd name="connsiteY1-4" fmla="*/ 0 h 566058"/>
                <a:gd name="connsiteX2-5" fmla="*/ 243840 w 243840"/>
                <a:gd name="connsiteY2-6" fmla="*/ 566058 h 566058"/>
                <a:gd name="connsiteX3-7" fmla="*/ 0 w 243840"/>
                <a:gd name="connsiteY3-8" fmla="*/ 496389 h 566058"/>
                <a:gd name="connsiteX4-9" fmla="*/ 0 w 243840"/>
                <a:gd name="connsiteY4-10" fmla="*/ 0 h 566058"/>
                <a:gd name="connsiteX0-11" fmla="*/ 0 w 235132"/>
                <a:gd name="connsiteY0-12" fmla="*/ 0 h 637965"/>
                <a:gd name="connsiteX1-13" fmla="*/ 235132 w 235132"/>
                <a:gd name="connsiteY1-14" fmla="*/ 0 h 637965"/>
                <a:gd name="connsiteX2-15" fmla="*/ 235131 w 235132"/>
                <a:gd name="connsiteY2-16" fmla="*/ 637965 h 637965"/>
                <a:gd name="connsiteX3-17" fmla="*/ 0 w 235132"/>
                <a:gd name="connsiteY3-18" fmla="*/ 496389 h 637965"/>
                <a:gd name="connsiteX4-19" fmla="*/ 0 w 235132"/>
                <a:gd name="connsiteY4-20" fmla="*/ 0 h 637965"/>
              </a:gdLst>
              <a:ahLst/>
              <a:cxnLst>
                <a:cxn ang="0">
                  <a:pos x="connsiteX0-11" y="connsiteY0-12"/>
                </a:cxn>
                <a:cxn ang="0">
                  <a:pos x="connsiteX1-13" y="connsiteY1-14"/>
                </a:cxn>
                <a:cxn ang="0">
                  <a:pos x="connsiteX2-15" y="connsiteY2-16"/>
                </a:cxn>
                <a:cxn ang="0">
                  <a:pos x="connsiteX3-17" y="connsiteY3-18"/>
                </a:cxn>
                <a:cxn ang="0">
                  <a:pos x="connsiteX4-19" y="connsiteY4-20"/>
                </a:cxn>
              </a:cxnLst>
              <a:rect l="l" t="t" r="r" b="b"/>
              <a:pathLst>
                <a:path w="235132" h="637965">
                  <a:moveTo>
                    <a:pt x="0" y="0"/>
                  </a:moveTo>
                  <a:lnTo>
                    <a:pt x="235132" y="0"/>
                  </a:lnTo>
                  <a:cubicBezTo>
                    <a:pt x="235132" y="212655"/>
                    <a:pt x="235131" y="425310"/>
                    <a:pt x="235131" y="637965"/>
                  </a:cubicBezTo>
                  <a:lnTo>
                    <a:pt x="0" y="496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rmAutofit/>
            </a:bodyPr>
            <a:lstStyle/>
            <a:p>
              <a:pPr algn="ctr" eaLnBrk="1" fontAlgn="base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strike="noStrike" noProof="1"/>
            </a:p>
          </p:txBody>
        </p:sp>
        <p:sp>
          <p:nvSpPr>
            <p:cNvPr id="28" name="矩形 27"/>
            <p:cNvSpPr/>
            <p:nvPr>
              <p:custDataLst>
                <p:tags r:id="rId6"/>
              </p:custDataLst>
            </p:nvPr>
          </p:nvSpPr>
          <p:spPr>
            <a:xfrm>
              <a:off x="2525713" y="1326410"/>
              <a:ext cx="5475287" cy="514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48000" tIns="36000" rIns="36000" bIns="108000" anchor="ctr">
              <a:normAutofit/>
            </a:bodyPr>
            <a:lstStyle/>
            <a:p>
              <a:pPr eaLnBrk="1" fontAlgn="base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da-DK" sz="1800" strike="noStrike" noProof="1" dirty="0" smtClean="0">
                  <a:solidFill>
                    <a:srgbClr val="FFFFFF"/>
                  </a:solidFill>
                </a:rPr>
                <a:t>Voltage Transformer</a:t>
              </a:r>
              <a:endParaRPr lang="en-US" altLang="da-DK" sz="1800" strike="noStrike" noProof="1" dirty="0" smtClean="0">
                <a:solidFill>
                  <a:srgbClr val="FFFFFF"/>
                </a:solidFill>
              </a:endParaRPr>
            </a:p>
          </p:txBody>
        </p:sp>
        <p:sp>
          <p:nvSpPr>
            <p:cNvPr id="131081" name="文本框 34"/>
            <p:cNvSpPr txBox="1"/>
            <p:nvPr>
              <p:custDataLst>
                <p:tags r:id="rId7"/>
              </p:custDataLst>
            </p:nvPr>
          </p:nvSpPr>
          <p:spPr>
            <a:xfrm>
              <a:off x="2760663" y="1399435"/>
              <a:ext cx="450850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rIns="0" anchor="ctr" anchorCtr="0"/>
            <a:p>
              <a:r>
                <a:rPr lang="en-US" altLang="zh-CN" dirty="0">
                  <a:solidFill>
                    <a:srgbClr val="FFFF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02</a:t>
              </a:r>
              <a:endParaRPr lang="zh-CN" altLang="en-US" dirty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</p:spTree>
    <p:custDataLst>
      <p:tags r:id="rId8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矩形 21"/>
          <p:cNvSpPr/>
          <p:nvPr>
            <p:custDataLst>
              <p:tags r:id="rId1"/>
            </p:custDataLst>
          </p:nvPr>
        </p:nvSpPr>
        <p:spPr>
          <a:xfrm rot="16200000">
            <a:off x="70644" y="2907506"/>
            <a:ext cx="2568575" cy="954088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strike="noStrike" spc="400" noProof="1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开关设备</a:t>
            </a:r>
            <a:endParaRPr lang="zh-CN" altLang="en-US" sz="2800" b="1" strike="noStrike" spc="400" noProof="1" smtClean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33122" name="组合 23"/>
          <p:cNvGrpSpPr/>
          <p:nvPr/>
        </p:nvGrpSpPr>
        <p:grpSpPr>
          <a:xfrm>
            <a:off x="2578100" y="3743325"/>
            <a:ext cx="5805488" cy="711200"/>
            <a:chOff x="2525713" y="2285577"/>
            <a:chExt cx="5475287" cy="669925"/>
          </a:xfrm>
        </p:grpSpPr>
        <p:sp>
          <p:nvSpPr>
            <p:cNvPr id="27" name="矩形 3"/>
            <p:cNvSpPr/>
            <p:nvPr>
              <p:custDataLst>
                <p:tags r:id="rId2"/>
              </p:custDataLst>
            </p:nvPr>
          </p:nvSpPr>
          <p:spPr>
            <a:xfrm>
              <a:off x="2525713" y="2285577"/>
              <a:ext cx="234950" cy="669925"/>
            </a:xfrm>
            <a:custGeom>
              <a:avLst/>
              <a:gdLst>
                <a:gd name="connsiteX0" fmla="*/ 0 w 235132"/>
                <a:gd name="connsiteY0" fmla="*/ 0 h 496389"/>
                <a:gd name="connsiteX1" fmla="*/ 235132 w 235132"/>
                <a:gd name="connsiteY1" fmla="*/ 0 h 496389"/>
                <a:gd name="connsiteX2" fmla="*/ 235132 w 235132"/>
                <a:gd name="connsiteY2" fmla="*/ 496389 h 496389"/>
                <a:gd name="connsiteX3" fmla="*/ 0 w 235132"/>
                <a:gd name="connsiteY3" fmla="*/ 496389 h 496389"/>
                <a:gd name="connsiteX4" fmla="*/ 0 w 235132"/>
                <a:gd name="connsiteY4" fmla="*/ 0 h 496389"/>
                <a:gd name="connsiteX0-1" fmla="*/ 0 w 243840"/>
                <a:gd name="connsiteY0-2" fmla="*/ 0 h 566058"/>
                <a:gd name="connsiteX1-3" fmla="*/ 235132 w 243840"/>
                <a:gd name="connsiteY1-4" fmla="*/ 0 h 566058"/>
                <a:gd name="connsiteX2-5" fmla="*/ 243840 w 243840"/>
                <a:gd name="connsiteY2-6" fmla="*/ 566058 h 566058"/>
                <a:gd name="connsiteX3-7" fmla="*/ 0 w 243840"/>
                <a:gd name="connsiteY3-8" fmla="*/ 496389 h 566058"/>
                <a:gd name="connsiteX4-9" fmla="*/ 0 w 243840"/>
                <a:gd name="connsiteY4-10" fmla="*/ 0 h 566058"/>
                <a:gd name="connsiteX0-11" fmla="*/ 0 w 235132"/>
                <a:gd name="connsiteY0-12" fmla="*/ 0 h 637965"/>
                <a:gd name="connsiteX1-13" fmla="*/ 235132 w 235132"/>
                <a:gd name="connsiteY1-14" fmla="*/ 0 h 637965"/>
                <a:gd name="connsiteX2-15" fmla="*/ 235131 w 235132"/>
                <a:gd name="connsiteY2-16" fmla="*/ 637965 h 637965"/>
                <a:gd name="connsiteX3-17" fmla="*/ 0 w 235132"/>
                <a:gd name="connsiteY3-18" fmla="*/ 496389 h 637965"/>
                <a:gd name="connsiteX4-19" fmla="*/ 0 w 235132"/>
                <a:gd name="connsiteY4-20" fmla="*/ 0 h 637965"/>
              </a:gdLst>
              <a:ahLst/>
              <a:cxnLst>
                <a:cxn ang="0">
                  <a:pos x="connsiteX0-11" y="connsiteY0-12"/>
                </a:cxn>
                <a:cxn ang="0">
                  <a:pos x="connsiteX1-13" y="connsiteY1-14"/>
                </a:cxn>
                <a:cxn ang="0">
                  <a:pos x="connsiteX2-15" y="connsiteY2-16"/>
                </a:cxn>
                <a:cxn ang="0">
                  <a:pos x="connsiteX3-17" y="connsiteY3-18"/>
                </a:cxn>
                <a:cxn ang="0">
                  <a:pos x="connsiteX4-19" y="connsiteY4-20"/>
                </a:cxn>
              </a:cxnLst>
              <a:rect l="l" t="t" r="r" b="b"/>
              <a:pathLst>
                <a:path w="235132" h="637965">
                  <a:moveTo>
                    <a:pt x="0" y="0"/>
                  </a:moveTo>
                  <a:lnTo>
                    <a:pt x="235132" y="0"/>
                  </a:lnTo>
                  <a:cubicBezTo>
                    <a:pt x="235132" y="212655"/>
                    <a:pt x="235131" y="425310"/>
                    <a:pt x="235131" y="637965"/>
                  </a:cubicBezTo>
                  <a:lnTo>
                    <a:pt x="0" y="496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rmAutofit/>
            </a:bodyPr>
            <a:lstStyle/>
            <a:p>
              <a:pPr algn="ctr" eaLnBrk="1" fontAlgn="base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strike="noStrike" noProof="1"/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2525713" y="2287165"/>
              <a:ext cx="5475287" cy="514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48000" tIns="36000" rIns="36000" bIns="108000" anchor="ctr">
              <a:normAutofit/>
            </a:bodyPr>
            <a:lstStyle/>
            <a:p>
              <a:pPr eaLnBrk="1" fontAlgn="base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da-DK" sz="1800" strike="noStrike" noProof="1" dirty="0" smtClean="0">
                  <a:solidFill>
                    <a:srgbClr val="FFFFFF"/>
                  </a:solidFill>
                </a:rPr>
                <a:t>Load Break Switch</a:t>
              </a:r>
              <a:endParaRPr lang="en-US" altLang="da-DK" sz="1800" strike="noStrike" noProof="1" dirty="0" smtClean="0">
                <a:solidFill>
                  <a:srgbClr val="FFFFFF"/>
                </a:solidFill>
              </a:endParaRPr>
            </a:p>
          </p:txBody>
        </p:sp>
        <p:sp>
          <p:nvSpPr>
            <p:cNvPr id="133125" name="文本框 4"/>
            <p:cNvSpPr txBox="1"/>
            <p:nvPr>
              <p:custDataLst>
                <p:tags r:id="rId4"/>
              </p:custDataLst>
            </p:nvPr>
          </p:nvSpPr>
          <p:spPr>
            <a:xfrm>
              <a:off x="2760663" y="2358602"/>
              <a:ext cx="450850" cy="3698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rIns="0" anchor="ctr" anchorCtr="0"/>
            <a:p>
              <a:r>
                <a:rPr lang="en-US" altLang="zh-CN" dirty="0">
                  <a:solidFill>
                    <a:srgbClr val="FFFF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03</a:t>
              </a:r>
              <a:endParaRPr lang="zh-CN" altLang="en-US" dirty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133126" name="组合 29"/>
          <p:cNvGrpSpPr/>
          <p:nvPr/>
        </p:nvGrpSpPr>
        <p:grpSpPr>
          <a:xfrm>
            <a:off x="2578100" y="4999038"/>
            <a:ext cx="5805488" cy="709612"/>
            <a:chOff x="2525713" y="3246332"/>
            <a:chExt cx="5475287" cy="669925"/>
          </a:xfrm>
        </p:grpSpPr>
        <p:sp>
          <p:nvSpPr>
            <p:cNvPr id="31" name="矩形 3"/>
            <p:cNvSpPr/>
            <p:nvPr>
              <p:custDataLst>
                <p:tags r:id="rId5"/>
              </p:custDataLst>
            </p:nvPr>
          </p:nvSpPr>
          <p:spPr>
            <a:xfrm>
              <a:off x="2525713" y="3246332"/>
              <a:ext cx="234950" cy="669925"/>
            </a:xfrm>
            <a:custGeom>
              <a:avLst/>
              <a:gdLst>
                <a:gd name="connsiteX0" fmla="*/ 0 w 235132"/>
                <a:gd name="connsiteY0" fmla="*/ 0 h 496389"/>
                <a:gd name="connsiteX1" fmla="*/ 235132 w 235132"/>
                <a:gd name="connsiteY1" fmla="*/ 0 h 496389"/>
                <a:gd name="connsiteX2" fmla="*/ 235132 w 235132"/>
                <a:gd name="connsiteY2" fmla="*/ 496389 h 496389"/>
                <a:gd name="connsiteX3" fmla="*/ 0 w 235132"/>
                <a:gd name="connsiteY3" fmla="*/ 496389 h 496389"/>
                <a:gd name="connsiteX4" fmla="*/ 0 w 235132"/>
                <a:gd name="connsiteY4" fmla="*/ 0 h 496389"/>
                <a:gd name="connsiteX0-1" fmla="*/ 0 w 243840"/>
                <a:gd name="connsiteY0-2" fmla="*/ 0 h 566058"/>
                <a:gd name="connsiteX1-3" fmla="*/ 235132 w 243840"/>
                <a:gd name="connsiteY1-4" fmla="*/ 0 h 566058"/>
                <a:gd name="connsiteX2-5" fmla="*/ 243840 w 243840"/>
                <a:gd name="connsiteY2-6" fmla="*/ 566058 h 566058"/>
                <a:gd name="connsiteX3-7" fmla="*/ 0 w 243840"/>
                <a:gd name="connsiteY3-8" fmla="*/ 496389 h 566058"/>
                <a:gd name="connsiteX4-9" fmla="*/ 0 w 243840"/>
                <a:gd name="connsiteY4-10" fmla="*/ 0 h 566058"/>
                <a:gd name="connsiteX0-11" fmla="*/ 0 w 235132"/>
                <a:gd name="connsiteY0-12" fmla="*/ 0 h 637965"/>
                <a:gd name="connsiteX1-13" fmla="*/ 235132 w 235132"/>
                <a:gd name="connsiteY1-14" fmla="*/ 0 h 637965"/>
                <a:gd name="connsiteX2-15" fmla="*/ 235131 w 235132"/>
                <a:gd name="connsiteY2-16" fmla="*/ 637965 h 637965"/>
                <a:gd name="connsiteX3-17" fmla="*/ 0 w 235132"/>
                <a:gd name="connsiteY3-18" fmla="*/ 496389 h 637965"/>
                <a:gd name="connsiteX4-19" fmla="*/ 0 w 235132"/>
                <a:gd name="connsiteY4-20" fmla="*/ 0 h 637965"/>
              </a:gdLst>
              <a:ahLst/>
              <a:cxnLst>
                <a:cxn ang="0">
                  <a:pos x="connsiteX0-11" y="connsiteY0-12"/>
                </a:cxn>
                <a:cxn ang="0">
                  <a:pos x="connsiteX1-13" y="connsiteY1-14"/>
                </a:cxn>
                <a:cxn ang="0">
                  <a:pos x="connsiteX2-15" y="connsiteY2-16"/>
                </a:cxn>
                <a:cxn ang="0">
                  <a:pos x="connsiteX3-17" y="connsiteY3-18"/>
                </a:cxn>
                <a:cxn ang="0">
                  <a:pos x="connsiteX4-19" y="connsiteY4-20"/>
                </a:cxn>
              </a:cxnLst>
              <a:rect l="l" t="t" r="r" b="b"/>
              <a:pathLst>
                <a:path w="235132" h="637965">
                  <a:moveTo>
                    <a:pt x="0" y="0"/>
                  </a:moveTo>
                  <a:lnTo>
                    <a:pt x="235132" y="0"/>
                  </a:lnTo>
                  <a:cubicBezTo>
                    <a:pt x="235132" y="212655"/>
                    <a:pt x="235131" y="425310"/>
                    <a:pt x="235131" y="637965"/>
                  </a:cubicBezTo>
                  <a:lnTo>
                    <a:pt x="0" y="496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rmAutofit/>
            </a:bodyPr>
            <a:lstStyle/>
            <a:p>
              <a:pPr algn="ctr" eaLnBrk="1" fontAlgn="base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strike="noStrike" noProof="1"/>
            </a:p>
          </p:txBody>
        </p:sp>
        <p:sp>
          <p:nvSpPr>
            <p:cNvPr id="32" name="矩形 31"/>
            <p:cNvSpPr/>
            <p:nvPr>
              <p:custDataLst>
                <p:tags r:id="rId6"/>
              </p:custDataLst>
            </p:nvPr>
          </p:nvSpPr>
          <p:spPr>
            <a:xfrm>
              <a:off x="2525713" y="3246332"/>
              <a:ext cx="5475287" cy="514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48000" tIns="36000" rIns="36000" bIns="108000" anchor="ctr">
              <a:normAutofit/>
            </a:bodyPr>
            <a:lstStyle/>
            <a:p>
              <a:pPr eaLnBrk="1" fontAlgn="base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da-DK" sz="1800" strike="noStrike" noProof="1" dirty="0" smtClean="0">
                  <a:solidFill>
                    <a:srgbClr val="FFFFFF"/>
                  </a:solidFill>
                </a:rPr>
                <a:t>High Voltage Fuse</a:t>
              </a:r>
              <a:endParaRPr lang="en-US" altLang="da-DK" sz="1800" strike="noStrike" noProof="1" dirty="0" smtClean="0">
                <a:solidFill>
                  <a:srgbClr val="FFFFFF"/>
                </a:solidFill>
              </a:endParaRPr>
            </a:p>
          </p:txBody>
        </p:sp>
        <p:sp>
          <p:nvSpPr>
            <p:cNvPr id="133129" name="文本框 26"/>
            <p:cNvSpPr txBox="1"/>
            <p:nvPr>
              <p:custDataLst>
                <p:tags r:id="rId7"/>
              </p:custDataLst>
            </p:nvPr>
          </p:nvSpPr>
          <p:spPr>
            <a:xfrm>
              <a:off x="2760663" y="3320945"/>
              <a:ext cx="450850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rIns="0" anchor="ctr" anchorCtr="0"/>
            <a:p>
              <a:r>
                <a:rPr lang="en-US" altLang="zh-CN" dirty="0">
                  <a:solidFill>
                    <a:srgbClr val="FFFF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04</a:t>
              </a:r>
              <a:endParaRPr lang="zh-CN" altLang="en-US" dirty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133130" name="组合 37"/>
          <p:cNvGrpSpPr/>
          <p:nvPr/>
        </p:nvGrpSpPr>
        <p:grpSpPr>
          <a:xfrm>
            <a:off x="2578100" y="1236663"/>
            <a:ext cx="5805488" cy="708025"/>
            <a:chOff x="2525713" y="367243"/>
            <a:chExt cx="5475287" cy="668337"/>
          </a:xfrm>
        </p:grpSpPr>
        <p:sp>
          <p:nvSpPr>
            <p:cNvPr id="39" name="矩形 3"/>
            <p:cNvSpPr/>
            <p:nvPr>
              <p:custDataLst>
                <p:tags r:id="rId8"/>
              </p:custDataLst>
            </p:nvPr>
          </p:nvSpPr>
          <p:spPr>
            <a:xfrm>
              <a:off x="2525713" y="367243"/>
              <a:ext cx="234950" cy="668337"/>
            </a:xfrm>
            <a:custGeom>
              <a:avLst/>
              <a:gdLst>
                <a:gd name="connsiteX0" fmla="*/ 0 w 235132"/>
                <a:gd name="connsiteY0" fmla="*/ 0 h 496389"/>
                <a:gd name="connsiteX1" fmla="*/ 235132 w 235132"/>
                <a:gd name="connsiteY1" fmla="*/ 0 h 496389"/>
                <a:gd name="connsiteX2" fmla="*/ 235132 w 235132"/>
                <a:gd name="connsiteY2" fmla="*/ 496389 h 496389"/>
                <a:gd name="connsiteX3" fmla="*/ 0 w 235132"/>
                <a:gd name="connsiteY3" fmla="*/ 496389 h 496389"/>
                <a:gd name="connsiteX4" fmla="*/ 0 w 235132"/>
                <a:gd name="connsiteY4" fmla="*/ 0 h 496389"/>
                <a:gd name="connsiteX0-1" fmla="*/ 0 w 243840"/>
                <a:gd name="connsiteY0-2" fmla="*/ 0 h 566058"/>
                <a:gd name="connsiteX1-3" fmla="*/ 235132 w 243840"/>
                <a:gd name="connsiteY1-4" fmla="*/ 0 h 566058"/>
                <a:gd name="connsiteX2-5" fmla="*/ 243840 w 243840"/>
                <a:gd name="connsiteY2-6" fmla="*/ 566058 h 566058"/>
                <a:gd name="connsiteX3-7" fmla="*/ 0 w 243840"/>
                <a:gd name="connsiteY3-8" fmla="*/ 496389 h 566058"/>
                <a:gd name="connsiteX4-9" fmla="*/ 0 w 243840"/>
                <a:gd name="connsiteY4-10" fmla="*/ 0 h 566058"/>
                <a:gd name="connsiteX0-11" fmla="*/ 0 w 235132"/>
                <a:gd name="connsiteY0-12" fmla="*/ 0 h 637965"/>
                <a:gd name="connsiteX1-13" fmla="*/ 235132 w 235132"/>
                <a:gd name="connsiteY1-14" fmla="*/ 0 h 637965"/>
                <a:gd name="connsiteX2-15" fmla="*/ 235131 w 235132"/>
                <a:gd name="connsiteY2-16" fmla="*/ 637965 h 637965"/>
                <a:gd name="connsiteX3-17" fmla="*/ 0 w 235132"/>
                <a:gd name="connsiteY3-18" fmla="*/ 496389 h 637965"/>
                <a:gd name="connsiteX4-19" fmla="*/ 0 w 235132"/>
                <a:gd name="connsiteY4-20" fmla="*/ 0 h 637965"/>
              </a:gdLst>
              <a:ahLst/>
              <a:cxnLst>
                <a:cxn ang="0">
                  <a:pos x="connsiteX0-11" y="connsiteY0-12"/>
                </a:cxn>
                <a:cxn ang="0">
                  <a:pos x="connsiteX1-13" y="connsiteY1-14"/>
                </a:cxn>
                <a:cxn ang="0">
                  <a:pos x="connsiteX2-15" y="connsiteY2-16"/>
                </a:cxn>
                <a:cxn ang="0">
                  <a:pos x="connsiteX3-17" y="connsiteY3-18"/>
                </a:cxn>
                <a:cxn ang="0">
                  <a:pos x="connsiteX4-19" y="connsiteY4-20"/>
                </a:cxn>
              </a:cxnLst>
              <a:rect l="l" t="t" r="r" b="b"/>
              <a:pathLst>
                <a:path w="235132" h="637965">
                  <a:moveTo>
                    <a:pt x="0" y="0"/>
                  </a:moveTo>
                  <a:lnTo>
                    <a:pt x="235132" y="0"/>
                  </a:lnTo>
                  <a:cubicBezTo>
                    <a:pt x="235132" y="212655"/>
                    <a:pt x="235131" y="425310"/>
                    <a:pt x="235131" y="637965"/>
                  </a:cubicBezTo>
                  <a:lnTo>
                    <a:pt x="0" y="496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rmAutofit/>
            </a:bodyPr>
            <a:lstStyle/>
            <a:p>
              <a:pPr algn="ctr" eaLnBrk="1" fontAlgn="base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strike="noStrike" noProof="1"/>
            </a:p>
          </p:txBody>
        </p:sp>
        <p:sp>
          <p:nvSpPr>
            <p:cNvPr id="40" name="矩形 39"/>
            <p:cNvSpPr/>
            <p:nvPr>
              <p:custDataLst>
                <p:tags r:id="rId9"/>
              </p:custDataLst>
            </p:nvPr>
          </p:nvSpPr>
          <p:spPr>
            <a:xfrm>
              <a:off x="2525713" y="367243"/>
              <a:ext cx="5475287" cy="514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48000" tIns="36000" rIns="36000" bIns="108000" anchor="ctr">
              <a:normAutofit/>
            </a:bodyPr>
            <a:lstStyle/>
            <a:p>
              <a:pPr eaLnBrk="1" fontAlgn="base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da-DK" sz="1800" strike="noStrike" noProof="1" dirty="0" smtClean="0">
                  <a:solidFill>
                    <a:srgbClr val="FFFFFF"/>
                  </a:solidFill>
                </a:rPr>
                <a:t>Circuit Breaker</a:t>
              </a:r>
              <a:endParaRPr lang="en-US" altLang="da-DK" sz="1800" strike="noStrike" noProof="1" dirty="0" smtClean="0">
                <a:solidFill>
                  <a:srgbClr val="FFFFFF"/>
                </a:solidFill>
              </a:endParaRPr>
            </a:p>
          </p:txBody>
        </p:sp>
        <p:sp>
          <p:nvSpPr>
            <p:cNvPr id="133133" name="文本框 30"/>
            <p:cNvSpPr txBox="1"/>
            <p:nvPr>
              <p:custDataLst>
                <p:tags r:id="rId10"/>
              </p:custDataLst>
            </p:nvPr>
          </p:nvSpPr>
          <p:spPr>
            <a:xfrm>
              <a:off x="2760663" y="440268"/>
              <a:ext cx="450850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rIns="0" anchor="ctr" anchorCtr="0"/>
            <a:p>
              <a:r>
                <a:rPr lang="en-US" altLang="zh-CN" dirty="0">
                  <a:solidFill>
                    <a:srgbClr val="FFFF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01</a:t>
              </a:r>
              <a:endParaRPr lang="zh-CN" altLang="en-US" dirty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133134" name="组合 41"/>
          <p:cNvGrpSpPr/>
          <p:nvPr/>
        </p:nvGrpSpPr>
        <p:grpSpPr>
          <a:xfrm>
            <a:off x="2578100" y="2490788"/>
            <a:ext cx="5805488" cy="708025"/>
            <a:chOff x="2525713" y="1326410"/>
            <a:chExt cx="5475287" cy="668337"/>
          </a:xfrm>
        </p:grpSpPr>
        <p:sp>
          <p:nvSpPr>
            <p:cNvPr id="43" name="矩形 3"/>
            <p:cNvSpPr/>
            <p:nvPr>
              <p:custDataLst>
                <p:tags r:id="rId11"/>
              </p:custDataLst>
            </p:nvPr>
          </p:nvSpPr>
          <p:spPr>
            <a:xfrm>
              <a:off x="2525713" y="1326410"/>
              <a:ext cx="234950" cy="668337"/>
            </a:xfrm>
            <a:custGeom>
              <a:avLst/>
              <a:gdLst>
                <a:gd name="connsiteX0" fmla="*/ 0 w 235132"/>
                <a:gd name="connsiteY0" fmla="*/ 0 h 496389"/>
                <a:gd name="connsiteX1" fmla="*/ 235132 w 235132"/>
                <a:gd name="connsiteY1" fmla="*/ 0 h 496389"/>
                <a:gd name="connsiteX2" fmla="*/ 235132 w 235132"/>
                <a:gd name="connsiteY2" fmla="*/ 496389 h 496389"/>
                <a:gd name="connsiteX3" fmla="*/ 0 w 235132"/>
                <a:gd name="connsiteY3" fmla="*/ 496389 h 496389"/>
                <a:gd name="connsiteX4" fmla="*/ 0 w 235132"/>
                <a:gd name="connsiteY4" fmla="*/ 0 h 496389"/>
                <a:gd name="connsiteX0-1" fmla="*/ 0 w 243840"/>
                <a:gd name="connsiteY0-2" fmla="*/ 0 h 566058"/>
                <a:gd name="connsiteX1-3" fmla="*/ 235132 w 243840"/>
                <a:gd name="connsiteY1-4" fmla="*/ 0 h 566058"/>
                <a:gd name="connsiteX2-5" fmla="*/ 243840 w 243840"/>
                <a:gd name="connsiteY2-6" fmla="*/ 566058 h 566058"/>
                <a:gd name="connsiteX3-7" fmla="*/ 0 w 243840"/>
                <a:gd name="connsiteY3-8" fmla="*/ 496389 h 566058"/>
                <a:gd name="connsiteX4-9" fmla="*/ 0 w 243840"/>
                <a:gd name="connsiteY4-10" fmla="*/ 0 h 566058"/>
                <a:gd name="connsiteX0-11" fmla="*/ 0 w 235132"/>
                <a:gd name="connsiteY0-12" fmla="*/ 0 h 637965"/>
                <a:gd name="connsiteX1-13" fmla="*/ 235132 w 235132"/>
                <a:gd name="connsiteY1-14" fmla="*/ 0 h 637965"/>
                <a:gd name="connsiteX2-15" fmla="*/ 235131 w 235132"/>
                <a:gd name="connsiteY2-16" fmla="*/ 637965 h 637965"/>
                <a:gd name="connsiteX3-17" fmla="*/ 0 w 235132"/>
                <a:gd name="connsiteY3-18" fmla="*/ 496389 h 637965"/>
                <a:gd name="connsiteX4-19" fmla="*/ 0 w 235132"/>
                <a:gd name="connsiteY4-20" fmla="*/ 0 h 637965"/>
              </a:gdLst>
              <a:ahLst/>
              <a:cxnLst>
                <a:cxn ang="0">
                  <a:pos x="connsiteX0-11" y="connsiteY0-12"/>
                </a:cxn>
                <a:cxn ang="0">
                  <a:pos x="connsiteX1-13" y="connsiteY1-14"/>
                </a:cxn>
                <a:cxn ang="0">
                  <a:pos x="connsiteX2-15" y="connsiteY2-16"/>
                </a:cxn>
                <a:cxn ang="0">
                  <a:pos x="connsiteX3-17" y="connsiteY3-18"/>
                </a:cxn>
                <a:cxn ang="0">
                  <a:pos x="connsiteX4-19" y="connsiteY4-20"/>
                </a:cxn>
              </a:cxnLst>
              <a:rect l="l" t="t" r="r" b="b"/>
              <a:pathLst>
                <a:path w="235132" h="637965">
                  <a:moveTo>
                    <a:pt x="0" y="0"/>
                  </a:moveTo>
                  <a:lnTo>
                    <a:pt x="235132" y="0"/>
                  </a:lnTo>
                  <a:cubicBezTo>
                    <a:pt x="235132" y="212655"/>
                    <a:pt x="235131" y="425310"/>
                    <a:pt x="235131" y="637965"/>
                  </a:cubicBezTo>
                  <a:lnTo>
                    <a:pt x="0" y="496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rmAutofit/>
            </a:bodyPr>
            <a:lstStyle/>
            <a:p>
              <a:pPr algn="ctr" eaLnBrk="1" fontAlgn="base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strike="noStrike" noProof="1"/>
            </a:p>
          </p:txBody>
        </p:sp>
        <p:sp>
          <p:nvSpPr>
            <p:cNvPr id="44" name="矩形 43"/>
            <p:cNvSpPr/>
            <p:nvPr>
              <p:custDataLst>
                <p:tags r:id="rId12"/>
              </p:custDataLst>
            </p:nvPr>
          </p:nvSpPr>
          <p:spPr>
            <a:xfrm>
              <a:off x="2525713" y="1326410"/>
              <a:ext cx="5475287" cy="514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48000" tIns="36000" rIns="36000" bIns="108000" anchor="ctr">
              <a:normAutofit/>
            </a:bodyPr>
            <a:lstStyle/>
            <a:p>
              <a:pPr eaLnBrk="1" fontAlgn="base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da-DK" sz="1800" strike="noStrike" noProof="1" dirty="0" smtClean="0">
                  <a:solidFill>
                    <a:srgbClr val="FFFFFF"/>
                  </a:solidFill>
                </a:rPr>
                <a:t>Disconnect Switch</a:t>
              </a:r>
              <a:endParaRPr lang="en-US" altLang="da-DK" sz="1800" strike="noStrike" noProof="1" dirty="0" smtClean="0">
                <a:solidFill>
                  <a:srgbClr val="FFFFFF"/>
                </a:solidFill>
              </a:endParaRPr>
            </a:p>
          </p:txBody>
        </p:sp>
        <p:sp>
          <p:nvSpPr>
            <p:cNvPr id="133137" name="文本框 34"/>
            <p:cNvSpPr txBox="1"/>
            <p:nvPr>
              <p:custDataLst>
                <p:tags r:id="rId13"/>
              </p:custDataLst>
            </p:nvPr>
          </p:nvSpPr>
          <p:spPr>
            <a:xfrm>
              <a:off x="2760663" y="1399435"/>
              <a:ext cx="450850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rIns="0" anchor="ctr" anchorCtr="0"/>
            <a:p>
              <a:r>
                <a:rPr lang="en-US" altLang="zh-CN" dirty="0">
                  <a:solidFill>
                    <a:srgbClr val="FFFF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02</a:t>
              </a:r>
              <a:endParaRPr lang="zh-CN" altLang="en-US" dirty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</p:spTree>
    <p:custDataLst>
      <p:tags r:id="rId1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 rot="16200000">
            <a:off x="70644" y="2907506"/>
            <a:ext cx="2568575" cy="954088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strike="noStrike" spc="400" noProof="1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防雷设备</a:t>
            </a:r>
            <a:endParaRPr lang="zh-CN" altLang="en-US" sz="2800" b="1" strike="noStrike" spc="400" noProof="1" smtClean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5170" name="文本框 26"/>
          <p:cNvSpPr txBox="1"/>
          <p:nvPr>
            <p:custDataLst>
              <p:tags r:id="rId2"/>
            </p:custDataLst>
          </p:nvPr>
        </p:nvSpPr>
        <p:spPr>
          <a:xfrm>
            <a:off x="2827338" y="3629025"/>
            <a:ext cx="477837" cy="390525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anchor="ctr" anchorCtr="0"/>
          <a:p>
            <a:r>
              <a:rPr lang="en-US" altLang="zh-CN" dirty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04</a:t>
            </a:r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135171" name="组合 9"/>
          <p:cNvGrpSpPr/>
          <p:nvPr/>
        </p:nvGrpSpPr>
        <p:grpSpPr>
          <a:xfrm>
            <a:off x="2755900" y="2841625"/>
            <a:ext cx="5807075" cy="709613"/>
            <a:chOff x="2525713" y="367243"/>
            <a:chExt cx="5475287" cy="668337"/>
          </a:xfrm>
        </p:grpSpPr>
        <p:sp>
          <p:nvSpPr>
            <p:cNvPr id="16" name="矩形 3"/>
            <p:cNvSpPr/>
            <p:nvPr>
              <p:custDataLst>
                <p:tags r:id="rId3"/>
              </p:custDataLst>
            </p:nvPr>
          </p:nvSpPr>
          <p:spPr>
            <a:xfrm>
              <a:off x="2525713" y="367243"/>
              <a:ext cx="234950" cy="668337"/>
            </a:xfrm>
            <a:custGeom>
              <a:avLst/>
              <a:gdLst>
                <a:gd name="connsiteX0" fmla="*/ 0 w 235132"/>
                <a:gd name="connsiteY0" fmla="*/ 0 h 496389"/>
                <a:gd name="connsiteX1" fmla="*/ 235132 w 235132"/>
                <a:gd name="connsiteY1" fmla="*/ 0 h 496389"/>
                <a:gd name="connsiteX2" fmla="*/ 235132 w 235132"/>
                <a:gd name="connsiteY2" fmla="*/ 496389 h 496389"/>
                <a:gd name="connsiteX3" fmla="*/ 0 w 235132"/>
                <a:gd name="connsiteY3" fmla="*/ 496389 h 496389"/>
                <a:gd name="connsiteX4" fmla="*/ 0 w 235132"/>
                <a:gd name="connsiteY4" fmla="*/ 0 h 496389"/>
                <a:gd name="connsiteX0-1" fmla="*/ 0 w 243840"/>
                <a:gd name="connsiteY0-2" fmla="*/ 0 h 566058"/>
                <a:gd name="connsiteX1-3" fmla="*/ 235132 w 243840"/>
                <a:gd name="connsiteY1-4" fmla="*/ 0 h 566058"/>
                <a:gd name="connsiteX2-5" fmla="*/ 243840 w 243840"/>
                <a:gd name="connsiteY2-6" fmla="*/ 566058 h 566058"/>
                <a:gd name="connsiteX3-7" fmla="*/ 0 w 243840"/>
                <a:gd name="connsiteY3-8" fmla="*/ 496389 h 566058"/>
                <a:gd name="connsiteX4-9" fmla="*/ 0 w 243840"/>
                <a:gd name="connsiteY4-10" fmla="*/ 0 h 566058"/>
                <a:gd name="connsiteX0-11" fmla="*/ 0 w 235132"/>
                <a:gd name="connsiteY0-12" fmla="*/ 0 h 637965"/>
                <a:gd name="connsiteX1-13" fmla="*/ 235132 w 235132"/>
                <a:gd name="connsiteY1-14" fmla="*/ 0 h 637965"/>
                <a:gd name="connsiteX2-15" fmla="*/ 235131 w 235132"/>
                <a:gd name="connsiteY2-16" fmla="*/ 637965 h 637965"/>
                <a:gd name="connsiteX3-17" fmla="*/ 0 w 235132"/>
                <a:gd name="connsiteY3-18" fmla="*/ 496389 h 637965"/>
                <a:gd name="connsiteX4-19" fmla="*/ 0 w 235132"/>
                <a:gd name="connsiteY4-20" fmla="*/ 0 h 637965"/>
              </a:gdLst>
              <a:ahLst/>
              <a:cxnLst>
                <a:cxn ang="0">
                  <a:pos x="connsiteX0-11" y="connsiteY0-12"/>
                </a:cxn>
                <a:cxn ang="0">
                  <a:pos x="connsiteX1-13" y="connsiteY1-14"/>
                </a:cxn>
                <a:cxn ang="0">
                  <a:pos x="connsiteX2-15" y="connsiteY2-16"/>
                </a:cxn>
                <a:cxn ang="0">
                  <a:pos x="connsiteX3-17" y="connsiteY3-18"/>
                </a:cxn>
                <a:cxn ang="0">
                  <a:pos x="connsiteX4-19" y="connsiteY4-20"/>
                </a:cxn>
              </a:cxnLst>
              <a:rect l="l" t="t" r="r" b="b"/>
              <a:pathLst>
                <a:path w="235132" h="637965">
                  <a:moveTo>
                    <a:pt x="0" y="0"/>
                  </a:moveTo>
                  <a:lnTo>
                    <a:pt x="235132" y="0"/>
                  </a:lnTo>
                  <a:cubicBezTo>
                    <a:pt x="235132" y="212655"/>
                    <a:pt x="235131" y="425310"/>
                    <a:pt x="235131" y="637965"/>
                  </a:cubicBezTo>
                  <a:lnTo>
                    <a:pt x="0" y="496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rmAutofit/>
            </a:bodyPr>
            <a:lstStyle/>
            <a:p>
              <a:pPr algn="ctr" eaLnBrk="1" fontAlgn="base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strike="noStrike" noProof="1"/>
            </a:p>
          </p:txBody>
        </p:sp>
        <p:sp>
          <p:nvSpPr>
            <p:cNvPr id="17" name="矩形 16"/>
            <p:cNvSpPr/>
            <p:nvPr>
              <p:custDataLst>
                <p:tags r:id="rId4"/>
              </p:custDataLst>
            </p:nvPr>
          </p:nvSpPr>
          <p:spPr>
            <a:xfrm>
              <a:off x="2525713" y="367243"/>
              <a:ext cx="5475287" cy="514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48000" tIns="36000" rIns="36000" bIns="108000" anchor="ctr">
              <a:normAutofit/>
            </a:bodyPr>
            <a:lstStyle/>
            <a:p>
              <a:pPr eaLnBrk="1" fontAlgn="base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da-DK" sz="1800" strike="noStrike" noProof="1" dirty="0" smtClean="0">
                  <a:solidFill>
                    <a:srgbClr val="FFFFFF"/>
                  </a:solidFill>
                </a:rPr>
                <a:t>Surge Arrester</a:t>
              </a:r>
              <a:endParaRPr lang="en-US" altLang="da-DK" sz="1800" strike="noStrike" noProof="1" dirty="0" smtClean="0">
                <a:solidFill>
                  <a:srgbClr val="FFFFFF"/>
                </a:solidFill>
              </a:endParaRPr>
            </a:p>
          </p:txBody>
        </p:sp>
        <p:sp>
          <p:nvSpPr>
            <p:cNvPr id="135174" name="文本框 30"/>
            <p:cNvSpPr txBox="1"/>
            <p:nvPr>
              <p:custDataLst>
                <p:tags r:id="rId5"/>
              </p:custDataLst>
            </p:nvPr>
          </p:nvSpPr>
          <p:spPr>
            <a:xfrm>
              <a:off x="2760663" y="440268"/>
              <a:ext cx="450850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rIns="0" anchor="ctr" anchorCtr="0"/>
            <a:p>
              <a:r>
                <a:rPr lang="en-US" altLang="zh-CN" dirty="0">
                  <a:solidFill>
                    <a:srgbClr val="FFFF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01</a:t>
              </a:r>
              <a:endParaRPr lang="zh-CN" altLang="en-US" dirty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</p:spTree>
    <p:custDataLst>
      <p:tags r:id="rId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 rot="16200000">
            <a:off x="70644" y="2907506"/>
            <a:ext cx="2568575" cy="954088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strike="noStrike" spc="400" noProof="1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控制系统</a:t>
            </a:r>
            <a:endParaRPr lang="zh-CN" altLang="en-US" sz="2800" b="1" strike="noStrike" spc="400" noProof="1" smtClean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7218" name="文本框 26"/>
          <p:cNvSpPr txBox="1"/>
          <p:nvPr>
            <p:custDataLst>
              <p:tags r:id="rId2"/>
            </p:custDataLst>
          </p:nvPr>
        </p:nvSpPr>
        <p:spPr>
          <a:xfrm>
            <a:off x="2827338" y="3629025"/>
            <a:ext cx="477837" cy="390525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anchor="ctr" anchorCtr="0"/>
          <a:p>
            <a:r>
              <a:rPr lang="en-US" altLang="zh-CN" dirty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04</a:t>
            </a:r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137219" name="组合 9"/>
          <p:cNvGrpSpPr/>
          <p:nvPr/>
        </p:nvGrpSpPr>
        <p:grpSpPr>
          <a:xfrm>
            <a:off x="2755900" y="2841625"/>
            <a:ext cx="5807075" cy="709613"/>
            <a:chOff x="2525713" y="367243"/>
            <a:chExt cx="5475287" cy="668337"/>
          </a:xfrm>
        </p:grpSpPr>
        <p:sp>
          <p:nvSpPr>
            <p:cNvPr id="16" name="矩形 3"/>
            <p:cNvSpPr/>
            <p:nvPr>
              <p:custDataLst>
                <p:tags r:id="rId3"/>
              </p:custDataLst>
            </p:nvPr>
          </p:nvSpPr>
          <p:spPr>
            <a:xfrm>
              <a:off x="2525713" y="367243"/>
              <a:ext cx="234950" cy="668337"/>
            </a:xfrm>
            <a:custGeom>
              <a:avLst/>
              <a:gdLst>
                <a:gd name="connsiteX0" fmla="*/ 0 w 235132"/>
                <a:gd name="connsiteY0" fmla="*/ 0 h 496389"/>
                <a:gd name="connsiteX1" fmla="*/ 235132 w 235132"/>
                <a:gd name="connsiteY1" fmla="*/ 0 h 496389"/>
                <a:gd name="connsiteX2" fmla="*/ 235132 w 235132"/>
                <a:gd name="connsiteY2" fmla="*/ 496389 h 496389"/>
                <a:gd name="connsiteX3" fmla="*/ 0 w 235132"/>
                <a:gd name="connsiteY3" fmla="*/ 496389 h 496389"/>
                <a:gd name="connsiteX4" fmla="*/ 0 w 235132"/>
                <a:gd name="connsiteY4" fmla="*/ 0 h 496389"/>
                <a:gd name="connsiteX0-1" fmla="*/ 0 w 243840"/>
                <a:gd name="connsiteY0-2" fmla="*/ 0 h 566058"/>
                <a:gd name="connsiteX1-3" fmla="*/ 235132 w 243840"/>
                <a:gd name="connsiteY1-4" fmla="*/ 0 h 566058"/>
                <a:gd name="connsiteX2-5" fmla="*/ 243840 w 243840"/>
                <a:gd name="connsiteY2-6" fmla="*/ 566058 h 566058"/>
                <a:gd name="connsiteX3-7" fmla="*/ 0 w 243840"/>
                <a:gd name="connsiteY3-8" fmla="*/ 496389 h 566058"/>
                <a:gd name="connsiteX4-9" fmla="*/ 0 w 243840"/>
                <a:gd name="connsiteY4-10" fmla="*/ 0 h 566058"/>
                <a:gd name="connsiteX0-11" fmla="*/ 0 w 235132"/>
                <a:gd name="connsiteY0-12" fmla="*/ 0 h 637965"/>
                <a:gd name="connsiteX1-13" fmla="*/ 235132 w 235132"/>
                <a:gd name="connsiteY1-14" fmla="*/ 0 h 637965"/>
                <a:gd name="connsiteX2-15" fmla="*/ 235131 w 235132"/>
                <a:gd name="connsiteY2-16" fmla="*/ 637965 h 637965"/>
                <a:gd name="connsiteX3-17" fmla="*/ 0 w 235132"/>
                <a:gd name="connsiteY3-18" fmla="*/ 496389 h 637965"/>
                <a:gd name="connsiteX4-19" fmla="*/ 0 w 235132"/>
                <a:gd name="connsiteY4-20" fmla="*/ 0 h 637965"/>
              </a:gdLst>
              <a:ahLst/>
              <a:cxnLst>
                <a:cxn ang="0">
                  <a:pos x="connsiteX0-11" y="connsiteY0-12"/>
                </a:cxn>
                <a:cxn ang="0">
                  <a:pos x="connsiteX1-13" y="connsiteY1-14"/>
                </a:cxn>
                <a:cxn ang="0">
                  <a:pos x="connsiteX2-15" y="connsiteY2-16"/>
                </a:cxn>
                <a:cxn ang="0">
                  <a:pos x="connsiteX3-17" y="connsiteY3-18"/>
                </a:cxn>
                <a:cxn ang="0">
                  <a:pos x="connsiteX4-19" y="connsiteY4-20"/>
                </a:cxn>
              </a:cxnLst>
              <a:rect l="l" t="t" r="r" b="b"/>
              <a:pathLst>
                <a:path w="235132" h="637965">
                  <a:moveTo>
                    <a:pt x="0" y="0"/>
                  </a:moveTo>
                  <a:lnTo>
                    <a:pt x="235132" y="0"/>
                  </a:lnTo>
                  <a:cubicBezTo>
                    <a:pt x="235132" y="212655"/>
                    <a:pt x="235131" y="425310"/>
                    <a:pt x="235131" y="637965"/>
                  </a:cubicBezTo>
                  <a:lnTo>
                    <a:pt x="0" y="496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rmAutofit/>
            </a:bodyPr>
            <a:lstStyle/>
            <a:p>
              <a:pPr algn="ctr" eaLnBrk="1" fontAlgn="base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strike="noStrike" noProof="1"/>
            </a:p>
          </p:txBody>
        </p:sp>
        <p:sp>
          <p:nvSpPr>
            <p:cNvPr id="17" name="矩形 16"/>
            <p:cNvSpPr/>
            <p:nvPr>
              <p:custDataLst>
                <p:tags r:id="rId4"/>
              </p:custDataLst>
            </p:nvPr>
          </p:nvSpPr>
          <p:spPr>
            <a:xfrm>
              <a:off x="2525713" y="367243"/>
              <a:ext cx="5475287" cy="514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48000" tIns="36000" rIns="36000" bIns="108000" anchor="ctr">
              <a:normAutofit/>
            </a:bodyPr>
            <a:lstStyle/>
            <a:p>
              <a:pPr eaLnBrk="1" fontAlgn="base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da-DK" sz="1800" strike="noStrike" noProof="1" dirty="0" smtClean="0">
                  <a:solidFill>
                    <a:srgbClr val="FFFFFF"/>
                  </a:solidFill>
                </a:rPr>
                <a:t>Switchgear</a:t>
              </a:r>
              <a:endParaRPr lang="en-US" altLang="da-DK" sz="1800" strike="noStrike" noProof="1" dirty="0" smtClean="0">
                <a:solidFill>
                  <a:srgbClr val="FFFFFF"/>
                </a:solidFill>
              </a:endParaRPr>
            </a:p>
          </p:txBody>
        </p:sp>
        <p:sp>
          <p:nvSpPr>
            <p:cNvPr id="137222" name="文本框 30"/>
            <p:cNvSpPr txBox="1"/>
            <p:nvPr>
              <p:custDataLst>
                <p:tags r:id="rId5"/>
              </p:custDataLst>
            </p:nvPr>
          </p:nvSpPr>
          <p:spPr>
            <a:xfrm>
              <a:off x="2760663" y="440268"/>
              <a:ext cx="450850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rIns="0" anchor="ctr" anchorCtr="0"/>
            <a:p>
              <a:r>
                <a:rPr lang="en-US" altLang="zh-CN" dirty="0">
                  <a:solidFill>
                    <a:srgbClr val="FFFF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01</a:t>
              </a:r>
              <a:endParaRPr lang="zh-CN" altLang="en-US" dirty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9265" name="标题 3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 lIns="91440" tIns="45720" rIns="91440" bIns="45720" anchor="ctr" anchorCtr="0"/>
          <a:p>
            <a:pPr defTabSz="914400">
              <a:buNone/>
            </a:pP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具体设备讲解</a:t>
            </a:r>
            <a:endParaRPr lang="zh-CN" altLang="en-US" kern="1200" baseline="0" dirty="0">
              <a:latin typeface="Arial" panose="020B0604020202020204" pitchFamily="34" charset="0"/>
              <a:ea typeface="黑体" panose="02010609060101010101" pitchFamily="49" charset="-122"/>
              <a:cs typeface="+mj-cs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椭圆 11"/>
          <p:cNvSpPr/>
          <p:nvPr>
            <p:custDataLst>
              <p:tags r:id="rId1"/>
            </p:custDataLst>
          </p:nvPr>
        </p:nvSpPr>
        <p:spPr>
          <a:xfrm>
            <a:off x="6002338" y="3221038"/>
            <a:ext cx="1044575" cy="1044575"/>
          </a:xfrm>
          <a:prstGeom prst="ellipse">
            <a:avLst/>
          </a:prstGeom>
          <a:solidFill>
            <a:schemeClr val="accent1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4" name="椭圆 13"/>
          <p:cNvSpPr/>
          <p:nvPr>
            <p:custDataLst>
              <p:tags r:id="rId2"/>
            </p:custDataLst>
          </p:nvPr>
        </p:nvSpPr>
        <p:spPr>
          <a:xfrm>
            <a:off x="3211513" y="3765550"/>
            <a:ext cx="363538" cy="363538"/>
          </a:xfrm>
          <a:prstGeom prst="ellipse">
            <a:avLst/>
          </a:prstGeom>
          <a:solidFill>
            <a:schemeClr val="accent1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 fontScale="60000" lnSpcReduction="20000"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3" name="椭圆 12"/>
          <p:cNvSpPr/>
          <p:nvPr>
            <p:custDataLst>
              <p:tags r:id="rId3"/>
            </p:custDataLst>
          </p:nvPr>
        </p:nvSpPr>
        <p:spPr>
          <a:xfrm>
            <a:off x="6002338" y="4287838"/>
            <a:ext cx="431800" cy="431800"/>
          </a:xfrm>
          <a:prstGeom prst="ellipse">
            <a:avLst/>
          </a:prstGeom>
          <a:solidFill>
            <a:schemeClr val="accent1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 fontScale="72500"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5" name="椭圆 14"/>
          <p:cNvSpPr/>
          <p:nvPr>
            <p:custDataLst>
              <p:tags r:id="rId4"/>
            </p:custDataLst>
          </p:nvPr>
        </p:nvSpPr>
        <p:spPr>
          <a:xfrm>
            <a:off x="1989138" y="3516313"/>
            <a:ext cx="431800" cy="430213"/>
          </a:xfrm>
          <a:prstGeom prst="ellipse">
            <a:avLst/>
          </a:prstGeom>
          <a:solidFill>
            <a:schemeClr val="accent1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 fontScale="72500"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6" name="椭圆 15"/>
          <p:cNvSpPr/>
          <p:nvPr>
            <p:custDataLst>
              <p:tags r:id="rId5"/>
            </p:custDataLst>
          </p:nvPr>
        </p:nvSpPr>
        <p:spPr>
          <a:xfrm>
            <a:off x="2711450" y="1117600"/>
            <a:ext cx="3621088" cy="3549650"/>
          </a:xfrm>
          <a:prstGeom prst="ellipse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8" name="椭圆 17"/>
          <p:cNvSpPr/>
          <p:nvPr>
            <p:custDataLst>
              <p:tags r:id="rId6"/>
            </p:custDataLst>
          </p:nvPr>
        </p:nvSpPr>
        <p:spPr>
          <a:xfrm>
            <a:off x="2609850" y="4425950"/>
            <a:ext cx="349250" cy="347663"/>
          </a:xfrm>
          <a:prstGeom prst="ellipse">
            <a:avLst/>
          </a:prstGeom>
          <a:solidFill>
            <a:schemeClr val="accent1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 fontScale="52500" lnSpcReduction="20000"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41319" name="标题 4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741363" y="263525"/>
            <a:ext cx="7667625" cy="801688"/>
          </a:xfrm>
        </p:spPr>
        <p:txBody>
          <a:bodyPr lIns="91440" tIns="45720" rIns="91440" bIns="45720" anchor="ctr" anchorCtr="0"/>
          <a:p>
            <a:pPr defTabSz="914400">
              <a:buNone/>
            </a:pP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69kv Transformer</a:t>
            </a:r>
            <a:endParaRPr lang="en-US" altLang="zh-CN" kern="1200" baseline="0" dirty="0">
              <a:latin typeface="Arial" panose="020B060402020202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41320" name="文本占位符 6"/>
          <p:cNvSpPr>
            <a:spLocks noGrp="1"/>
          </p:cNvSpPr>
          <p:nvPr>
            <p:ph type="body" sz="half" idx="2"/>
            <p:custDataLst>
              <p:tags r:id="rId8"/>
            </p:custDataLst>
          </p:nvPr>
        </p:nvSpPr>
        <p:spPr>
          <a:xfrm>
            <a:off x="1343025" y="5381625"/>
            <a:ext cx="6645275" cy="1189038"/>
          </a:xfrm>
        </p:spPr>
        <p:txBody>
          <a:bodyPr lIns="91440" tIns="45720" rIns="91440" bIns="45720" anchor="t" anchorCtr="0"/>
          <a:p>
            <a:pPr defTabSz="914400" fontAlgn="base">
              <a:buSzPct val="130000"/>
              <a:buFontTx/>
              <a:buNone/>
            </a:pP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是变电站的主要设备，升压、降压作用，分为双绕组变压器、三绕组变压器和自耦变压器(即高、低压每相共用一个绕组，从高压绕组中间抽出一个头作为低压绕组的出线的变压器）</a:t>
            </a:r>
            <a:endParaRPr lang="zh-CN" altLang="en-US" kern="1200" baseline="0" dirty="0"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41321" name="图片占位符 1" descr="IRXL~TLBU0V~U(BIUOLL}4N"/>
          <p:cNvPicPr>
            <a:picLocks noGrp="1" noChangeAspect="1"/>
          </p:cNvPicPr>
          <p:nvPr>
            <p:ph type="pic" idx="1"/>
          </p:nvPr>
        </p:nvPicPr>
        <p:blipFill>
          <a:blip r:embed="rId9"/>
          <a:stretch>
            <a:fillRect/>
          </a:stretch>
        </p:blipFill>
        <p:spPr>
          <a:xfrm>
            <a:off x="2389188" y="1065213"/>
            <a:ext cx="4551362" cy="4237037"/>
          </a:xfrm>
        </p:spPr>
      </p:pic>
    </p:spTree>
    <p:custDataLst>
      <p:tags r:id="rId10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1414463" y="1439863"/>
            <a:ext cx="2846388" cy="2655888"/>
          </a:xfrm>
          <a:prstGeom prst="rect">
            <a:avLst/>
          </a:prstGeom>
          <a:solidFill>
            <a:srgbClr val="F9F9F9"/>
          </a:solidFill>
          <a:ln w="9525">
            <a:solidFill>
              <a:srgbClr val="E0E0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4887913" y="1439863"/>
            <a:ext cx="2846388" cy="2655888"/>
          </a:xfrm>
          <a:prstGeom prst="rect">
            <a:avLst/>
          </a:prstGeom>
          <a:solidFill>
            <a:srgbClr val="F9F9F9"/>
          </a:solidFill>
          <a:ln w="9525">
            <a:solidFill>
              <a:srgbClr val="E0E0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fontAlgn="base"/>
            <a:endParaRPr lang="zh-CN" altLang="en-US" sz="1800" strike="noStrike" noProof="1"/>
          </a:p>
        </p:txBody>
      </p:sp>
      <p:sp>
        <p:nvSpPr>
          <p:cNvPr id="143363" name="文本框 8"/>
          <p:cNvSpPr txBox="1"/>
          <p:nvPr>
            <p:custDataLst>
              <p:tags r:id="rId3"/>
            </p:custDataLst>
          </p:nvPr>
        </p:nvSpPr>
        <p:spPr>
          <a:xfrm>
            <a:off x="741363" y="263525"/>
            <a:ext cx="7666037" cy="8032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3200" b="1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Current &amp; Potential Tranformer</a:t>
            </a:r>
            <a:endParaRPr lang="en-US" altLang="zh-CN" sz="3200" b="1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43364" name="文本框 9"/>
          <p:cNvSpPr txBox="1"/>
          <p:nvPr>
            <p:custDataLst>
              <p:tags r:id="rId4"/>
            </p:custDataLst>
          </p:nvPr>
        </p:nvSpPr>
        <p:spPr>
          <a:xfrm>
            <a:off x="1116013" y="4445000"/>
            <a:ext cx="7200900" cy="1781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da-DK" altLang="zh-CN" dirty="0">
                <a:latin typeface="Arial" panose="020B0604020202020204" pitchFamily="34" charset="0"/>
                <a:ea typeface="宋体" panose="02010600030101010101" pitchFamily="2" charset="-122"/>
              </a:rPr>
              <a:t>电压互感器和电流互感器的工作原理与变压器相似，它们把高电压设备和母线的运行电压、大电流即设备和母线的负荷或短路电流按规定比例变成测量仪表、继电保护及控制设备的低电压和小电流。</a:t>
            </a:r>
            <a:r>
              <a:rPr lang="zh-CN" altLang="da-DK" dirty="0">
                <a:latin typeface="Arial" panose="020B0604020202020204" pitchFamily="34" charset="0"/>
                <a:ea typeface="宋体" panose="02010600030101010101" pitchFamily="2" charset="-122"/>
              </a:rPr>
              <a:t>作用是为了检测变电站信号系统。</a:t>
            </a:r>
            <a:endParaRPr lang="zh-CN" altLang="da-DK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43365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9675" y="1601788"/>
            <a:ext cx="2582863" cy="22653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366" name="图片 4"/>
          <p:cNvPicPr>
            <a:picLocks noChangeAspect="1"/>
          </p:cNvPicPr>
          <p:nvPr/>
        </p:nvPicPr>
        <p:blipFill>
          <a:blip r:embed="rId6"/>
          <a:srcRect l="33098" t="-1427" r="-1413" b="1427"/>
          <a:stretch>
            <a:fillRect/>
          </a:stretch>
        </p:blipFill>
        <p:spPr>
          <a:xfrm>
            <a:off x="1670050" y="1535113"/>
            <a:ext cx="2505075" cy="2398712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7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1414463" y="1439863"/>
            <a:ext cx="2846388" cy="2655888"/>
          </a:xfrm>
          <a:prstGeom prst="rect">
            <a:avLst/>
          </a:prstGeom>
          <a:solidFill>
            <a:srgbClr val="F9F9F9"/>
          </a:solidFill>
          <a:ln w="9525">
            <a:solidFill>
              <a:srgbClr val="E0E0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4887913" y="1439863"/>
            <a:ext cx="2846388" cy="2655888"/>
          </a:xfrm>
          <a:prstGeom prst="rect">
            <a:avLst/>
          </a:prstGeom>
          <a:solidFill>
            <a:srgbClr val="F9F9F9"/>
          </a:solidFill>
          <a:ln w="9525">
            <a:solidFill>
              <a:srgbClr val="E0E0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fontAlgn="base"/>
            <a:endParaRPr lang="zh-CN" altLang="en-US" sz="1800" strike="noStrike" noProof="1"/>
          </a:p>
        </p:txBody>
      </p:sp>
      <p:sp>
        <p:nvSpPr>
          <p:cNvPr id="145411" name="文本框 8"/>
          <p:cNvSpPr txBox="1"/>
          <p:nvPr>
            <p:custDataLst>
              <p:tags r:id="rId3"/>
            </p:custDataLst>
          </p:nvPr>
        </p:nvSpPr>
        <p:spPr>
          <a:xfrm>
            <a:off x="741363" y="263525"/>
            <a:ext cx="7666037" cy="8032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3200" b="1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Circuit Breaker &amp; Disconnector</a:t>
            </a:r>
            <a:endParaRPr lang="en-US" altLang="zh-CN" sz="3200" b="1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1116013" y="4445000"/>
            <a:ext cx="7200900" cy="1781175"/>
          </a:xfrm>
          <a:prstGeom prst="rect">
            <a:avLst/>
          </a:prstGeom>
          <a:noFill/>
        </p:spPr>
        <p:txBody>
          <a:bodyPr>
            <a:normAutofit fontScale="90000"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defRPr/>
            </a:pPr>
            <a:r>
              <a:rPr noProof="1" dirty="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断路器在电力系统正常运行情况下用来合上和断开电路；故障时在继电保护装置控制下自动把故障设备和线路断开，还可以有自动重合闸功能。</a:t>
            </a:r>
            <a:endParaRPr noProof="1" dirty="0" smtClean="0"/>
          </a:p>
          <a:p>
            <a:pPr algn="just">
              <a:lnSpc>
                <a:spcPct val="150000"/>
              </a:lnSpc>
              <a:spcBef>
                <a:spcPts val="600"/>
              </a:spcBef>
              <a:defRPr/>
            </a:pPr>
            <a:r>
              <a:rPr noProof="1" dirty="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隔离开关（刀闸）的主要作用是在设备或线路检修时隔离电压，以保证安全。</a:t>
            </a:r>
            <a:endParaRPr noProof="1" dirty="0" smtClean="0"/>
          </a:p>
          <a:p>
            <a:pPr algn="just">
              <a:lnSpc>
                <a:spcPct val="150000"/>
              </a:lnSpc>
              <a:spcBef>
                <a:spcPts val="600"/>
              </a:spcBef>
              <a:defRPr/>
            </a:pPr>
            <a:endParaRPr noProof="1" dirty="0" smtClean="0"/>
          </a:p>
        </p:txBody>
      </p:sp>
      <p:pic>
        <p:nvPicPr>
          <p:cNvPr id="145413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5263" y="1463675"/>
            <a:ext cx="2744787" cy="26320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5414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7913" y="1262063"/>
            <a:ext cx="2846387" cy="2820987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7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1414463" y="1439863"/>
            <a:ext cx="2846388" cy="2655888"/>
          </a:xfrm>
          <a:prstGeom prst="rect">
            <a:avLst/>
          </a:prstGeom>
          <a:solidFill>
            <a:srgbClr val="F9F9F9"/>
          </a:solidFill>
          <a:ln w="9525">
            <a:solidFill>
              <a:srgbClr val="E0E0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4887913" y="1371600"/>
            <a:ext cx="2846388" cy="2655888"/>
          </a:xfrm>
          <a:prstGeom prst="rect">
            <a:avLst/>
          </a:prstGeom>
          <a:solidFill>
            <a:srgbClr val="F9F9F9"/>
          </a:solidFill>
          <a:ln w="9525">
            <a:solidFill>
              <a:srgbClr val="E0E0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fontAlgn="base"/>
            <a:endParaRPr lang="zh-CN" altLang="en-US" sz="1800" strike="noStrike" noProof="1"/>
          </a:p>
        </p:txBody>
      </p:sp>
      <p:sp>
        <p:nvSpPr>
          <p:cNvPr id="147459" name="文本框 8"/>
          <p:cNvSpPr txBox="1"/>
          <p:nvPr>
            <p:custDataLst>
              <p:tags r:id="rId3"/>
            </p:custDataLst>
          </p:nvPr>
        </p:nvSpPr>
        <p:spPr>
          <a:xfrm>
            <a:off x="741363" y="263525"/>
            <a:ext cx="7666037" cy="8032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3200" b="1" dirty="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Surge Arrester &amp; Insulator</a:t>
            </a:r>
            <a:endParaRPr lang="en-US" altLang="zh-CN" sz="3200" b="1" dirty="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47460" name="文本框 9"/>
          <p:cNvSpPr txBox="1"/>
          <p:nvPr>
            <p:custDataLst>
              <p:tags r:id="rId4"/>
            </p:custDataLst>
          </p:nvPr>
        </p:nvSpPr>
        <p:spPr>
          <a:xfrm>
            <a:off x="1116013" y="4445000"/>
            <a:ext cx="7200900" cy="1781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just">
              <a:lnSpc>
                <a:spcPct val="130000"/>
              </a:lnSpc>
              <a:spcBef>
                <a:spcPts val="540"/>
              </a:spcBef>
            </a:pPr>
            <a:r>
              <a:rPr lang="zh-CN" altLang="zh-CN" dirty="0">
                <a:latin typeface="Arial" panose="020B0604020202020204" pitchFamily="34" charset="0"/>
                <a:ea typeface="宋体" panose="02010600030101010101" pitchFamily="2" charset="-122"/>
              </a:rPr>
              <a:t>避雷器的作用是当过电压超过一定限值时，自动对地放电从而降低电压，保护设备，放电后又迅速自动灭弧，保证系统正常运行。</a:t>
            </a:r>
            <a:endParaRPr lang="zh-CN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just">
              <a:lnSpc>
                <a:spcPct val="130000"/>
              </a:lnSpc>
              <a:spcBef>
                <a:spcPts val="540"/>
              </a:spcBef>
            </a:pPr>
            <a:r>
              <a:rPr lang="zh-CN" altLang="zh-CN" dirty="0">
                <a:latin typeface="Arial" panose="020B0604020202020204" pitchFamily="34" charset="0"/>
                <a:ea typeface="宋体" panose="02010600030101010101" pitchFamily="2" charset="-122"/>
              </a:rPr>
              <a:t>绝缘子的主要功能是实现电气绝缘和机械固定。</a:t>
            </a:r>
            <a:endParaRPr lang="zh-CN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just">
              <a:lnSpc>
                <a:spcPct val="130000"/>
              </a:lnSpc>
              <a:spcBef>
                <a:spcPts val="540"/>
              </a:spcBef>
            </a:pPr>
            <a:endParaRPr lang="zh-CN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47461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0975" y="1558925"/>
            <a:ext cx="2809875" cy="24177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7462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7913" y="1428750"/>
            <a:ext cx="2771775" cy="2541588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7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椭圆 11"/>
          <p:cNvSpPr/>
          <p:nvPr>
            <p:custDataLst>
              <p:tags r:id="rId1"/>
            </p:custDataLst>
          </p:nvPr>
        </p:nvSpPr>
        <p:spPr>
          <a:xfrm>
            <a:off x="6002338" y="3221038"/>
            <a:ext cx="1044575" cy="1044575"/>
          </a:xfrm>
          <a:prstGeom prst="ellipse">
            <a:avLst/>
          </a:prstGeom>
          <a:solidFill>
            <a:schemeClr val="accent1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4" name="椭圆 13"/>
          <p:cNvSpPr/>
          <p:nvPr>
            <p:custDataLst>
              <p:tags r:id="rId2"/>
            </p:custDataLst>
          </p:nvPr>
        </p:nvSpPr>
        <p:spPr>
          <a:xfrm>
            <a:off x="3211513" y="3765550"/>
            <a:ext cx="363538" cy="363538"/>
          </a:xfrm>
          <a:prstGeom prst="ellipse">
            <a:avLst/>
          </a:prstGeom>
          <a:solidFill>
            <a:schemeClr val="accent1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 fontScale="60000" lnSpcReduction="20000"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3" name="椭圆 12"/>
          <p:cNvSpPr/>
          <p:nvPr>
            <p:custDataLst>
              <p:tags r:id="rId3"/>
            </p:custDataLst>
          </p:nvPr>
        </p:nvSpPr>
        <p:spPr>
          <a:xfrm>
            <a:off x="6002338" y="4287838"/>
            <a:ext cx="431800" cy="431800"/>
          </a:xfrm>
          <a:prstGeom prst="ellipse">
            <a:avLst/>
          </a:prstGeom>
          <a:solidFill>
            <a:schemeClr val="accent1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 fontScale="72500"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5" name="椭圆 14"/>
          <p:cNvSpPr/>
          <p:nvPr>
            <p:custDataLst>
              <p:tags r:id="rId4"/>
            </p:custDataLst>
          </p:nvPr>
        </p:nvSpPr>
        <p:spPr>
          <a:xfrm>
            <a:off x="1989138" y="3516313"/>
            <a:ext cx="431800" cy="430213"/>
          </a:xfrm>
          <a:prstGeom prst="ellipse">
            <a:avLst/>
          </a:prstGeom>
          <a:solidFill>
            <a:schemeClr val="accent1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 fontScale="72500"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6" name="椭圆 15"/>
          <p:cNvSpPr/>
          <p:nvPr>
            <p:custDataLst>
              <p:tags r:id="rId5"/>
            </p:custDataLst>
          </p:nvPr>
        </p:nvSpPr>
        <p:spPr>
          <a:xfrm>
            <a:off x="2711450" y="1117600"/>
            <a:ext cx="3621088" cy="3549650"/>
          </a:xfrm>
          <a:prstGeom prst="ellipse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8" name="椭圆 17"/>
          <p:cNvSpPr/>
          <p:nvPr>
            <p:custDataLst>
              <p:tags r:id="rId6"/>
            </p:custDataLst>
          </p:nvPr>
        </p:nvSpPr>
        <p:spPr>
          <a:xfrm>
            <a:off x="2609850" y="4425950"/>
            <a:ext cx="349250" cy="347663"/>
          </a:xfrm>
          <a:prstGeom prst="ellipse">
            <a:avLst/>
          </a:prstGeom>
          <a:solidFill>
            <a:schemeClr val="accent1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 fontScale="52500" lnSpcReduction="20000"/>
          </a:bodyPr>
          <a:lstStyle/>
          <a:p>
            <a:pPr algn="ctr" eaLnBrk="1" fontAlgn="base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strike="noStrike" noProof="1"/>
          </a:p>
        </p:txBody>
      </p:sp>
      <p:sp>
        <p:nvSpPr>
          <p:cNvPr id="149511" name="标题 4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741363" y="263525"/>
            <a:ext cx="7667625" cy="801688"/>
          </a:xfrm>
        </p:spPr>
        <p:txBody>
          <a:bodyPr lIns="91440" tIns="45720" rIns="91440" bIns="45720" anchor="ctr" anchorCtr="0"/>
          <a:p>
            <a:pPr defTabSz="914400">
              <a:buNone/>
            </a:pP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Switchgear</a:t>
            </a:r>
            <a:endParaRPr lang="en-US" altLang="zh-CN" kern="1200" baseline="0" dirty="0">
              <a:latin typeface="Arial" panose="020B060402020202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/>
            <p:custDataLst>
              <p:tags r:id="rId8"/>
            </p:custDataLst>
          </p:nvPr>
        </p:nvSpPr>
        <p:spPr>
          <a:xfrm>
            <a:off x="1368425" y="4719638"/>
            <a:ext cx="6645275" cy="1695450"/>
          </a:xfrm>
        </p:spPr>
        <p:txBody>
          <a:bodyPr>
            <a:normAutofit fontScale="90000" lnSpcReduction="10000"/>
          </a:bodyPr>
          <a:lstStyle/>
          <a:p>
            <a:pPr marL="0" marR="0" indent="0" algn="just" defTabSz="914400" rtl="0" eaLnBrk="1" fontAlgn="auto" latinLnBrk="0" hangingPunct="1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130000"/>
              <a:buFontTx/>
              <a:buNone/>
            </a:pPr>
            <a:r>
              <a:rPr kumimoji="0" lang="zh-CN" altLang="en-US" sz="18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控制柜是按电气接线要求将开关设备、测量仪表、保护电器和辅助设备组装在封闭或半封闭金属柜中或屏幅上，其布置应满足电力系统正常运行的要求，便于检修，不危及人身及周围设备的安全。正常运行时可借助手动或自动开关接通或分断电路。故障或不正常运行时借助保护电器</a:t>
            </a:r>
            <a:r>
              <a:rPr kumimoji="0" lang="zh-CN" altLang="en-US" sz="1800" b="0" i="0" u="none" strike="noStrike" kern="1200" cap="none" spc="0" normalizeH="0" baseline="0" noProof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rPr>
              <a:t>切断电路或报警</a:t>
            </a:r>
            <a:r>
              <a:rPr kumimoji="0" lang="zh-CN" altLang="en-US" sz="18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。借测量仪表可显示运行中的各种参数，还可对某些电气参数进行</a:t>
            </a:r>
            <a:r>
              <a:rPr kumimoji="0" lang="zh-CN" altLang="en-US" sz="1800" b="0" i="0" u="none" strike="noStrike" kern="1200" cap="none" spc="0" normalizeH="0" baseline="0" noProof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rPr>
              <a:t>调整</a:t>
            </a:r>
            <a:r>
              <a:rPr kumimoji="0" lang="zh-CN" altLang="en-US" sz="18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，对偏离正常工作状态进行</a:t>
            </a:r>
            <a:r>
              <a:rPr kumimoji="0" lang="zh-CN" altLang="en-US" sz="1800" b="0" i="0" u="none" strike="noStrike" kern="1200" cap="none" spc="0" normalizeH="0" baseline="0" noProof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rPr>
              <a:t>提示或发出信号</a:t>
            </a:r>
            <a:r>
              <a:rPr kumimoji="0" lang="zh-CN" altLang="en-US" sz="18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。</a:t>
            </a:r>
            <a:endParaRPr kumimoji="0" lang="zh-CN" altLang="en-US" sz="18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49513" name="图片占位符 3"/>
          <p:cNvPicPr>
            <a:picLocks noGrp="1" noChangeAspect="1"/>
          </p:cNvPicPr>
          <p:nvPr>
            <p:ph type="pic" idx="1"/>
          </p:nvPr>
        </p:nvPicPr>
        <p:blipFill>
          <a:blip r:embed="rId9"/>
          <a:stretch>
            <a:fillRect/>
          </a:stretch>
        </p:blipFill>
        <p:spPr>
          <a:xfrm>
            <a:off x="2347913" y="1339850"/>
            <a:ext cx="4448175" cy="3105150"/>
          </a:xfrm>
        </p:spPr>
      </p:pic>
    </p:spTree>
    <p:custDataLst>
      <p:tags r:id="rId10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889000" y="2263775"/>
            <a:ext cx="50800" cy="198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 fontAlgn="base"/>
            <a:endParaRPr lang="zh-CN" altLang="en-US" sz="1800" strike="noStrike" noProof="1"/>
          </a:p>
        </p:txBody>
      </p:sp>
      <p:sp>
        <p:nvSpPr>
          <p:cNvPr id="151554" name="标题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112838" y="1011238"/>
            <a:ext cx="7000875" cy="584200"/>
          </a:xfrm>
        </p:spPr>
        <p:txBody>
          <a:bodyPr wrap="square" lIns="91440" tIns="45720" rIns="91440" bIns="45720" anchor="t" anchorCtr="0"/>
          <a:p>
            <a:pPr algn="ctr" defTabSz="914400">
              <a:buNone/>
            </a:pPr>
            <a:r>
              <a:rPr lang="zh-CN" altLang="en-US" kern="1200" baseline="0" dirty="0">
                <a:solidFill>
                  <a:srgbClr val="4A890B"/>
                </a:solidFill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引申</a:t>
            </a:r>
            <a:endParaRPr lang="zh-CN" altLang="en-US" kern="1200" baseline="0" dirty="0">
              <a:solidFill>
                <a:srgbClr val="4A890B"/>
              </a:solidFill>
              <a:latin typeface="Arial" panose="020B060402020202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51555" name="内容占位符 5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112838" y="2217738"/>
            <a:ext cx="7002462" cy="3455987"/>
          </a:xfrm>
        </p:spPr>
        <p:txBody>
          <a:bodyPr wrap="square" lIns="91440" tIns="45720" rIns="91440" bIns="45720" anchor="ctr" anchorCtr="0"/>
          <a:p>
            <a:pPr defTabSz="914400" fontAlgn="base">
              <a:buSzPct val="130000"/>
              <a:buFontTx/>
              <a:buNone/>
            </a:pPr>
            <a:r>
              <a:rPr lang="zh-CN" altLang="en-US" sz="2000" kern="1200" baseline="0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一个完整的电力系统包括：发电 输电 变电 配电 以及用电；</a:t>
            </a:r>
            <a:endParaRPr lang="zh-CN" altLang="en-US" sz="2000" kern="1200" baseline="0" dirty="0"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defTabSz="914400" fontAlgn="base">
              <a:buSzPct val="130000"/>
              <a:buFontTx/>
              <a:buNone/>
            </a:pPr>
            <a:r>
              <a:rPr lang="zh-CN" altLang="en-US" sz="2000" kern="1200" baseline="0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发电即利用发电动力装置将水能、化石燃料(煤炭、石油、天然气等)的热能、核能以及太阳能、风能、地热能、海洋能等转换为电力。现在发电多用化石燃料，但化石燃料的资源不多，日渐枯竭，人类已渐渐较多的使用可再生能源（水能、太阳能、风能、地热能、海洋能等）来发电。今天所讲到的只是变电系统，以及其中的部分主要组成设备。</a:t>
            </a:r>
            <a:endParaRPr lang="zh-CN" altLang="en-US" sz="2000" kern="1200" baseline="0" dirty="0"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defTabSz="914400" fontAlgn="base">
              <a:buSzPct val="130000"/>
              <a:buFontTx/>
              <a:buNone/>
            </a:pPr>
            <a:r>
              <a:rPr lang="zh-CN" altLang="en-US" sz="2000" kern="1200" baseline="0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以后还会跟大家讲其他方面的内容。</a:t>
            </a:r>
            <a:endParaRPr lang="zh-CN" altLang="en-US" sz="2000" kern="1200" baseline="0" dirty="0"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889000" y="2263775"/>
            <a:ext cx="50800" cy="14049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 fontAlgn="base"/>
            <a:endParaRPr lang="zh-CN" altLang="en-US" sz="1800" strike="noStrike" noProof="1"/>
          </a:p>
        </p:txBody>
      </p:sp>
      <p:sp>
        <p:nvSpPr>
          <p:cNvPr id="153602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112838" y="1011238"/>
            <a:ext cx="7000875" cy="584200"/>
          </a:xfrm>
        </p:spPr>
        <p:txBody>
          <a:bodyPr wrap="square" lIns="91440" tIns="45720" rIns="91440" bIns="45720" anchor="t" anchorCtr="0"/>
          <a:p>
            <a:pPr algn="ctr" defTabSz="914400">
              <a:buNone/>
            </a:pPr>
            <a:r>
              <a:rPr lang="zh-CN" altLang="en-US" kern="1200" baseline="0" dirty="0">
                <a:solidFill>
                  <a:srgbClr val="4A890B"/>
                </a:solidFill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总结与作业</a:t>
            </a:r>
            <a:endParaRPr lang="zh-CN" altLang="en-US" kern="1200" baseline="0" dirty="0">
              <a:solidFill>
                <a:srgbClr val="4A890B"/>
              </a:solidFill>
              <a:latin typeface="Arial" panose="020B060402020202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53603" name="内容占位符 3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1112838" y="2263775"/>
            <a:ext cx="7000875" cy="1803400"/>
          </a:xfrm>
        </p:spPr>
        <p:txBody>
          <a:bodyPr wrap="square" lIns="91440" tIns="45720" rIns="91440" bIns="45720" anchor="ctr" anchorCtr="0"/>
          <a:p>
            <a:pPr algn="ctr" defTabSz="914400">
              <a:buSzPct val="130000"/>
              <a:buFontTx/>
              <a:buNone/>
            </a:pPr>
            <a:r>
              <a:rPr lang="zh-CN" altLang="en-US" sz="2000" kern="1200" baseline="0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总结：变电站定义？分类？主要设备？</a:t>
            </a:r>
            <a:endParaRPr lang="zh-CN" altLang="en-US" sz="2000" kern="1200" baseline="0" dirty="0"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algn="ctr" defTabSz="914400">
              <a:buSzPct val="130000"/>
              <a:buFontTx/>
              <a:buNone/>
            </a:pPr>
            <a:r>
              <a:rPr lang="zh-CN" altLang="en-US" sz="2000" kern="1200" baseline="0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作业</a:t>
            </a:r>
            <a:r>
              <a:rPr lang="en-US" altLang="zh-CN" sz="2000" kern="1200" baseline="0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: </a:t>
            </a:r>
            <a:r>
              <a:rPr lang="zh-CN" altLang="en-US" sz="2000" kern="1200" baseline="0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了解变压器的主要部件及制作工艺</a:t>
            </a:r>
            <a:endParaRPr lang="zh-CN" altLang="en-US" sz="2000" kern="1200" baseline="0" dirty="0"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algn="ctr" defTabSz="914400">
              <a:buSzPct val="130000"/>
              <a:buFontTx/>
              <a:buNone/>
            </a:pPr>
            <a:endParaRPr lang="en-US" altLang="zh-CN" sz="2000" kern="1200" baseline="0" dirty="0"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5649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778000" y="2322513"/>
            <a:ext cx="5659438" cy="1198562"/>
          </a:xfrm>
        </p:spPr>
        <p:txBody>
          <a:bodyPr lIns="91440" tIns="45720" rIns="91440" bIns="45720" anchor="t" anchorCtr="0"/>
          <a:p>
            <a:pPr defTabSz="914400">
              <a:buNone/>
            </a:pPr>
            <a:r>
              <a:rPr lang="en-US" altLang="zh-CN" kern="1200" baseline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THANKS</a:t>
            </a:r>
            <a:endParaRPr lang="en-US" altLang="zh-CN" kern="1200" baseline="0">
              <a:latin typeface="Arial" panose="020B060402020202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55650" name="文本框 2"/>
          <p:cNvSpPr txBox="1"/>
          <p:nvPr/>
        </p:nvSpPr>
        <p:spPr>
          <a:xfrm>
            <a:off x="2981325" y="4694555"/>
            <a:ext cx="3713480" cy="3708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>
              <a:lnSpc>
                <a:spcPct val="130000"/>
              </a:lnSpc>
            </a:pPr>
            <a:r>
              <a:rPr lang="zh-CN" altLang="zh-CN" sz="1400" dirty="0">
                <a:solidFill>
                  <a:srgbClr val="979797"/>
                </a:solidFill>
                <a:ea typeface="黑体" panose="02010609060101010101" pitchFamily="49" charset="-122"/>
                <a:sym typeface="+mn-ea"/>
              </a:rPr>
              <a:t>沈阳节奏能源科技有限公司</a:t>
            </a:r>
            <a:r>
              <a:rPr lang="en-US" altLang="zh-CN" sz="1400" dirty="0">
                <a:solidFill>
                  <a:srgbClr val="979797"/>
                </a:solidFill>
                <a:ea typeface="黑体" panose="02010609060101010101" pitchFamily="49" charset="-122"/>
                <a:sym typeface="+mn-ea"/>
              </a:rPr>
              <a:t> </a:t>
            </a:r>
            <a:r>
              <a:rPr lang="zh-CN" altLang="zh-CN" sz="1400" dirty="0">
                <a:solidFill>
                  <a:srgbClr val="97979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电力部</a:t>
            </a:r>
            <a:endParaRPr lang="zh-CN" altLang="zh-CN" sz="1400" dirty="0">
              <a:solidFill>
                <a:srgbClr val="979797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b"/>
  <p:tag name="KSO_WM_UNIT_INDEX" val="1"/>
  <p:tag name="KSO_WM_UNIT_ID" val="custom159_1*b*1"/>
  <p:tag name="KSO_WM_UNIT_CLEAR" val="1"/>
  <p:tag name="KSO_WM_UNIT_LAYERLEVEL" val="1"/>
  <p:tag name="KSO_WM_UNIT_VALUE" val="23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a"/>
  <p:tag name="KSO_WM_UNIT_INDEX" val="1"/>
  <p:tag name="KSO_WM_UNIT_ID" val="custom159_1*a*1"/>
  <p:tag name="KSO_WM_UNIT_CLEAR" val="1"/>
  <p:tag name="KSO_WM_UNIT_LAYERLEVEL" val="1"/>
  <p:tag name="KSO_WM_UNIT_VALUE" val="34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.xml><?xml version="1.0" encoding="utf-8"?>
<p:tagLst xmlns:p="http://schemas.openxmlformats.org/presentationml/2006/main">
  <p:tag name="KSO_WM_TEMPLATE_THUMBS_INDEX" val="1、9、12、15、19、24、28、30"/>
  <p:tag name="KSO_WM_TEMPLATE_CATEGORY" val="custom"/>
  <p:tag name="KSO_WM_TEMPLATE_INDEX" val="159"/>
  <p:tag name="KSO_WM_SLIDE_ID" val="custom159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  <p:tag name="KSO_WM_TAG_VERSION" val="1.0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ID" val="custom159_2*a*1"/>
  <p:tag name="KSO_WM_UNIT_TYPE" val="a"/>
  <p:tag name="KSO_WM_UNIT_INDEX" val="1"/>
  <p:tag name="KSO_WM_UNIT_CLEAR" val="1"/>
  <p:tag name="KSO_WM_UNIT_LAYERLEVEL" val="1"/>
  <p:tag name="KSO_WM_UNIT_VALUE" val="44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f"/>
  <p:tag name="KSO_WM_UNIT_INDEX" val="1"/>
  <p:tag name="KSO_WM_UNIT_ID" val="custom159_2*f*1"/>
  <p:tag name="KSO_WM_UNIT_CLEAR" val="1"/>
  <p:tag name="KSO_WM_UNIT_LAYERLEVEL" val="1"/>
  <p:tag name="KSO_WM_UNIT_VALUE" val="434"/>
  <p:tag name="KSO_WM_UNIT_HIGHLIGHT" val="0"/>
  <p:tag name="KSO_WM_UNIT_COMPATIBLE" val="0"/>
  <p:tag name="KSO_WM_UNIT_PRESET_TEXT_INDEX" val="5"/>
  <p:tag name="KSO_WM_UNIT_PRESET_TEXT_LEN" val="232"/>
</p:tagLst>
</file>

<file path=ppt/tags/tag6.xml><?xml version="1.0" encoding="utf-8"?>
<p:tagLst xmlns:p="http://schemas.openxmlformats.org/presentationml/2006/main">
  <p:tag name="KSO_WM_SLIDE_ID" val="custom159_2"/>
  <p:tag name="KSO_WM_SLIDE_INDEX" val="2"/>
  <p:tag name="KSO_WM_SLIDE_LAYOUT" val="a_f"/>
  <p:tag name="KSO_WM_SLIDE_LAYOUT_CNT" val="1_1"/>
  <p:tag name="KSO_WM_SLIDE_TYPE" val="text"/>
  <p:tag name="KSO_WM_BEAUTIFY_FLAG" val="#wm#"/>
  <p:tag name="KSO_WM_SLIDE_POSITION" val="36*126"/>
  <p:tag name="KSO_WM_SLIDE_SIZE" val="648*391"/>
  <p:tag name="KSO_WM_SLIDE_ITEM_CNT" val="1"/>
  <p:tag name="KSO_WM_TEMPLATE_CATEGORY" val="custom"/>
  <p:tag name="KSO_WM_TEMPLATE_INDEX" val="159"/>
  <p:tag name="KSO_WM_TAG_VERSION" val="1.0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a"/>
  <p:tag name="KSO_WM_UNIT_INDEX" val="1"/>
  <p:tag name="KSO_WM_UNIT_ID" val="custom159_5*a*1"/>
  <p:tag name="KSO_WM_UNIT_CLEAR" val="1"/>
  <p:tag name="KSO_WM_UNIT_LAYERLEVEL" val="1"/>
  <p:tag name="KSO_WM_UNIT_VALUE" val="21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f"/>
  <p:tag name="KSO_WM_UNIT_INDEX" val="1"/>
  <p:tag name="KSO_WM_UNIT_ID" val="custom159_5*f*1"/>
  <p:tag name="KSO_WM_UNIT_CLEAR" val="1"/>
  <p:tag name="KSO_WM_UNIT_LAYERLEVEL" val="1"/>
  <p:tag name="KSO_WM_UNIT_VALUE" val="66"/>
  <p:tag name="KSO_WM_UNIT_HIGHLIGHT" val="0"/>
  <p:tag name="KSO_WM_UNIT_COMPATIBLE" val="0"/>
  <p:tag name="KSO_WM_UNIT_PRESET_TEXT_INDEX" val="5"/>
  <p:tag name="KSO_WM_UNIT_PRESET_TEXT_LEN" val="125"/>
</p:tagLst>
</file>

<file path=ppt/tags/tag9.xml><?xml version="1.0" encoding="utf-8"?>
<p:tagLst xmlns:p="http://schemas.openxmlformats.org/presentationml/2006/main">
  <p:tag name="KSO_WM_TEMPLATE_CATEGORY" val="custom"/>
  <p:tag name="KSO_WM_TEMPLATE_INDEX" val="159"/>
  <p:tag name="KSO_WM_TAG_VERSION" val="1.0"/>
  <p:tag name="KSO_WM_SLIDE_ID" val="custom159_5"/>
  <p:tag name="KSO_WM_SLIDE_INDEX" val="5"/>
  <p:tag name="KSO_WM_SLIDE_ITEM_CNT" val="2"/>
  <p:tag name="KSO_WM_SLIDE_LAYOUT" val="a_f_d"/>
  <p:tag name="KSO_WM_SLIDE_LAYOUT_CNT" val="1_1_1"/>
  <p:tag name="KSO_WM_SLIDE_TYPE" val="text"/>
  <p:tag name="KSO_WM_BEAUTIFY_FLAG" val="#wm#"/>
  <p:tag name="KSO_WM_SLIDE_POSITION" val="49*103"/>
  <p:tag name="KSO_WM_SLIDE_SIZE" val="622*397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a"/>
  <p:tag name="KSO_WM_UNIT_INDEX" val="1"/>
  <p:tag name="KSO_WM_UNIT_ID" val="custom159_6*a*1"/>
  <p:tag name="KSO_WM_UNIT_CLEAR" val="1"/>
  <p:tag name="KSO_WM_UNIT_LAYERLEVEL" val="1"/>
  <p:tag name="KSO_WM_UNIT_ISCONTENTSTITLE" val="1"/>
  <p:tag name="KSO_WM_UNIT_VALUE" val="14"/>
  <p:tag name="KSO_WM_UNIT_HIGHLIGHT" val="0"/>
  <p:tag name="KSO_WM_UNIT_COMPATIBLE" val="0"/>
  <p:tag name="KSO_WM_UNIT_PRESET_TEXT" val="&#13;CONTENTS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l_i"/>
  <p:tag name="KSO_WM_UNIT_INDEX" val="1_9"/>
  <p:tag name="KSO_WM_UNIT_ID" val="custom159_6*l_i*1_9"/>
  <p:tag name="KSO_WM_UNIT_CLEAR" val="1"/>
  <p:tag name="KSO_WM_UNIT_LAYERLEVEL" val="1_1"/>
  <p:tag name="KSO_WM_DIAGRAM_GROUP_CODE" val="l1-1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l_h_f"/>
  <p:tag name="KSO_WM_UNIT_INDEX" val="1_1_1"/>
  <p:tag name="KSO_WM_UNIT_ID" val="custom159_6*l_h_f*1_1_1"/>
  <p:tag name="KSO_WM_UNIT_CLEAR" val="1"/>
  <p:tag name="KSO_WM_UNIT_LAYERLEVEL" val="1_1_1"/>
  <p:tag name="KSO_WM_UNIT_VALUE" val="22"/>
  <p:tag name="KSO_WM_UNIT_HIGHLIGHT" val="0"/>
  <p:tag name="KSO_WM_UNIT_COMPATIBLE" val="0"/>
  <p:tag name="KSO_WM_UNIT_PRESET_TEXT_INDEX" val="3"/>
  <p:tag name="KSO_WM_UNIT_PRESET_TEXT_LEN" val="17"/>
  <p:tag name="KSO_WM_DIAGRAM_GROUP_CODE" val="l1-1"/>
  <p:tag name="KSO_WM_UNIT_FILL_FORE_SCHEMECOLOR_INDEX" val="5"/>
  <p:tag name="KSO_WM_UNIT_FILL_TYPE" val="1"/>
  <p:tag name="KSO_WM_UNIT_USESOURCEFORMAT_APPLY" val="1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l_i"/>
  <p:tag name="KSO_WM_UNIT_INDEX" val="1_10"/>
  <p:tag name="KSO_WM_UNIT_ID" val="custom159_6*l_i*1_10"/>
  <p:tag name="KSO_WM_UNIT_CLEAR" val="1"/>
  <p:tag name="KSO_WM_UNIT_LAYERLEVEL" val="1_1"/>
  <p:tag name="KSO_WM_DIAGRAM_GROUP_CODE" val="l1-1"/>
  <p:tag name="KSO_WM_UNIT_USESOURCEFORMAT_APPLY" val="1"/>
</p:tagLst>
</file>

<file path=ppt/tags/tag14.xml><?xml version="1.0" encoding="utf-8"?>
<p:tagLst xmlns:p="http://schemas.openxmlformats.org/presentationml/2006/main">
  <p:tag name="KSO_WM_TEMPLATE_CATEGORY" val="custom"/>
  <p:tag name="KSO_WM_TEMPLATE_INDEX" val="159"/>
  <p:tag name="KSO_WM_SLIDE_ID" val="custom159_6"/>
  <p:tag name="KSO_WM_SLIDE_INDEX" val="6"/>
  <p:tag name="KSO_WM_SLIDE_ITEM_CNT" val="1"/>
  <p:tag name="KSO_WM_SLIDE_LAYOUT" val="a_l"/>
  <p:tag name="KSO_WM_SLIDE_LAYOUT_CNT" val="1_1"/>
  <p:tag name="KSO_WM_SLIDE_TYPE" val="contents"/>
  <p:tag name="KSO_WM_BEAUTIFY_FLAG" val="#wm#"/>
  <p:tag name="KSO_WM_TAG_VERSION" val="1.0"/>
  <p:tag name="KSO_WM_SLIDE_POSITION" val="199*244"/>
  <p:tag name="KSO_WM_SLIDE_SIZE" val="431*40"/>
  <p:tag name="KSO_WM_DIAGRAM_GROUP_CODE" val="l1-1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a"/>
  <p:tag name="KSO_WM_UNIT_INDEX" val="1"/>
  <p:tag name="KSO_WM_UNIT_ID" val="custom159_7*a*1"/>
  <p:tag name="KSO_WM_UNIT_CLEAR" val="1"/>
  <p:tag name="KSO_WM_UNIT_LAYERLEVEL" val="1"/>
  <p:tag name="KSO_WM_UNIT_ISCONTENTSTITLE" val="1"/>
  <p:tag name="KSO_WM_UNIT_VALUE" val="14"/>
  <p:tag name="KSO_WM_UNIT_HIGHLIGHT" val="0"/>
  <p:tag name="KSO_WM_UNIT_COMPATIBLE" val="0"/>
  <p:tag name="KSO_WM_UNIT_PRESET_TEXT" val="&#13;CONTENTS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l_i"/>
  <p:tag name="KSO_WM_UNIT_INDEX" val="1_9"/>
  <p:tag name="KSO_WM_UNIT_ID" val="custom159_7*l_i*1_9"/>
  <p:tag name="KSO_WM_UNIT_CLEAR" val="1"/>
  <p:tag name="KSO_WM_UNIT_LAYERLEVEL" val="1_1"/>
  <p:tag name="KSO_WM_DIAGRAM_GROUP_CODE" val="l1-1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l_h_f"/>
  <p:tag name="KSO_WM_UNIT_INDEX" val="1_1_1"/>
  <p:tag name="KSO_WM_UNIT_ID" val="custom159_7*l_h_f*1_1_1"/>
  <p:tag name="KSO_WM_UNIT_CLEAR" val="1"/>
  <p:tag name="KSO_WM_UNIT_LAYERLEVEL" val="1_1_1"/>
  <p:tag name="KSO_WM_UNIT_VALUE" val="22"/>
  <p:tag name="KSO_WM_UNIT_HIGHLIGHT" val="0"/>
  <p:tag name="KSO_WM_UNIT_COMPATIBLE" val="0"/>
  <p:tag name="KSO_WM_UNIT_PRESET_TEXT_INDEX" val="3"/>
  <p:tag name="KSO_WM_UNIT_PRESET_TEXT_LEN" val="17"/>
  <p:tag name="KSO_WM_DIAGRAM_GROUP_CODE" val="l1-1"/>
  <p:tag name="KSO_WM_UNIT_FILL_FORE_SCHEMECOLOR_INDEX" val="5"/>
  <p:tag name="KSO_WM_UNIT_FILL_TYPE" val="1"/>
  <p:tag name="KSO_WM_UNIT_USESOURCEFORMAT_APPLY" val="1"/>
</p:tagLst>
</file>

<file path=ppt/tags/tag1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l_i"/>
  <p:tag name="KSO_WM_UNIT_INDEX" val="1_10"/>
  <p:tag name="KSO_WM_UNIT_ID" val="custom159_7*l_i*1_10"/>
  <p:tag name="KSO_WM_UNIT_CLEAR" val="1"/>
  <p:tag name="KSO_WM_UNIT_LAYERLEVEL" val="1_1"/>
  <p:tag name="KSO_WM_DIAGRAM_GROUP_CODE" val="l1-1"/>
  <p:tag name="KSO_WM_UNIT_USESOURCEFORMAT_APPLY" val="1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l_i"/>
  <p:tag name="KSO_WM_UNIT_INDEX" val="1_11"/>
  <p:tag name="KSO_WM_UNIT_ID" val="custom159_7*l_i*1_11"/>
  <p:tag name="KSO_WM_UNIT_CLEAR" val="1"/>
  <p:tag name="KSO_WM_UNIT_LAYERLEVEL" val="1_1"/>
  <p:tag name="KSO_WM_DIAGRAM_GROUP_CODE" val="l1-1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l_h_f"/>
  <p:tag name="KSO_WM_UNIT_INDEX" val="1_2_1"/>
  <p:tag name="KSO_WM_UNIT_ID" val="custom159_7*l_h_f*1_2_1"/>
  <p:tag name="KSO_WM_UNIT_CLEAR" val="1"/>
  <p:tag name="KSO_WM_UNIT_LAYERLEVEL" val="1_1_1"/>
  <p:tag name="KSO_WM_UNIT_VALUE" val="22"/>
  <p:tag name="KSO_WM_UNIT_HIGHLIGHT" val="0"/>
  <p:tag name="KSO_WM_UNIT_COMPATIBLE" val="0"/>
  <p:tag name="KSO_WM_UNIT_PRESET_TEXT_INDEX" val="3"/>
  <p:tag name="KSO_WM_UNIT_PRESET_TEXT_LEN" val="17"/>
  <p:tag name="KSO_WM_DIAGRAM_GROUP_CODE" val="l1-1"/>
  <p:tag name="KSO_WM_UNIT_FILL_FORE_SCHEMECOLOR_INDEX" val="5"/>
  <p:tag name="KSO_WM_UNIT_FILL_TYPE" val="1"/>
  <p:tag name="KSO_WM_UNIT_USESOURCEFORMAT_APPLY" val="1"/>
</p:tagLst>
</file>

<file path=ppt/tags/tag2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l_i"/>
  <p:tag name="KSO_WM_UNIT_INDEX" val="1_12"/>
  <p:tag name="KSO_WM_UNIT_ID" val="custom159_7*l_i*1_12"/>
  <p:tag name="KSO_WM_UNIT_CLEAR" val="1"/>
  <p:tag name="KSO_WM_UNIT_LAYERLEVEL" val="1_1"/>
  <p:tag name="KSO_WM_DIAGRAM_GROUP_CODE" val="l1-1"/>
  <p:tag name="KSO_WM_UNIT_USESOURCEFORMAT_APPLY" val="1"/>
</p:tagLst>
</file>

<file path=ppt/tags/tag22.xml><?xml version="1.0" encoding="utf-8"?>
<p:tagLst xmlns:p="http://schemas.openxmlformats.org/presentationml/2006/main">
  <p:tag name="KSO_WM_TEMPLATE_CATEGORY" val="custom"/>
  <p:tag name="KSO_WM_TEMPLATE_INDEX" val="159"/>
  <p:tag name="KSO_WM_SLIDE_ID" val="custom159_7"/>
  <p:tag name="KSO_WM_SLIDE_INDEX" val="7"/>
  <p:tag name="KSO_WM_SLIDE_ITEM_CNT" val="2"/>
  <p:tag name="KSO_WM_SLIDE_LAYOUT" val="a_l"/>
  <p:tag name="KSO_WM_SLIDE_LAYOUT_CNT" val="1_1"/>
  <p:tag name="KSO_WM_SLIDE_TYPE" val="contents"/>
  <p:tag name="KSO_WM_BEAUTIFY_FLAG" val="#wm#"/>
  <p:tag name="KSO_WM_TAG_VERSION" val="1.0"/>
  <p:tag name="KSO_WM_SLIDE_POSITION" val="199*167"/>
  <p:tag name="KSO_WM_SLIDE_SIZE" val="431*187"/>
  <p:tag name="KSO_WM_DIAGRAM_GROUP_CODE" val="l1-1"/>
</p:tagLst>
</file>

<file path=ppt/tags/tag2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a"/>
  <p:tag name="KSO_WM_UNIT_INDEX" val="1"/>
  <p:tag name="KSO_WM_UNIT_ID" val="custom159_9*a*1"/>
  <p:tag name="KSO_WM_UNIT_CLEAR" val="1"/>
  <p:tag name="KSO_WM_UNIT_LAYERLEVEL" val="1"/>
  <p:tag name="KSO_WM_UNIT_ISCONTENTSTITLE" val="1"/>
  <p:tag name="KSO_WM_UNIT_VALUE" val="14"/>
  <p:tag name="KSO_WM_UNIT_HIGHLIGHT" val="0"/>
  <p:tag name="KSO_WM_UNIT_COMPATIBLE" val="0"/>
  <p:tag name="KSO_WM_UNIT_PRESET_TEXT" val="&#13;CONTENTS"/>
</p:tagLst>
</file>

<file path=ppt/tags/tag2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l_i"/>
  <p:tag name="KSO_WM_UNIT_INDEX" val="1_1"/>
  <p:tag name="KSO_WM_UNIT_ID" val="custom159_9*l_i*1_1"/>
  <p:tag name="KSO_WM_UNIT_CLEAR" val="1"/>
  <p:tag name="KSO_WM_UNIT_LAYERLEVEL" val="1_1"/>
  <p:tag name="KSO_WM_DIAGRAM_GROUP_CODE" val="l1-1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l_h_f"/>
  <p:tag name="KSO_WM_UNIT_INDEX" val="1_3_1"/>
  <p:tag name="KSO_WM_UNIT_ID" val="custom159_9*l_h_f*1_3_1"/>
  <p:tag name="KSO_WM_UNIT_CLEAR" val="1"/>
  <p:tag name="KSO_WM_UNIT_LAYERLEVEL" val="1_1_1"/>
  <p:tag name="KSO_WM_UNIT_VALUE" val="22"/>
  <p:tag name="KSO_WM_UNIT_HIGHLIGHT" val="0"/>
  <p:tag name="KSO_WM_UNIT_COMPATIBLE" val="0"/>
  <p:tag name="KSO_WM_UNIT_PRESET_TEXT_INDEX" val="3"/>
  <p:tag name="KSO_WM_UNIT_PRESET_TEXT_LEN" val="17"/>
  <p:tag name="KSO_WM_DIAGRAM_GROUP_CODE" val="l1-1"/>
  <p:tag name="KSO_WM_UNIT_FILL_FORE_SCHEMECOLOR_INDEX" val="5"/>
  <p:tag name="KSO_WM_UNIT_FILL_TYPE" val="1"/>
  <p:tag name="KSO_WM_UNIT_USESOURCEFORMAT_APPLY" val="1"/>
</p:tagLst>
</file>

<file path=ppt/tags/tag2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l_i"/>
  <p:tag name="KSO_WM_UNIT_INDEX" val="1_2"/>
  <p:tag name="KSO_WM_UNIT_ID" val="custom159_9*l_i*1_2"/>
  <p:tag name="KSO_WM_UNIT_CLEAR" val="1"/>
  <p:tag name="KSO_WM_UNIT_LAYERLEVEL" val="1_1"/>
  <p:tag name="KSO_WM_DIAGRAM_GROUP_CODE" val="l1-1"/>
  <p:tag name="KSO_WM_UNIT_USESOURCEFORMAT_APPLY" val="1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l_i"/>
  <p:tag name="KSO_WM_UNIT_INDEX" val="1_3"/>
  <p:tag name="KSO_WM_UNIT_ID" val="custom159_9*l_i*1_3"/>
  <p:tag name="KSO_WM_UNIT_CLEAR" val="1"/>
  <p:tag name="KSO_WM_UNIT_LAYERLEVEL" val="1_1"/>
  <p:tag name="KSO_WM_DIAGRAM_GROUP_CODE" val="l1-1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l_h_f"/>
  <p:tag name="KSO_WM_UNIT_INDEX" val="1_4_1"/>
  <p:tag name="KSO_WM_UNIT_ID" val="custom159_9*l_h_f*1_4_1"/>
  <p:tag name="KSO_WM_UNIT_CLEAR" val="1"/>
  <p:tag name="KSO_WM_UNIT_LAYERLEVEL" val="1_1_1"/>
  <p:tag name="KSO_WM_UNIT_VALUE" val="22"/>
  <p:tag name="KSO_WM_UNIT_HIGHLIGHT" val="0"/>
  <p:tag name="KSO_WM_UNIT_COMPATIBLE" val="0"/>
  <p:tag name="KSO_WM_UNIT_PRESET_TEXT_INDEX" val="3"/>
  <p:tag name="KSO_WM_UNIT_PRESET_TEXT_LEN" val="17"/>
  <p:tag name="KSO_WM_DIAGRAM_GROUP_CODE" val="l1-1"/>
  <p:tag name="KSO_WM_UNIT_FILL_FORE_SCHEMECOLOR_INDEX" val="5"/>
  <p:tag name="KSO_WM_UNIT_FILL_TYPE" val="1"/>
  <p:tag name="KSO_WM_UNIT_USESOURCEFORMAT_APPLY" val="1"/>
</p:tagLst>
</file>

<file path=ppt/tags/tag2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l_i"/>
  <p:tag name="KSO_WM_UNIT_INDEX" val="1_4"/>
  <p:tag name="KSO_WM_UNIT_ID" val="custom159_9*l_i*1_4"/>
  <p:tag name="KSO_WM_UNIT_CLEAR" val="1"/>
  <p:tag name="KSO_WM_UNIT_LAYERLEVEL" val="1_1"/>
  <p:tag name="KSO_WM_DIAGRAM_GROUP_CODE" val="l1-1"/>
  <p:tag name="KSO_WM_UNIT_USESOURCEFORMAT_APPLY" val="1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l_i"/>
  <p:tag name="KSO_WM_UNIT_INDEX" val="1_9"/>
  <p:tag name="KSO_WM_UNIT_ID" val="custom159_9*l_i*1_9"/>
  <p:tag name="KSO_WM_UNIT_CLEAR" val="1"/>
  <p:tag name="KSO_WM_UNIT_LAYERLEVEL" val="1_1"/>
  <p:tag name="KSO_WM_DIAGRAM_GROUP_CODE" val="l1-1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l_h_f"/>
  <p:tag name="KSO_WM_UNIT_INDEX" val="1_1_1"/>
  <p:tag name="KSO_WM_UNIT_ID" val="custom159_9*l_h_f*1_1_1"/>
  <p:tag name="KSO_WM_UNIT_CLEAR" val="1"/>
  <p:tag name="KSO_WM_UNIT_LAYERLEVEL" val="1_1_1"/>
  <p:tag name="KSO_WM_UNIT_VALUE" val="22"/>
  <p:tag name="KSO_WM_UNIT_HIGHLIGHT" val="0"/>
  <p:tag name="KSO_WM_UNIT_COMPATIBLE" val="0"/>
  <p:tag name="KSO_WM_UNIT_PRESET_TEXT_INDEX" val="3"/>
  <p:tag name="KSO_WM_UNIT_PRESET_TEXT_LEN" val="17"/>
  <p:tag name="KSO_WM_DIAGRAM_GROUP_CODE" val="l1-1"/>
  <p:tag name="KSO_WM_UNIT_FILL_FORE_SCHEMECOLOR_INDEX" val="5"/>
  <p:tag name="KSO_WM_UNIT_FILL_TYPE" val="1"/>
  <p:tag name="KSO_WM_UNIT_USESOURCEFORMAT_APPLY" val="1"/>
</p:tagLst>
</file>

<file path=ppt/tags/tag3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l_i"/>
  <p:tag name="KSO_WM_UNIT_INDEX" val="1_10"/>
  <p:tag name="KSO_WM_UNIT_ID" val="custom159_9*l_i*1_10"/>
  <p:tag name="KSO_WM_UNIT_CLEAR" val="1"/>
  <p:tag name="KSO_WM_UNIT_LAYERLEVEL" val="1_1"/>
  <p:tag name="KSO_WM_DIAGRAM_GROUP_CODE" val="l1-1"/>
  <p:tag name="KSO_WM_UNIT_USESOURCEFORMAT_APPLY" val="1"/>
</p:tagLst>
</file>

<file path=ppt/tags/tag3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l_i"/>
  <p:tag name="KSO_WM_UNIT_INDEX" val="1_11"/>
  <p:tag name="KSO_WM_UNIT_ID" val="custom159_9*l_i*1_11"/>
  <p:tag name="KSO_WM_UNIT_CLEAR" val="1"/>
  <p:tag name="KSO_WM_UNIT_LAYERLEVEL" val="1_1"/>
  <p:tag name="KSO_WM_DIAGRAM_GROUP_CODE" val="l1-1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l_h_f"/>
  <p:tag name="KSO_WM_UNIT_INDEX" val="1_2_1"/>
  <p:tag name="KSO_WM_UNIT_ID" val="custom159_9*l_h_f*1_2_1"/>
  <p:tag name="KSO_WM_UNIT_CLEAR" val="1"/>
  <p:tag name="KSO_WM_UNIT_LAYERLEVEL" val="1_1_1"/>
  <p:tag name="KSO_WM_UNIT_VALUE" val="22"/>
  <p:tag name="KSO_WM_UNIT_HIGHLIGHT" val="0"/>
  <p:tag name="KSO_WM_UNIT_COMPATIBLE" val="0"/>
  <p:tag name="KSO_WM_UNIT_PRESET_TEXT_INDEX" val="3"/>
  <p:tag name="KSO_WM_UNIT_PRESET_TEXT_LEN" val="17"/>
  <p:tag name="KSO_WM_DIAGRAM_GROUP_CODE" val="l1-1"/>
  <p:tag name="KSO_WM_UNIT_FILL_FORE_SCHEMECOLOR_INDEX" val="5"/>
  <p:tag name="KSO_WM_UNIT_FILL_TYPE" val="1"/>
  <p:tag name="KSO_WM_UNIT_USESOURCEFORMAT_APPLY" val="1"/>
</p:tagLst>
</file>

<file path=ppt/tags/tag3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l_i"/>
  <p:tag name="KSO_WM_UNIT_INDEX" val="1_12"/>
  <p:tag name="KSO_WM_UNIT_ID" val="custom159_9*l_i*1_12"/>
  <p:tag name="KSO_WM_UNIT_CLEAR" val="1"/>
  <p:tag name="KSO_WM_UNIT_LAYERLEVEL" val="1_1"/>
  <p:tag name="KSO_WM_DIAGRAM_GROUP_CODE" val="l1-1"/>
  <p:tag name="KSO_WM_UNIT_USESOURCEFORMAT_APPLY" val="1"/>
</p:tagLst>
</file>

<file path=ppt/tags/tag36.xml><?xml version="1.0" encoding="utf-8"?>
<p:tagLst xmlns:p="http://schemas.openxmlformats.org/presentationml/2006/main">
  <p:tag name="KSO_WM_TEMPLATE_CATEGORY" val="custom"/>
  <p:tag name="KSO_WM_TEMPLATE_INDEX" val="159"/>
  <p:tag name="KSO_WM_SLIDE_ID" val="custom159_9"/>
  <p:tag name="KSO_WM_SLIDE_INDEX" val="9"/>
  <p:tag name="KSO_WM_SLIDE_ITEM_CNT" val="4"/>
  <p:tag name="KSO_WM_SLIDE_LAYOUT" val="a_l"/>
  <p:tag name="KSO_WM_SLIDE_LAYOUT_CNT" val="1_1"/>
  <p:tag name="KSO_WM_SLIDE_TYPE" val="contents"/>
  <p:tag name="KSO_WM_BEAUTIFY_FLAG" val="#wm#"/>
  <p:tag name="KSO_WM_TAG_VERSION" val="1.0"/>
  <p:tag name="KSO_WM_SLIDE_POSITION" val="199*127"/>
  <p:tag name="KSO_WM_SLIDE_SIZE" val="431*280"/>
  <p:tag name="KSO_WM_DIAGRAM_GROUP_CODE" val="l1-1"/>
</p:tagLst>
</file>

<file path=ppt/tags/tag3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a"/>
  <p:tag name="KSO_WM_UNIT_INDEX" val="1"/>
  <p:tag name="KSO_WM_UNIT_ID" val="custom159_11*a*1"/>
  <p:tag name="KSO_WM_UNIT_CLEAR" val="1"/>
  <p:tag name="KSO_WM_UNIT_LAYERLEVEL" val="1"/>
  <p:tag name="KSO_WM_UNIT_ISCONTENTSTITLE" val="1"/>
  <p:tag name="KSO_WM_UNIT_VALUE" val="14"/>
  <p:tag name="KSO_WM_UNIT_HIGHLIGHT" val="0"/>
  <p:tag name="KSO_WM_UNIT_COMPATIBLE" val="0"/>
  <p:tag name="KSO_WM_UNIT_PRESET_TEXT" val="&#13;CONTENTS"/>
</p:tagLst>
</file>

<file path=ppt/tags/tag3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l_i"/>
  <p:tag name="KSO_WM_UNIT_INDEX" val="1_4"/>
  <p:tag name="KSO_WM_UNIT_ID" val="custom159_11*l_i*1_4"/>
  <p:tag name="KSO_WM_UNIT_CLEAR" val="1"/>
  <p:tag name="KSO_WM_UNIT_LAYERLEVEL" val="1_1"/>
  <p:tag name="KSO_WM_DIAGRAM_GROUP_CODE" val="l1-1"/>
  <p:tag name="KSO_WM_UNIT_USESOURCEFORMAT_APPLY" val="1"/>
</p:tagLst>
</file>

<file path=ppt/tags/tag3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l_i"/>
  <p:tag name="KSO_WM_UNIT_INDEX" val="1_9"/>
  <p:tag name="KSO_WM_UNIT_ID" val="custom159_11*l_i*1_9"/>
  <p:tag name="KSO_WM_UNIT_CLEAR" val="1"/>
  <p:tag name="KSO_WM_UNIT_LAYERLEVEL" val="1_1"/>
  <p:tag name="KSO_WM_DIAGRAM_GROUP_CODE" val="l1-1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l_h_f"/>
  <p:tag name="KSO_WM_UNIT_INDEX" val="1_1_1"/>
  <p:tag name="KSO_WM_UNIT_ID" val="custom159_11*l_h_f*1_1_1"/>
  <p:tag name="KSO_WM_UNIT_CLEAR" val="1"/>
  <p:tag name="KSO_WM_UNIT_LAYERLEVEL" val="1_1_1"/>
  <p:tag name="KSO_WM_UNIT_VALUE" val="22"/>
  <p:tag name="KSO_WM_UNIT_HIGHLIGHT" val="0"/>
  <p:tag name="KSO_WM_UNIT_COMPATIBLE" val="0"/>
  <p:tag name="KSO_WM_UNIT_PRESET_TEXT_INDEX" val="3"/>
  <p:tag name="KSO_WM_UNIT_PRESET_TEXT_LEN" val="17"/>
  <p:tag name="KSO_WM_DIAGRAM_GROUP_CODE" val="l1-1"/>
  <p:tag name="KSO_WM_UNIT_FILL_FORE_SCHEMECOLOR_INDEX" val="5"/>
  <p:tag name="KSO_WM_UNIT_FILL_TYPE" val="1"/>
  <p:tag name="KSO_WM_UNIT_USESOURCEFORMAT_APPLY" val="1"/>
</p:tagLst>
</file>

<file path=ppt/tags/tag4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l_i"/>
  <p:tag name="KSO_WM_UNIT_INDEX" val="1_10"/>
  <p:tag name="KSO_WM_UNIT_ID" val="custom159_11*l_i*1_10"/>
  <p:tag name="KSO_WM_UNIT_CLEAR" val="1"/>
  <p:tag name="KSO_WM_UNIT_LAYERLEVEL" val="1_1"/>
  <p:tag name="KSO_WM_DIAGRAM_GROUP_CODE" val="l1-1"/>
  <p:tag name="KSO_WM_UNIT_USESOURCEFORMAT_APPLY" val="1"/>
</p:tagLst>
</file>

<file path=ppt/tags/tag42.xml><?xml version="1.0" encoding="utf-8"?>
<p:tagLst xmlns:p="http://schemas.openxmlformats.org/presentationml/2006/main">
  <p:tag name="KSO_WM_TEMPLATE_CATEGORY" val="custom"/>
  <p:tag name="KSO_WM_TEMPLATE_INDEX" val="159"/>
  <p:tag name="KSO_WM_SLIDE_ID" val="custom159_11"/>
  <p:tag name="KSO_WM_SLIDE_INDEX" val="11"/>
  <p:tag name="KSO_WM_SLIDE_ITEM_CNT" val="6"/>
  <p:tag name="KSO_WM_SLIDE_LAYOUT" val="a_l"/>
  <p:tag name="KSO_WM_SLIDE_LAYOUT_CNT" val="1_1"/>
  <p:tag name="KSO_WM_SLIDE_TYPE" val="contents"/>
  <p:tag name="KSO_WM_BEAUTIFY_FLAG" val="#wm#"/>
  <p:tag name="KSO_WM_TAG_VERSION" val="1.0"/>
  <p:tag name="KSO_WM_DIAGRAM_GROUP_CODE" val="l1-1"/>
</p:tagLst>
</file>

<file path=ppt/tags/tag4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a"/>
  <p:tag name="KSO_WM_UNIT_INDEX" val="1"/>
  <p:tag name="KSO_WM_UNIT_ID" val="custom159_11*a*1"/>
  <p:tag name="KSO_WM_UNIT_CLEAR" val="1"/>
  <p:tag name="KSO_WM_UNIT_LAYERLEVEL" val="1"/>
  <p:tag name="KSO_WM_UNIT_ISCONTENTSTITLE" val="1"/>
  <p:tag name="KSO_WM_UNIT_VALUE" val="14"/>
  <p:tag name="KSO_WM_UNIT_HIGHLIGHT" val="0"/>
  <p:tag name="KSO_WM_UNIT_COMPATIBLE" val="0"/>
  <p:tag name="KSO_WM_UNIT_PRESET_TEXT" val="&#13;CONTENTS"/>
</p:tagLst>
</file>

<file path=ppt/tags/tag4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l_i"/>
  <p:tag name="KSO_WM_UNIT_INDEX" val="1_4"/>
  <p:tag name="KSO_WM_UNIT_ID" val="custom159_11*l_i*1_4"/>
  <p:tag name="KSO_WM_UNIT_CLEAR" val="1"/>
  <p:tag name="KSO_WM_UNIT_LAYERLEVEL" val="1_1"/>
  <p:tag name="KSO_WM_DIAGRAM_GROUP_CODE" val="l1-1"/>
  <p:tag name="KSO_WM_UNIT_USESOURCEFORMAT_APPLY" val="1"/>
</p:tagLst>
</file>

<file path=ppt/tags/tag4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l_i"/>
  <p:tag name="KSO_WM_UNIT_INDEX" val="1_9"/>
  <p:tag name="KSO_WM_UNIT_ID" val="custom159_11*l_i*1_9"/>
  <p:tag name="KSO_WM_UNIT_CLEAR" val="1"/>
  <p:tag name="KSO_WM_UNIT_LAYERLEVEL" val="1_1"/>
  <p:tag name="KSO_WM_DIAGRAM_GROUP_CODE" val="l1-1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l_h_f"/>
  <p:tag name="KSO_WM_UNIT_INDEX" val="1_1_1"/>
  <p:tag name="KSO_WM_UNIT_ID" val="custom159_11*l_h_f*1_1_1"/>
  <p:tag name="KSO_WM_UNIT_CLEAR" val="1"/>
  <p:tag name="KSO_WM_UNIT_LAYERLEVEL" val="1_1_1"/>
  <p:tag name="KSO_WM_UNIT_VALUE" val="22"/>
  <p:tag name="KSO_WM_UNIT_HIGHLIGHT" val="0"/>
  <p:tag name="KSO_WM_UNIT_COMPATIBLE" val="0"/>
  <p:tag name="KSO_WM_UNIT_PRESET_TEXT_INDEX" val="3"/>
  <p:tag name="KSO_WM_UNIT_PRESET_TEXT_LEN" val="17"/>
  <p:tag name="KSO_WM_DIAGRAM_GROUP_CODE" val="l1-1"/>
  <p:tag name="KSO_WM_UNIT_FILL_FORE_SCHEMECOLOR_INDEX" val="5"/>
  <p:tag name="KSO_WM_UNIT_FILL_TYPE" val="1"/>
  <p:tag name="KSO_WM_UNIT_USESOURCEFORMAT_APPLY" val="1"/>
</p:tagLst>
</file>

<file path=ppt/tags/tag4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l_i"/>
  <p:tag name="KSO_WM_UNIT_INDEX" val="1_10"/>
  <p:tag name="KSO_WM_UNIT_ID" val="custom159_11*l_i*1_10"/>
  <p:tag name="KSO_WM_UNIT_CLEAR" val="1"/>
  <p:tag name="KSO_WM_UNIT_LAYERLEVEL" val="1_1"/>
  <p:tag name="KSO_WM_DIAGRAM_GROUP_CODE" val="l1-1"/>
  <p:tag name="KSO_WM_UNIT_USESOURCEFORMAT_APPLY" val="1"/>
</p:tagLst>
</file>

<file path=ppt/tags/tag48.xml><?xml version="1.0" encoding="utf-8"?>
<p:tagLst xmlns:p="http://schemas.openxmlformats.org/presentationml/2006/main">
  <p:tag name="KSO_WM_TEMPLATE_CATEGORY" val="custom"/>
  <p:tag name="KSO_WM_TEMPLATE_INDEX" val="159"/>
  <p:tag name="KSO_WM_SLIDE_ID" val="custom159_11"/>
  <p:tag name="KSO_WM_SLIDE_INDEX" val="11"/>
  <p:tag name="KSO_WM_SLIDE_ITEM_CNT" val="6"/>
  <p:tag name="KSO_WM_SLIDE_LAYOUT" val="a_l"/>
  <p:tag name="KSO_WM_SLIDE_LAYOUT_CNT" val="1_1"/>
  <p:tag name="KSO_WM_SLIDE_TYPE" val="contents"/>
  <p:tag name="KSO_WM_BEAUTIFY_FLAG" val="#wm#"/>
  <p:tag name="KSO_WM_TAG_VERSION" val="1.0"/>
  <p:tag name="KSO_WM_DIAGRAM_GROUP_CODE" val="l1-1"/>
</p:tagLst>
</file>

<file path=ppt/tags/tag4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a"/>
  <p:tag name="KSO_WM_UNIT_INDEX" val="1"/>
  <p:tag name="KSO_WM_UNIT_ID" val="custom159_12*a*1"/>
  <p:tag name="KSO_WM_UNIT_CLEAR" val="1"/>
  <p:tag name="KSO_WM_UNIT_LAYERLEVEL" val="1"/>
  <p:tag name="KSO_WM_UNIT_VALUE" val="4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0.xml><?xml version="1.0" encoding="utf-8"?>
<p:tagLst xmlns:p="http://schemas.openxmlformats.org/presentationml/2006/main">
  <p:tag name="KSO_WM_TEMPLATE_CATEGORY" val="custom"/>
  <p:tag name="KSO_WM_TEMPLATE_INDEX" val="159"/>
  <p:tag name="KSO_WM_SLIDE_ID" val="custom159_12"/>
  <p:tag name="KSO_WM_SLIDE_INDEX" val="12"/>
  <p:tag name="KSO_WM_SLIDE_ITEM_CNT" val="1"/>
  <p:tag name="KSO_WM_SLIDE_LAYOUT" val="a"/>
  <p:tag name="KSO_WM_SLIDE_LAYOUT_CNT" val="1"/>
  <p:tag name="KSO_WM_SLIDE_TYPE" val="sectionTitle"/>
  <p:tag name="KSO_WM_BEAUTIFY_FLAG" val="#wm#"/>
  <p:tag name="KSO_WM_TAG_VERSION" val="1.0"/>
</p:tagLst>
</file>

<file path=ppt/tags/tag5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59_19*i*0"/>
  <p:tag name="KSO_WM_TEMPLATE_CATEGORY" val="custom"/>
  <p:tag name="KSO_WM_TEMPLATE_INDEX" val="159"/>
  <p:tag name="KSO_WM_UNIT_INDEX" val="0"/>
</p:tagLst>
</file>

<file path=ppt/tags/tag5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59_19*i*1"/>
  <p:tag name="KSO_WM_TEMPLATE_CATEGORY" val="custom"/>
  <p:tag name="KSO_WM_TEMPLATE_INDEX" val="159"/>
  <p:tag name="KSO_WM_UNIT_INDEX" val="1"/>
</p:tagLst>
</file>

<file path=ppt/tags/tag5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59_19*i*2"/>
  <p:tag name="KSO_WM_TEMPLATE_CATEGORY" val="custom"/>
  <p:tag name="KSO_WM_TEMPLATE_INDEX" val="159"/>
  <p:tag name="KSO_WM_UNIT_INDEX" val="2"/>
</p:tagLst>
</file>

<file path=ppt/tags/tag5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59_19*i*3"/>
  <p:tag name="KSO_WM_TEMPLATE_CATEGORY" val="custom"/>
  <p:tag name="KSO_WM_TEMPLATE_INDEX" val="159"/>
  <p:tag name="KSO_WM_UNIT_INDEX" val="3"/>
</p:tagLst>
</file>

<file path=ppt/tags/tag5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59_19*i*4"/>
  <p:tag name="KSO_WM_TEMPLATE_CATEGORY" val="custom"/>
  <p:tag name="KSO_WM_TEMPLATE_INDEX" val="159"/>
  <p:tag name="KSO_WM_UNIT_INDEX" val="4"/>
</p:tagLst>
</file>

<file path=ppt/tags/tag5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59_19*i*5"/>
  <p:tag name="KSO_WM_TEMPLATE_CATEGORY" val="custom"/>
  <p:tag name="KSO_WM_TEMPLATE_INDEX" val="159"/>
  <p:tag name="KSO_WM_UNIT_INDEX" val="5"/>
</p:tagLst>
</file>

<file path=ppt/tags/tag5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a"/>
  <p:tag name="KSO_WM_UNIT_INDEX" val="1"/>
  <p:tag name="KSO_WM_UNIT_ID" val="custom159_19*a*1"/>
  <p:tag name="KSO_WM_UNIT_CLEAR" val="1"/>
  <p:tag name="KSO_WM_UNIT_LAYERLEVEL" val="1"/>
  <p:tag name="KSO_WM_UNIT_VALUE" val="21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f"/>
  <p:tag name="KSO_WM_UNIT_INDEX" val="1"/>
  <p:tag name="KSO_WM_UNIT_ID" val="custom159_19*f*1"/>
  <p:tag name="KSO_WM_UNIT_CLEAR" val="1"/>
  <p:tag name="KSO_WM_UNIT_LAYERLEVEL" val="1"/>
  <p:tag name="KSO_WM_UNIT_VALUE" val="140"/>
  <p:tag name="KSO_WM_UNIT_HIGHLIGHT" val="0"/>
  <p:tag name="KSO_WM_UNIT_COMPATIBLE" val="0"/>
  <p:tag name="KSO_WM_UNIT_PRESET_TEXT_INDEX" val="4"/>
  <p:tag name="KSO_WM_UNIT_PRESET_TEXT_LEN" val="180"/>
</p:tagLst>
</file>

<file path=ppt/tags/tag59.xml><?xml version="1.0" encoding="utf-8"?>
<p:tagLst xmlns:p="http://schemas.openxmlformats.org/presentationml/2006/main">
  <p:tag name="KSO_WM_TEMPLATE_CATEGORY" val="custom"/>
  <p:tag name="KSO_WM_TEMPLATE_INDEX" val="159"/>
  <p:tag name="KSO_WM_SLIDE_ID" val="custom159_19"/>
  <p:tag name="KSO_WM_SLIDE_INDEX" val="19"/>
  <p:tag name="KSO_WM_SLIDE_ITEM_CNT" val="2"/>
  <p:tag name="KSO_WM_SLIDE_LAYOUT" val="a_f_d"/>
  <p:tag name="KSO_WM_SLIDE_LAYOUT_CNT" val="1_1_1"/>
  <p:tag name="KSO_WM_SLIDE_TYPE" val="text"/>
  <p:tag name="KSO_WM_BEAUTIFY_FLAG" val="#wm#"/>
  <p:tag name="KSO_WM_TAG_VERSION" val="1.0"/>
  <p:tag name="KSO_WM_SLIDE_POSITION" val="108*103"/>
  <p:tag name="KSO_WM_SLIDE_SIZE" val="523*395"/>
</p:tagLst>
</file>

<file path=ppt/tags/tag6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59_20*i*0"/>
  <p:tag name="KSO_WM_TEMPLATE_CATEGORY" val="custom"/>
  <p:tag name="KSO_WM_TEMPLATE_INDEX" val="159"/>
  <p:tag name="KSO_WM_UNIT_INDEX" val="0"/>
</p:tagLst>
</file>

<file path=ppt/tags/tag6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59_20*i*2"/>
  <p:tag name="KSO_WM_TEMPLATE_CATEGORY" val="custom"/>
  <p:tag name="KSO_WM_TEMPLATE_INDEX" val="159"/>
  <p:tag name="KSO_WM_UNIT_INDEX" val="2"/>
</p:tagLst>
</file>

<file path=ppt/tags/tag6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a"/>
  <p:tag name="KSO_WM_UNIT_INDEX" val="1"/>
  <p:tag name="KSO_WM_UNIT_ID" val="custom159_20*a*1"/>
  <p:tag name="KSO_WM_UNIT_CLEAR" val="1"/>
  <p:tag name="KSO_WM_UNIT_LAYERLEVEL" val="1"/>
  <p:tag name="KSO_WM_UNIT_VALUE" val="21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f"/>
  <p:tag name="KSO_WM_UNIT_INDEX" val="1"/>
  <p:tag name="KSO_WM_UNIT_ID" val="custom159_20*f*1"/>
  <p:tag name="KSO_WM_UNIT_CLEAR" val="1"/>
  <p:tag name="KSO_WM_UNIT_LAYERLEVEL" val="1"/>
  <p:tag name="KSO_WM_UNIT_VALUE" val="120"/>
  <p:tag name="KSO_WM_UNIT_HIGHLIGHT" val="0"/>
  <p:tag name="KSO_WM_UNIT_COMPATIBLE" val="0"/>
  <p:tag name="KSO_WM_UNIT_PRESET_TEXT_INDEX" val="5"/>
  <p:tag name="KSO_WM_UNIT_PRESET_TEXT_LEN" val="190"/>
</p:tagLst>
</file>

<file path=ppt/tags/tag64.xml><?xml version="1.0" encoding="utf-8"?>
<p:tagLst xmlns:p="http://schemas.openxmlformats.org/presentationml/2006/main">
  <p:tag name="KSO_WM_TEMPLATE_CATEGORY" val="custom"/>
  <p:tag name="KSO_WM_TEMPLATE_INDEX" val="159"/>
  <p:tag name="KSO_WM_SLIDE_ID" val="custom159_20"/>
  <p:tag name="KSO_WM_SLIDE_INDEX" val="20"/>
  <p:tag name="KSO_WM_SLIDE_ITEM_CNT" val="3"/>
  <p:tag name="KSO_WM_SLIDE_LAYOUT" val="a_f_d"/>
  <p:tag name="KSO_WM_SLIDE_LAYOUT_CNT" val="1_1_2"/>
  <p:tag name="KSO_WM_SLIDE_TYPE" val="text"/>
  <p:tag name="KSO_WM_BEAUTIFY_FLAG" val="#wm#"/>
  <p:tag name="KSO_WM_TAG_VERSION" val="1.0"/>
  <p:tag name="KSO_WM_SLIDE_POSITION" val="88*125"/>
  <p:tag name="KSO_WM_SLIDE_SIZE" val="567*365"/>
</p:tagLst>
</file>

<file path=ppt/tags/tag6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59_20*i*0"/>
  <p:tag name="KSO_WM_TEMPLATE_CATEGORY" val="custom"/>
  <p:tag name="KSO_WM_TEMPLATE_INDEX" val="159"/>
  <p:tag name="KSO_WM_UNIT_INDEX" val="0"/>
</p:tagLst>
</file>

<file path=ppt/tags/tag6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59_20*i*2"/>
  <p:tag name="KSO_WM_TEMPLATE_CATEGORY" val="custom"/>
  <p:tag name="KSO_WM_TEMPLATE_INDEX" val="159"/>
  <p:tag name="KSO_WM_UNIT_INDEX" val="2"/>
</p:tagLst>
</file>

<file path=ppt/tags/tag6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a"/>
  <p:tag name="KSO_WM_UNIT_INDEX" val="1"/>
  <p:tag name="KSO_WM_UNIT_ID" val="custom159_20*a*1"/>
  <p:tag name="KSO_WM_UNIT_CLEAR" val="1"/>
  <p:tag name="KSO_WM_UNIT_LAYERLEVEL" val="1"/>
  <p:tag name="KSO_WM_UNIT_VALUE" val="21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f"/>
  <p:tag name="KSO_WM_UNIT_INDEX" val="1"/>
  <p:tag name="KSO_WM_UNIT_ID" val="custom159_20*f*1"/>
  <p:tag name="KSO_WM_UNIT_CLEAR" val="1"/>
  <p:tag name="KSO_WM_UNIT_LAYERLEVEL" val="1"/>
  <p:tag name="KSO_WM_UNIT_VALUE" val="120"/>
  <p:tag name="KSO_WM_UNIT_HIGHLIGHT" val="0"/>
  <p:tag name="KSO_WM_UNIT_COMPATIBLE" val="0"/>
  <p:tag name="KSO_WM_UNIT_PRESET_TEXT_INDEX" val="5"/>
  <p:tag name="KSO_WM_UNIT_PRESET_TEXT_LEN" val="190"/>
</p:tagLst>
</file>

<file path=ppt/tags/tag69.xml><?xml version="1.0" encoding="utf-8"?>
<p:tagLst xmlns:p="http://schemas.openxmlformats.org/presentationml/2006/main">
  <p:tag name="KSO_WM_TEMPLATE_CATEGORY" val="custom"/>
  <p:tag name="KSO_WM_TEMPLATE_INDEX" val="159"/>
  <p:tag name="KSO_WM_SLIDE_ID" val="custom159_20"/>
  <p:tag name="KSO_WM_SLIDE_INDEX" val="20"/>
  <p:tag name="KSO_WM_SLIDE_ITEM_CNT" val="3"/>
  <p:tag name="KSO_WM_SLIDE_LAYOUT" val="a_f_d"/>
  <p:tag name="KSO_WM_SLIDE_LAYOUT_CNT" val="1_1_2"/>
  <p:tag name="KSO_WM_SLIDE_TYPE" val="text"/>
  <p:tag name="KSO_WM_BEAUTIFY_FLAG" val="#wm#"/>
  <p:tag name="KSO_WM_TAG_VERSION" val="1.0"/>
  <p:tag name="KSO_WM_SLIDE_POSITION" val="88*125"/>
  <p:tag name="KSO_WM_SLIDE_SIZE" val="567*365"/>
</p:tagLst>
</file>

<file path=ppt/tags/tag7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59_20*i*0"/>
  <p:tag name="KSO_WM_TEMPLATE_CATEGORY" val="custom"/>
  <p:tag name="KSO_WM_TEMPLATE_INDEX" val="159"/>
  <p:tag name="KSO_WM_UNIT_INDEX" val="0"/>
</p:tagLst>
</file>

<file path=ppt/tags/tag7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59_20*i*2"/>
  <p:tag name="KSO_WM_TEMPLATE_CATEGORY" val="custom"/>
  <p:tag name="KSO_WM_TEMPLATE_INDEX" val="159"/>
  <p:tag name="KSO_WM_UNIT_INDEX" val="2"/>
</p:tagLst>
</file>

<file path=ppt/tags/tag7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a"/>
  <p:tag name="KSO_WM_UNIT_INDEX" val="1"/>
  <p:tag name="KSO_WM_UNIT_ID" val="custom159_20*a*1"/>
  <p:tag name="KSO_WM_UNIT_CLEAR" val="1"/>
  <p:tag name="KSO_WM_UNIT_LAYERLEVEL" val="1"/>
  <p:tag name="KSO_WM_UNIT_VALUE" val="21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f"/>
  <p:tag name="KSO_WM_UNIT_INDEX" val="1"/>
  <p:tag name="KSO_WM_UNIT_ID" val="custom159_20*f*1"/>
  <p:tag name="KSO_WM_UNIT_CLEAR" val="1"/>
  <p:tag name="KSO_WM_UNIT_LAYERLEVEL" val="1"/>
  <p:tag name="KSO_WM_UNIT_VALUE" val="120"/>
  <p:tag name="KSO_WM_UNIT_HIGHLIGHT" val="0"/>
  <p:tag name="KSO_WM_UNIT_COMPATIBLE" val="0"/>
  <p:tag name="KSO_WM_UNIT_PRESET_TEXT_INDEX" val="5"/>
  <p:tag name="KSO_WM_UNIT_PRESET_TEXT_LEN" val="190"/>
</p:tagLst>
</file>

<file path=ppt/tags/tag74.xml><?xml version="1.0" encoding="utf-8"?>
<p:tagLst xmlns:p="http://schemas.openxmlformats.org/presentationml/2006/main">
  <p:tag name="KSO_WM_TEMPLATE_CATEGORY" val="custom"/>
  <p:tag name="KSO_WM_TEMPLATE_INDEX" val="159"/>
  <p:tag name="KSO_WM_SLIDE_ID" val="custom159_20"/>
  <p:tag name="KSO_WM_SLIDE_INDEX" val="20"/>
  <p:tag name="KSO_WM_SLIDE_ITEM_CNT" val="3"/>
  <p:tag name="KSO_WM_SLIDE_LAYOUT" val="a_f_d"/>
  <p:tag name="KSO_WM_SLIDE_LAYOUT_CNT" val="1_1_2"/>
  <p:tag name="KSO_WM_SLIDE_TYPE" val="text"/>
  <p:tag name="KSO_WM_BEAUTIFY_FLAG" val="#wm#"/>
  <p:tag name="KSO_WM_TAG_VERSION" val="1.0"/>
  <p:tag name="KSO_WM_SLIDE_POSITION" val="88*125"/>
  <p:tag name="KSO_WM_SLIDE_SIZE" val="567*365"/>
</p:tagLst>
</file>

<file path=ppt/tags/tag7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59_19*i*0"/>
  <p:tag name="KSO_WM_TEMPLATE_CATEGORY" val="custom"/>
  <p:tag name="KSO_WM_TEMPLATE_INDEX" val="159"/>
  <p:tag name="KSO_WM_UNIT_INDEX" val="0"/>
</p:tagLst>
</file>

<file path=ppt/tags/tag7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59_19*i*1"/>
  <p:tag name="KSO_WM_TEMPLATE_CATEGORY" val="custom"/>
  <p:tag name="KSO_WM_TEMPLATE_INDEX" val="159"/>
  <p:tag name="KSO_WM_UNIT_INDEX" val="1"/>
</p:tagLst>
</file>

<file path=ppt/tags/tag7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59_19*i*2"/>
  <p:tag name="KSO_WM_TEMPLATE_CATEGORY" val="custom"/>
  <p:tag name="KSO_WM_TEMPLATE_INDEX" val="159"/>
  <p:tag name="KSO_WM_UNIT_INDEX" val="2"/>
</p:tagLst>
</file>

<file path=ppt/tags/tag7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59_19*i*3"/>
  <p:tag name="KSO_WM_TEMPLATE_CATEGORY" val="custom"/>
  <p:tag name="KSO_WM_TEMPLATE_INDEX" val="159"/>
  <p:tag name="KSO_WM_UNIT_INDEX" val="3"/>
</p:tagLst>
</file>

<file path=ppt/tags/tag7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59_19*i*4"/>
  <p:tag name="KSO_WM_TEMPLATE_CATEGORY" val="custom"/>
  <p:tag name="KSO_WM_TEMPLATE_INDEX" val="159"/>
  <p:tag name="KSO_WM_UNIT_INDEX" val="4"/>
</p:tagLst>
</file>

<file path=ppt/tags/tag8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59_19*i*5"/>
  <p:tag name="KSO_WM_TEMPLATE_CATEGORY" val="custom"/>
  <p:tag name="KSO_WM_TEMPLATE_INDEX" val="159"/>
  <p:tag name="KSO_WM_UNIT_INDEX" val="5"/>
</p:tagLst>
</file>

<file path=ppt/tags/tag8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a"/>
  <p:tag name="KSO_WM_UNIT_INDEX" val="1"/>
  <p:tag name="KSO_WM_UNIT_ID" val="custom159_19*a*1"/>
  <p:tag name="KSO_WM_UNIT_CLEAR" val="1"/>
  <p:tag name="KSO_WM_UNIT_LAYERLEVEL" val="1"/>
  <p:tag name="KSO_WM_UNIT_VALUE" val="21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8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f"/>
  <p:tag name="KSO_WM_UNIT_INDEX" val="1"/>
  <p:tag name="KSO_WM_UNIT_ID" val="custom159_19*f*1"/>
  <p:tag name="KSO_WM_UNIT_CLEAR" val="1"/>
  <p:tag name="KSO_WM_UNIT_LAYERLEVEL" val="1"/>
  <p:tag name="KSO_WM_UNIT_VALUE" val="140"/>
  <p:tag name="KSO_WM_UNIT_HIGHLIGHT" val="0"/>
  <p:tag name="KSO_WM_UNIT_COMPATIBLE" val="0"/>
  <p:tag name="KSO_WM_UNIT_PRESET_TEXT_INDEX" val="4"/>
  <p:tag name="KSO_WM_UNIT_PRESET_TEXT_LEN" val="180"/>
</p:tagLst>
</file>

<file path=ppt/tags/tag83.xml><?xml version="1.0" encoding="utf-8"?>
<p:tagLst xmlns:p="http://schemas.openxmlformats.org/presentationml/2006/main">
  <p:tag name="KSO_WM_TEMPLATE_CATEGORY" val="custom"/>
  <p:tag name="KSO_WM_TEMPLATE_INDEX" val="159"/>
  <p:tag name="KSO_WM_SLIDE_ID" val="custom159_19"/>
  <p:tag name="KSO_WM_SLIDE_INDEX" val="19"/>
  <p:tag name="KSO_WM_SLIDE_ITEM_CNT" val="2"/>
  <p:tag name="KSO_WM_SLIDE_LAYOUT" val="a_f_d"/>
  <p:tag name="KSO_WM_SLIDE_LAYOUT_CNT" val="1_1_1"/>
  <p:tag name="KSO_WM_SLIDE_TYPE" val="text"/>
  <p:tag name="KSO_WM_BEAUTIFY_FLAG" val="#wm#"/>
  <p:tag name="KSO_WM_TAG_VERSION" val="1.0"/>
  <p:tag name="KSO_WM_SLIDE_POSITION" val="108*103"/>
  <p:tag name="KSO_WM_SLIDE_SIZE" val="523*395"/>
</p:tagLst>
</file>

<file path=ppt/tags/tag8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59_28*i*0"/>
  <p:tag name="KSO_WM_TEMPLATE_CATEGORY" val="custom"/>
  <p:tag name="KSO_WM_TEMPLATE_INDEX" val="159"/>
  <p:tag name="KSO_WM_UNIT_INDEX" val="0"/>
</p:tagLst>
</file>

<file path=ppt/tags/tag8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a"/>
  <p:tag name="KSO_WM_UNIT_INDEX" val="1"/>
  <p:tag name="KSO_WM_UNIT_ID" val="custom159_28*a*1"/>
  <p:tag name="KSO_WM_UNIT_CLEAR" val="1"/>
  <p:tag name="KSO_WM_UNIT_LAYERLEVEL" val="1"/>
  <p:tag name="KSO_WM_UNIT_VALUE" val="19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8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f"/>
  <p:tag name="KSO_WM_UNIT_INDEX" val="1"/>
  <p:tag name="KSO_WM_UNIT_ID" val="custom159_28*f*1"/>
  <p:tag name="KSO_WM_UNIT_CLEAR" val="1"/>
  <p:tag name="KSO_WM_UNIT_LAYERLEVEL" val="1"/>
  <p:tag name="KSO_WM_UNIT_VALUE" val="156"/>
  <p:tag name="KSO_WM_UNIT_HIGHLIGHT" val="0"/>
  <p:tag name="KSO_WM_UNIT_COMPATIBLE" val="0"/>
  <p:tag name="KSO_WM_UNIT_PRESET_TEXT_INDEX" val="5"/>
  <p:tag name="KSO_WM_UNIT_PRESET_TEXT_LEN" val="180"/>
</p:tagLst>
</file>

<file path=ppt/tags/tag87.xml><?xml version="1.0" encoding="utf-8"?>
<p:tagLst xmlns:p="http://schemas.openxmlformats.org/presentationml/2006/main">
  <p:tag name="KSO_WM_TEMPLATE_CATEGORY" val="custom"/>
  <p:tag name="KSO_WM_TEMPLATE_INDEX" val="159"/>
  <p:tag name="KSO_WM_SLIDE_ID" val="custom159_28"/>
  <p:tag name="KSO_WM_SLIDE_INDEX" val="28"/>
  <p:tag name="KSO_WM_SLIDE_ITEM_CNT" val="1"/>
  <p:tag name="KSO_WM_SLIDE_LAYOUT" val="a_f"/>
  <p:tag name="KSO_WM_SLIDE_LAYOUT_CNT" val="1_1"/>
  <p:tag name="KSO_WM_SLIDE_TYPE" val="text"/>
  <p:tag name="KSO_WM_BEAUTIFY_FLAG" val="#wm#"/>
  <p:tag name="KSO_WM_TAG_VERSION" val="1.0"/>
  <p:tag name="KSO_WM_SLIDE_POSITION" val="88*175"/>
  <p:tag name="KSO_WM_SLIDE_SIZE" val="551*164"/>
</p:tagLst>
</file>

<file path=ppt/tags/tag8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159_29*i*0"/>
  <p:tag name="KSO_WM_TEMPLATE_CATEGORY" val="custom"/>
  <p:tag name="KSO_WM_TEMPLATE_INDEX" val="159"/>
  <p:tag name="KSO_WM_UNIT_INDEX" val="0"/>
</p:tagLst>
</file>

<file path=ppt/tags/tag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a"/>
  <p:tag name="KSO_WM_UNIT_INDEX" val="1"/>
  <p:tag name="KSO_WM_UNIT_ID" val="custom159_29*a*1"/>
  <p:tag name="KSO_WM_UNIT_CLEAR" val="1"/>
  <p:tag name="KSO_WM_UNIT_LAYERLEVEL" val="1"/>
  <p:tag name="KSO_WM_UNIT_VALUE" val="19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9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f"/>
  <p:tag name="KSO_WM_UNIT_INDEX" val="1"/>
  <p:tag name="KSO_WM_UNIT_ID" val="custom159_29*f*1"/>
  <p:tag name="KSO_WM_UNIT_CLEAR" val="1"/>
  <p:tag name="KSO_WM_UNIT_LAYERLEVEL" val="1"/>
  <p:tag name="KSO_WM_UNIT_VALUE" val="130"/>
  <p:tag name="KSO_WM_UNIT_HIGHLIGHT" val="0"/>
  <p:tag name="KSO_WM_UNIT_COMPATIBLE" val="0"/>
  <p:tag name="KSO_WM_UNIT_PRESET_TEXT_INDEX" val="5"/>
  <p:tag name="KSO_WM_UNIT_PRESET_TEXT_LEN" val="180"/>
</p:tagLst>
</file>

<file path=ppt/tags/tag91.xml><?xml version="1.0" encoding="utf-8"?>
<p:tagLst xmlns:p="http://schemas.openxmlformats.org/presentationml/2006/main">
  <p:tag name="KSO_WM_TEMPLATE_CATEGORY" val="custom"/>
  <p:tag name="KSO_WM_TEMPLATE_INDEX" val="159"/>
  <p:tag name="KSO_WM_SLIDE_ID" val="custom159_29"/>
  <p:tag name="KSO_WM_SLIDE_INDEX" val="29"/>
  <p:tag name="KSO_WM_SLIDE_ITEM_CNT" val="2"/>
  <p:tag name="KSO_WM_SLIDE_LAYOUT" val="a_f"/>
  <p:tag name="KSO_WM_SLIDE_LAYOUT_CNT" val="1_2"/>
  <p:tag name="KSO_WM_SLIDE_TYPE" val="text"/>
  <p:tag name="KSO_WM_BEAUTIFY_FLAG" val="#wm#"/>
  <p:tag name="KSO_WM_TAG_VERSION" val="1.0"/>
  <p:tag name="KSO_WM_SLIDE_POSITION" val="88*151"/>
  <p:tag name="KSO_WM_SLIDE_SIZE" val="551*298"/>
</p:tagLst>
</file>

<file path=ppt/tags/tag9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59"/>
  <p:tag name="KSO_WM_UNIT_TYPE" val="a"/>
  <p:tag name="KSO_WM_UNIT_INDEX" val="1"/>
  <p:tag name="KSO_WM_UNIT_ID" val="custom159_30*a*1"/>
  <p:tag name="KSO_WM_UNIT_CLEAR" val="1"/>
  <p:tag name="KSO_WM_UNIT_LAYERLEVEL" val="1"/>
  <p:tag name="KSO_WM_UNIT_VALUE" val="6"/>
  <p:tag name="KSO_WM_UNIT_ISCONTENTSTITLE" val="0"/>
  <p:tag name="KSO_WM_UNIT_HIGHLIGHT" val="0"/>
  <p:tag name="KSO_WM_UNIT_COMPATIBLE" val="0"/>
  <p:tag name="KSO_WM_UNIT_PRESET_TEXT" val="THANKS"/>
</p:tagLst>
</file>

<file path=ppt/tags/tag93.xml><?xml version="1.0" encoding="utf-8"?>
<p:tagLst xmlns:p="http://schemas.openxmlformats.org/presentationml/2006/main">
  <p:tag name="KSO_WM_TEMPLATE_CATEGORY" val="custom"/>
  <p:tag name="KSO_WM_TEMPLATE_INDEX" val="159"/>
  <p:tag name="KSO_WM_SLIDE_ID" val="custom159_30"/>
  <p:tag name="KSO_WM_SLIDE_INDEX" val="30"/>
  <p:tag name="KSO_WM_SLIDE_ITEM_CNT" val="1"/>
  <p:tag name="KSO_WM_SLIDE_LAYOUT" val="a"/>
  <p:tag name="KSO_WM_SLIDE_LAYOUT_CNT" val="1"/>
  <p:tag name="KSO_WM_SLIDE_TYPE" val="title"/>
  <p:tag name="KSO_WM_BEAUTIFY_FLAG" val="#wm#"/>
  <p:tag name="KSO_WM_TAG_VERSION" val="1.0"/>
</p:tagLst>
</file>

<file path=ppt/tags/tag94.xml><?xml version="1.0" encoding="utf-8"?>
<p:tagLst xmlns:p="http://schemas.openxmlformats.org/presentationml/2006/main">
  <p:tag name="KSO_WPP_MARK_KEY" val="0971d847-fdc0-4a85-ba57-ba8f455e473f"/>
  <p:tag name="COMMONDATA" val="eyJoZGlkIjoiYzE1Y2MxZjZkOWI2MDI0M2NhYTZhMTdmYTY3MmJkODcifQ=="/>
</p:tagLst>
</file>

<file path=ppt/theme/theme1.xml><?xml version="1.0" encoding="utf-8"?>
<a:theme xmlns:a="http://schemas.openxmlformats.org/drawingml/2006/main" name="1_A000120140530A99PPBG">
  <a:themeElements>
    <a:clrScheme name="自定义 134">
      <a:dk1>
        <a:srgbClr val="5F5F5F"/>
      </a:dk1>
      <a:lt1>
        <a:sysClr val="window" lastClr="FFFFFF"/>
      </a:lt1>
      <a:dk2>
        <a:srgbClr val="4D4D4D"/>
      </a:dk2>
      <a:lt2>
        <a:srgbClr val="FFFFFF"/>
      </a:lt2>
      <a:accent1>
        <a:srgbClr val="63B70F"/>
      </a:accent1>
      <a:accent2>
        <a:srgbClr val="819420"/>
      </a:accent2>
      <a:accent3>
        <a:srgbClr val="44B27E"/>
      </a:accent3>
      <a:accent4>
        <a:srgbClr val="008DA8"/>
      </a:accent4>
      <a:accent5>
        <a:srgbClr val="3F6AC1"/>
      </a:accent5>
      <a:accent6>
        <a:srgbClr val="B9901D"/>
      </a:accent6>
      <a:hlink>
        <a:srgbClr val="00B0F0"/>
      </a:hlink>
      <a:folHlink>
        <a:srgbClr val="3F6AC1"/>
      </a:folHlink>
    </a:clrScheme>
    <a:fontScheme name="自定义 3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A000120140530A99PPBG">
  <a:themeElements>
    <a:clrScheme name="自定义 134">
      <a:dk1>
        <a:srgbClr val="5F5F5F"/>
      </a:dk1>
      <a:lt1>
        <a:sysClr val="window" lastClr="FFFFFF"/>
      </a:lt1>
      <a:dk2>
        <a:srgbClr val="4D4D4D"/>
      </a:dk2>
      <a:lt2>
        <a:srgbClr val="FFFFFF"/>
      </a:lt2>
      <a:accent1>
        <a:srgbClr val="63B70F"/>
      </a:accent1>
      <a:accent2>
        <a:srgbClr val="819420"/>
      </a:accent2>
      <a:accent3>
        <a:srgbClr val="44B27E"/>
      </a:accent3>
      <a:accent4>
        <a:srgbClr val="008DA8"/>
      </a:accent4>
      <a:accent5>
        <a:srgbClr val="3F6AC1"/>
      </a:accent5>
      <a:accent6>
        <a:srgbClr val="B9901D"/>
      </a:accent6>
      <a:hlink>
        <a:srgbClr val="00B0F0"/>
      </a:hlink>
      <a:folHlink>
        <a:srgbClr val="3F6AC1"/>
      </a:folHlink>
    </a:clrScheme>
    <a:fontScheme name="自定义 3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A000120140530A99PPBG">
  <a:themeElements>
    <a:clrScheme name="自定义 134">
      <a:dk1>
        <a:srgbClr val="5F5F5F"/>
      </a:dk1>
      <a:lt1>
        <a:sysClr val="window" lastClr="FFFFFF"/>
      </a:lt1>
      <a:dk2>
        <a:srgbClr val="4D4D4D"/>
      </a:dk2>
      <a:lt2>
        <a:srgbClr val="FFFFFF"/>
      </a:lt2>
      <a:accent1>
        <a:srgbClr val="63B70F"/>
      </a:accent1>
      <a:accent2>
        <a:srgbClr val="819420"/>
      </a:accent2>
      <a:accent3>
        <a:srgbClr val="44B27E"/>
      </a:accent3>
      <a:accent4>
        <a:srgbClr val="008DA8"/>
      </a:accent4>
      <a:accent5>
        <a:srgbClr val="3F6AC1"/>
      </a:accent5>
      <a:accent6>
        <a:srgbClr val="B9901D"/>
      </a:accent6>
      <a:hlink>
        <a:srgbClr val="00B0F0"/>
      </a:hlink>
      <a:folHlink>
        <a:srgbClr val="3F6AC1"/>
      </a:folHlink>
    </a:clrScheme>
    <a:fontScheme name="自定义 3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A000120140530A99PPBG">
  <a:themeElements>
    <a:clrScheme name="自定义 134">
      <a:dk1>
        <a:srgbClr val="5F5F5F"/>
      </a:dk1>
      <a:lt1>
        <a:sysClr val="window" lastClr="FFFFFF"/>
      </a:lt1>
      <a:dk2>
        <a:srgbClr val="4D4D4D"/>
      </a:dk2>
      <a:lt2>
        <a:srgbClr val="FFFFFF"/>
      </a:lt2>
      <a:accent1>
        <a:srgbClr val="63B70F"/>
      </a:accent1>
      <a:accent2>
        <a:srgbClr val="819420"/>
      </a:accent2>
      <a:accent3>
        <a:srgbClr val="44B27E"/>
      </a:accent3>
      <a:accent4>
        <a:srgbClr val="008DA8"/>
      </a:accent4>
      <a:accent5>
        <a:srgbClr val="3F6AC1"/>
      </a:accent5>
      <a:accent6>
        <a:srgbClr val="B9901D"/>
      </a:accent6>
      <a:hlink>
        <a:srgbClr val="00B0F0"/>
      </a:hlink>
      <a:folHlink>
        <a:srgbClr val="3F6AC1"/>
      </a:folHlink>
    </a:clrScheme>
    <a:fontScheme name="自定义 3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6_A000120140530A99PPBG">
  <a:themeElements>
    <a:clrScheme name="自定义 134">
      <a:dk1>
        <a:srgbClr val="5F5F5F"/>
      </a:dk1>
      <a:lt1>
        <a:sysClr val="window" lastClr="FFFFFF"/>
      </a:lt1>
      <a:dk2>
        <a:srgbClr val="4D4D4D"/>
      </a:dk2>
      <a:lt2>
        <a:srgbClr val="FFFFFF"/>
      </a:lt2>
      <a:accent1>
        <a:srgbClr val="63B70F"/>
      </a:accent1>
      <a:accent2>
        <a:srgbClr val="819420"/>
      </a:accent2>
      <a:accent3>
        <a:srgbClr val="44B27E"/>
      </a:accent3>
      <a:accent4>
        <a:srgbClr val="008DA8"/>
      </a:accent4>
      <a:accent5>
        <a:srgbClr val="3F6AC1"/>
      </a:accent5>
      <a:accent6>
        <a:srgbClr val="B9901D"/>
      </a:accent6>
      <a:hlink>
        <a:srgbClr val="00B0F0"/>
      </a:hlink>
      <a:folHlink>
        <a:srgbClr val="3F6AC1"/>
      </a:folHlink>
    </a:clrScheme>
    <a:fontScheme name="自定义 3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8_A000120140530A99PPBG">
  <a:themeElements>
    <a:clrScheme name="自定义 134">
      <a:dk1>
        <a:srgbClr val="5F5F5F"/>
      </a:dk1>
      <a:lt1>
        <a:sysClr val="window" lastClr="FFFFFF"/>
      </a:lt1>
      <a:dk2>
        <a:srgbClr val="4D4D4D"/>
      </a:dk2>
      <a:lt2>
        <a:srgbClr val="FFFFFF"/>
      </a:lt2>
      <a:accent1>
        <a:srgbClr val="63B70F"/>
      </a:accent1>
      <a:accent2>
        <a:srgbClr val="819420"/>
      </a:accent2>
      <a:accent3>
        <a:srgbClr val="44B27E"/>
      </a:accent3>
      <a:accent4>
        <a:srgbClr val="008DA8"/>
      </a:accent4>
      <a:accent5>
        <a:srgbClr val="3F6AC1"/>
      </a:accent5>
      <a:accent6>
        <a:srgbClr val="B9901D"/>
      </a:accent6>
      <a:hlink>
        <a:srgbClr val="00B0F0"/>
      </a:hlink>
      <a:folHlink>
        <a:srgbClr val="3F6AC1"/>
      </a:folHlink>
    </a:clrScheme>
    <a:fontScheme name="自定义 3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0_A000120140530A99PPBG">
  <a:themeElements>
    <a:clrScheme name="自定义 134">
      <a:dk1>
        <a:srgbClr val="5F5F5F"/>
      </a:dk1>
      <a:lt1>
        <a:sysClr val="window" lastClr="FFFFFF"/>
      </a:lt1>
      <a:dk2>
        <a:srgbClr val="4D4D4D"/>
      </a:dk2>
      <a:lt2>
        <a:srgbClr val="FFFFFF"/>
      </a:lt2>
      <a:accent1>
        <a:srgbClr val="63B70F"/>
      </a:accent1>
      <a:accent2>
        <a:srgbClr val="819420"/>
      </a:accent2>
      <a:accent3>
        <a:srgbClr val="44B27E"/>
      </a:accent3>
      <a:accent4>
        <a:srgbClr val="008DA8"/>
      </a:accent4>
      <a:accent5>
        <a:srgbClr val="3F6AC1"/>
      </a:accent5>
      <a:accent6>
        <a:srgbClr val="B9901D"/>
      </a:accent6>
      <a:hlink>
        <a:srgbClr val="00B0F0"/>
      </a:hlink>
      <a:folHlink>
        <a:srgbClr val="3F6AC1"/>
      </a:folHlink>
    </a:clrScheme>
    <a:fontScheme name="自定义 3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1_A000120140530A99PPBG">
  <a:themeElements>
    <a:clrScheme name="自定义 134">
      <a:dk1>
        <a:srgbClr val="5F5F5F"/>
      </a:dk1>
      <a:lt1>
        <a:sysClr val="window" lastClr="FFFFFF"/>
      </a:lt1>
      <a:dk2>
        <a:srgbClr val="4D4D4D"/>
      </a:dk2>
      <a:lt2>
        <a:srgbClr val="FFFFFF"/>
      </a:lt2>
      <a:accent1>
        <a:srgbClr val="63B70F"/>
      </a:accent1>
      <a:accent2>
        <a:srgbClr val="819420"/>
      </a:accent2>
      <a:accent3>
        <a:srgbClr val="44B27E"/>
      </a:accent3>
      <a:accent4>
        <a:srgbClr val="008DA8"/>
      </a:accent4>
      <a:accent5>
        <a:srgbClr val="3F6AC1"/>
      </a:accent5>
      <a:accent6>
        <a:srgbClr val="B9901D"/>
      </a:accent6>
      <a:hlink>
        <a:srgbClr val="00B0F0"/>
      </a:hlink>
      <a:folHlink>
        <a:srgbClr val="3F6AC1"/>
      </a:folHlink>
    </a:clrScheme>
    <a:fontScheme name="自定义 3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2_A000120140530A99PPBG">
  <a:themeElements>
    <a:clrScheme name="自定义 134">
      <a:dk1>
        <a:srgbClr val="5F5F5F"/>
      </a:dk1>
      <a:lt1>
        <a:sysClr val="window" lastClr="FFFFFF"/>
      </a:lt1>
      <a:dk2>
        <a:srgbClr val="4D4D4D"/>
      </a:dk2>
      <a:lt2>
        <a:srgbClr val="FFFFFF"/>
      </a:lt2>
      <a:accent1>
        <a:srgbClr val="63B70F"/>
      </a:accent1>
      <a:accent2>
        <a:srgbClr val="819420"/>
      </a:accent2>
      <a:accent3>
        <a:srgbClr val="44B27E"/>
      </a:accent3>
      <a:accent4>
        <a:srgbClr val="008DA8"/>
      </a:accent4>
      <a:accent5>
        <a:srgbClr val="3F6AC1"/>
      </a:accent5>
      <a:accent6>
        <a:srgbClr val="B9901D"/>
      </a:accent6>
      <a:hlink>
        <a:srgbClr val="00B0F0"/>
      </a:hlink>
      <a:folHlink>
        <a:srgbClr val="3F6AC1"/>
      </a:folHlink>
    </a:clrScheme>
    <a:fontScheme name="自定义 3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3_A000120140530A99PPBG">
  <a:themeElements>
    <a:clrScheme name="自定义 134">
      <a:dk1>
        <a:srgbClr val="5F5F5F"/>
      </a:dk1>
      <a:lt1>
        <a:sysClr val="window" lastClr="FFFFFF"/>
      </a:lt1>
      <a:dk2>
        <a:srgbClr val="4D4D4D"/>
      </a:dk2>
      <a:lt2>
        <a:srgbClr val="FFFFFF"/>
      </a:lt2>
      <a:accent1>
        <a:srgbClr val="63B70F"/>
      </a:accent1>
      <a:accent2>
        <a:srgbClr val="819420"/>
      </a:accent2>
      <a:accent3>
        <a:srgbClr val="44B27E"/>
      </a:accent3>
      <a:accent4>
        <a:srgbClr val="008DA8"/>
      </a:accent4>
      <a:accent5>
        <a:srgbClr val="3F6AC1"/>
      </a:accent5>
      <a:accent6>
        <a:srgbClr val="B9901D"/>
      </a:accent6>
      <a:hlink>
        <a:srgbClr val="00B0F0"/>
      </a:hlink>
      <a:folHlink>
        <a:srgbClr val="3F6AC1"/>
      </a:folHlink>
    </a:clrScheme>
    <a:fontScheme name="自定义 3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20_A000120140530A99PPBG">
  <a:themeElements>
    <a:clrScheme name="自定义 134">
      <a:dk1>
        <a:srgbClr val="5F5F5F"/>
      </a:dk1>
      <a:lt1>
        <a:sysClr val="window" lastClr="FFFFFF"/>
      </a:lt1>
      <a:dk2>
        <a:srgbClr val="4D4D4D"/>
      </a:dk2>
      <a:lt2>
        <a:srgbClr val="FFFFFF"/>
      </a:lt2>
      <a:accent1>
        <a:srgbClr val="63B70F"/>
      </a:accent1>
      <a:accent2>
        <a:srgbClr val="819420"/>
      </a:accent2>
      <a:accent3>
        <a:srgbClr val="44B27E"/>
      </a:accent3>
      <a:accent4>
        <a:srgbClr val="008DA8"/>
      </a:accent4>
      <a:accent5>
        <a:srgbClr val="3F6AC1"/>
      </a:accent5>
      <a:accent6>
        <a:srgbClr val="B9901D"/>
      </a:accent6>
      <a:hlink>
        <a:srgbClr val="00B0F0"/>
      </a:hlink>
      <a:folHlink>
        <a:srgbClr val="3F6AC1"/>
      </a:folHlink>
    </a:clrScheme>
    <a:fontScheme name="自定义 3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21_A000120140530A99PPBG">
  <a:themeElements>
    <a:clrScheme name="自定义 134">
      <a:dk1>
        <a:srgbClr val="5F5F5F"/>
      </a:dk1>
      <a:lt1>
        <a:sysClr val="window" lastClr="FFFFFF"/>
      </a:lt1>
      <a:dk2>
        <a:srgbClr val="4D4D4D"/>
      </a:dk2>
      <a:lt2>
        <a:srgbClr val="FFFFFF"/>
      </a:lt2>
      <a:accent1>
        <a:srgbClr val="63B70F"/>
      </a:accent1>
      <a:accent2>
        <a:srgbClr val="819420"/>
      </a:accent2>
      <a:accent3>
        <a:srgbClr val="44B27E"/>
      </a:accent3>
      <a:accent4>
        <a:srgbClr val="008DA8"/>
      </a:accent4>
      <a:accent5>
        <a:srgbClr val="3F6AC1"/>
      </a:accent5>
      <a:accent6>
        <a:srgbClr val="B9901D"/>
      </a:accent6>
      <a:hlink>
        <a:srgbClr val="00B0F0"/>
      </a:hlink>
      <a:folHlink>
        <a:srgbClr val="3F6AC1"/>
      </a:folHlink>
    </a:clrScheme>
    <a:fontScheme name="自定义 3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22_A000120140530A99PPBG">
  <a:themeElements>
    <a:clrScheme name="自定义 134">
      <a:dk1>
        <a:srgbClr val="5F5F5F"/>
      </a:dk1>
      <a:lt1>
        <a:sysClr val="window" lastClr="FFFFFF"/>
      </a:lt1>
      <a:dk2>
        <a:srgbClr val="4D4D4D"/>
      </a:dk2>
      <a:lt2>
        <a:srgbClr val="FFFFFF"/>
      </a:lt2>
      <a:accent1>
        <a:srgbClr val="63B70F"/>
      </a:accent1>
      <a:accent2>
        <a:srgbClr val="819420"/>
      </a:accent2>
      <a:accent3>
        <a:srgbClr val="44B27E"/>
      </a:accent3>
      <a:accent4>
        <a:srgbClr val="008DA8"/>
      </a:accent4>
      <a:accent5>
        <a:srgbClr val="3F6AC1"/>
      </a:accent5>
      <a:accent6>
        <a:srgbClr val="B9901D"/>
      </a:accent6>
      <a:hlink>
        <a:srgbClr val="00B0F0"/>
      </a:hlink>
      <a:folHlink>
        <a:srgbClr val="3F6AC1"/>
      </a:folHlink>
    </a:clrScheme>
    <a:fontScheme name="自定义 3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2_A000120140530A99PPBG">
  <a:themeElements>
    <a:clrScheme name="自定义 134">
      <a:dk1>
        <a:srgbClr val="5F5F5F"/>
      </a:dk1>
      <a:lt1>
        <a:sysClr val="window" lastClr="FFFFFF"/>
      </a:lt1>
      <a:dk2>
        <a:srgbClr val="4D4D4D"/>
      </a:dk2>
      <a:lt2>
        <a:srgbClr val="FFFFFF"/>
      </a:lt2>
      <a:accent1>
        <a:srgbClr val="63B70F"/>
      </a:accent1>
      <a:accent2>
        <a:srgbClr val="819420"/>
      </a:accent2>
      <a:accent3>
        <a:srgbClr val="44B27E"/>
      </a:accent3>
      <a:accent4>
        <a:srgbClr val="008DA8"/>
      </a:accent4>
      <a:accent5>
        <a:srgbClr val="3F6AC1"/>
      </a:accent5>
      <a:accent6>
        <a:srgbClr val="B9901D"/>
      </a:accent6>
      <a:hlink>
        <a:srgbClr val="00B0F0"/>
      </a:hlink>
      <a:folHlink>
        <a:srgbClr val="3F6AC1"/>
      </a:folHlink>
    </a:clrScheme>
    <a:fontScheme name="自定义 3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7_A000120140530A99PPBG">
  <a:themeElements>
    <a:clrScheme name="自定义 134">
      <a:dk1>
        <a:srgbClr val="5F5F5F"/>
      </a:dk1>
      <a:lt1>
        <a:sysClr val="window" lastClr="FFFFFF"/>
      </a:lt1>
      <a:dk2>
        <a:srgbClr val="4D4D4D"/>
      </a:dk2>
      <a:lt2>
        <a:srgbClr val="FFFFFF"/>
      </a:lt2>
      <a:accent1>
        <a:srgbClr val="63B70F"/>
      </a:accent1>
      <a:accent2>
        <a:srgbClr val="819420"/>
      </a:accent2>
      <a:accent3>
        <a:srgbClr val="44B27E"/>
      </a:accent3>
      <a:accent4>
        <a:srgbClr val="008DA8"/>
      </a:accent4>
      <a:accent5>
        <a:srgbClr val="3F6AC1"/>
      </a:accent5>
      <a:accent6>
        <a:srgbClr val="B9901D"/>
      </a:accent6>
      <a:hlink>
        <a:srgbClr val="00B0F0"/>
      </a:hlink>
      <a:folHlink>
        <a:srgbClr val="3F6AC1"/>
      </a:folHlink>
    </a:clrScheme>
    <a:fontScheme name="自定义 3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9_A000120140530A99PPBG">
  <a:themeElements>
    <a:clrScheme name="自定义 134">
      <a:dk1>
        <a:srgbClr val="5F5F5F"/>
      </a:dk1>
      <a:lt1>
        <a:sysClr val="window" lastClr="FFFFFF"/>
      </a:lt1>
      <a:dk2>
        <a:srgbClr val="4D4D4D"/>
      </a:dk2>
      <a:lt2>
        <a:srgbClr val="FFFFFF"/>
      </a:lt2>
      <a:accent1>
        <a:srgbClr val="63B70F"/>
      </a:accent1>
      <a:accent2>
        <a:srgbClr val="819420"/>
      </a:accent2>
      <a:accent3>
        <a:srgbClr val="44B27E"/>
      </a:accent3>
      <a:accent4>
        <a:srgbClr val="008DA8"/>
      </a:accent4>
      <a:accent5>
        <a:srgbClr val="3F6AC1"/>
      </a:accent5>
      <a:accent6>
        <a:srgbClr val="B9901D"/>
      </a:accent6>
      <a:hlink>
        <a:srgbClr val="00B0F0"/>
      </a:hlink>
      <a:folHlink>
        <a:srgbClr val="3F6AC1"/>
      </a:folHlink>
    </a:clrScheme>
    <a:fontScheme name="自定义 3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3_A000120140530A99PPBG">
  <a:themeElements>
    <a:clrScheme name="自定义 134">
      <a:dk1>
        <a:srgbClr val="5F5F5F"/>
      </a:dk1>
      <a:lt1>
        <a:sysClr val="window" lastClr="FFFFFF"/>
      </a:lt1>
      <a:dk2>
        <a:srgbClr val="4D4D4D"/>
      </a:dk2>
      <a:lt2>
        <a:srgbClr val="FFFFFF"/>
      </a:lt2>
      <a:accent1>
        <a:srgbClr val="63B70F"/>
      </a:accent1>
      <a:accent2>
        <a:srgbClr val="819420"/>
      </a:accent2>
      <a:accent3>
        <a:srgbClr val="44B27E"/>
      </a:accent3>
      <a:accent4>
        <a:srgbClr val="008DA8"/>
      </a:accent4>
      <a:accent5>
        <a:srgbClr val="3F6AC1"/>
      </a:accent5>
      <a:accent6>
        <a:srgbClr val="B9901D"/>
      </a:accent6>
      <a:hlink>
        <a:srgbClr val="00B0F0"/>
      </a:hlink>
      <a:folHlink>
        <a:srgbClr val="3F6AC1"/>
      </a:folHlink>
    </a:clrScheme>
    <a:fontScheme name="自定义 3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1465</Words>
  <Application>WPS 演示</Application>
  <PresentationFormat/>
  <Paragraphs>112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17</vt:i4>
      </vt:variant>
      <vt:variant>
        <vt:lpstr>幻灯片标题</vt:lpstr>
      </vt:variant>
      <vt:variant>
        <vt:i4>17</vt:i4>
      </vt:variant>
    </vt:vector>
  </HeadingPairs>
  <TitlesOfParts>
    <vt:vector size="4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1_A000120140530A99PPBG</vt:lpstr>
      <vt:lpstr>3_A000120140530A99PPBG</vt:lpstr>
      <vt:lpstr>4_A000120140530A99PPBG</vt:lpstr>
      <vt:lpstr>5_A000120140530A99PPBG</vt:lpstr>
      <vt:lpstr>6_A000120140530A99PPBG</vt:lpstr>
      <vt:lpstr>8_A000120140530A99PPBG</vt:lpstr>
      <vt:lpstr>10_A000120140530A99PPBG</vt:lpstr>
      <vt:lpstr>11_A000120140530A99PPBG</vt:lpstr>
      <vt:lpstr>12_A000120140530A99PPBG</vt:lpstr>
      <vt:lpstr>13_A000120140530A99PPBG</vt:lpstr>
      <vt:lpstr>20_A000120140530A99PPBG</vt:lpstr>
      <vt:lpstr>21_A000120140530A99PPBG</vt:lpstr>
      <vt:lpstr>22_A000120140530A99PPBG</vt:lpstr>
      <vt:lpstr>2_A000120140530A99PPBG</vt:lpstr>
      <vt:lpstr>7_A000120140530A99PPBG</vt:lpstr>
      <vt:lpstr>9_A000120140530A99PPBG</vt:lpstr>
      <vt:lpstr>23_A000120140530A99PPBG</vt:lpstr>
      <vt:lpstr>POWER SUBSTATION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具体设备讲解</vt:lpstr>
      <vt:lpstr>69kv Transformer</vt:lpstr>
      <vt:lpstr>PowerPoint 演示文稿</vt:lpstr>
      <vt:lpstr>PowerPoint 演示文稿</vt:lpstr>
      <vt:lpstr>PowerPoint 演示文稿</vt:lpstr>
      <vt:lpstr>Switchgear</vt:lpstr>
      <vt:lpstr>引申</vt:lpstr>
      <vt:lpstr>总结与作业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SUBSTATION</dc:title>
  <dc:creator>Administrator</dc:creator>
  <cp:lastModifiedBy>孟晗</cp:lastModifiedBy>
  <cp:revision>9</cp:revision>
  <dcterms:created xsi:type="dcterms:W3CDTF">2017-12-26T10:07:00Z</dcterms:created>
  <dcterms:modified xsi:type="dcterms:W3CDTF">2023-04-12T03:02:09Z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8FC3D0824A914ABD88D45BE6334CD100</vt:lpwstr>
  </property>
</Properties>
</file>