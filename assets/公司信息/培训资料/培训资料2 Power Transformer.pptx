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 id="2147483670" r:id="rId4"/>
  </p:sldMasterIdLst>
  <p:notesMasterIdLst>
    <p:notesMasterId r:id="rId7"/>
  </p:notesMasterIdLst>
  <p:sldIdLst>
    <p:sldId id="262" r:id="rId5"/>
    <p:sldId id="258" r:id="rId6"/>
    <p:sldId id="259" r:id="rId8"/>
    <p:sldId id="260" r:id="rId9"/>
    <p:sldId id="318" r:id="rId10"/>
    <p:sldId id="371" r:id="rId11"/>
    <p:sldId id="265" r:id="rId12"/>
    <p:sldId id="266" r:id="rId13"/>
    <p:sldId id="268" r:id="rId14"/>
    <p:sldId id="293" r:id="rId15"/>
    <p:sldId id="269" r:id="rId16"/>
    <p:sldId id="317" r:id="rId17"/>
    <p:sldId id="348" r:id="rId18"/>
    <p:sldId id="347" r:id="rId19"/>
    <p:sldId id="270" r:id="rId20"/>
    <p:sldId id="274" r:id="rId21"/>
    <p:sldId id="279" r:id="rId22"/>
    <p:sldId id="294" r:id="rId23"/>
    <p:sldId id="295" r:id="rId24"/>
    <p:sldId id="296" r:id="rId25"/>
    <p:sldId id="297" r:id="rId26"/>
    <p:sldId id="298" r:id="rId27"/>
    <p:sldId id="299" r:id="rId28"/>
    <p:sldId id="300" r:id="rId29"/>
    <p:sldId id="301" r:id="rId30"/>
    <p:sldId id="302" r:id="rId31"/>
    <p:sldId id="316" r:id="rId32"/>
    <p:sldId id="280" r:id="rId33"/>
    <p:sldId id="288" r:id="rId34"/>
    <p:sldId id="281" r:id="rId35"/>
    <p:sldId id="290" r:id="rId36"/>
    <p:sldId id="291" r:id="rId37"/>
    <p:sldId id="303" r:id="rId38"/>
    <p:sldId id="292" r:id="rId39"/>
  </p:sldIdLst>
  <p:sldSz cx="9144000" cy="6858000" type="screen4x3"/>
  <p:notesSz cx="6858000" cy="9144000"/>
  <p:custDataLst>
    <p:tags r:id="rId43"/>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8" userDrawn="1">
          <p15:clr>
            <a:srgbClr val="A4A3A4"/>
          </p15:clr>
        </p15:guide>
        <p15:guide id="2" pos="28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158"/>
        <p:guide pos="2833"/>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 Type="http://schemas.openxmlformats.org/officeDocument/2006/relationships/slide" Target="slides/slide1.xml"/><Relationship Id="rId43" Type="http://schemas.openxmlformats.org/officeDocument/2006/relationships/tags" Target="tags/tag280.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34820"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34821"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nchorCtr="0"/>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幻灯片图像占位符 1"/>
          <p:cNvSpPr>
            <a:spLocks noGrp="1" noRot="1" noChangeAspect="1"/>
          </p:cNvSpPr>
          <p:nvPr>
            <p:ph type="sldImg"/>
          </p:nvPr>
        </p:nvSpPr>
        <p:spPr/>
      </p:sp>
      <p:sp>
        <p:nvSpPr>
          <p:cNvPr id="39938" name="备注占位符 2"/>
          <p:cNvSpPr>
            <a:spLocks noGrp="1"/>
          </p:cNvSpPr>
          <p:nvPr>
            <p:ph type="body"/>
          </p:nvPr>
        </p:nvSpPr>
        <p:spPr/>
        <p:txBody>
          <a:bodyPr lIns="91440" tIns="45720" rIns="91440" bIns="45720" anchor="t" anchorCtr="0"/>
          <a:p>
            <a:pPr lvl="0"/>
            <a:endParaRPr lang="zh-CN" altLang="en-US"/>
          </a:p>
        </p:txBody>
      </p:sp>
      <p:sp>
        <p:nvSpPr>
          <p:cNvPr id="4" name="灯片编号占位符 3"/>
          <p:cNvSpPr>
            <a:spLocks noGrp="1"/>
          </p:cNvSpPr>
          <p:nvPr>
            <p:ph type="sldNum" sz="quarter" idx="10"/>
          </p:nvPr>
        </p:nvSpPr>
        <p:spPr/>
        <p:txBody>
          <a:bodyPr lIns="91440" tIns="45720" rIns="91440" bIns="45720" rtlCol="0" anchor="b"/>
          <a:lstStyle/>
          <a:p>
            <a:pPr marL="0" marR="0" lvl="0" indent="0" algn="r" defTabSz="914400" rtl="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cs typeface="+mn-cs"/>
                <a:sym typeface="+mn-ea"/>
              </a:rPr>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cs typeface="+mn-cs"/>
              <a:sym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幻灯片图像占位符 1"/>
          <p:cNvSpPr>
            <a:spLocks noGrp="1" noRot="1" noChangeAspect="1"/>
          </p:cNvSpPr>
          <p:nvPr>
            <p:ph type="sldImg"/>
          </p:nvPr>
        </p:nvSpPr>
        <p:spPr/>
      </p:sp>
      <p:sp>
        <p:nvSpPr>
          <p:cNvPr id="41986" name="备注占位符 2"/>
          <p:cNvSpPr>
            <a:spLocks noGrp="1"/>
          </p:cNvSpPr>
          <p:nvPr>
            <p:ph type="body"/>
          </p:nvPr>
        </p:nvSpPr>
        <p:spPr/>
        <p:txBody>
          <a:bodyPr lIns="91440" tIns="45720" rIns="91440" bIns="45720" anchor="t" anchorCtr="0"/>
          <a:p>
            <a:pPr lvl="0"/>
            <a:endParaRPr lang="zh-CN" altLang="en-US"/>
          </a:p>
        </p:txBody>
      </p:sp>
      <p:sp>
        <p:nvSpPr>
          <p:cNvPr id="4" name="灯片编号占位符 3"/>
          <p:cNvSpPr>
            <a:spLocks noGrp="1"/>
          </p:cNvSpPr>
          <p:nvPr>
            <p:ph type="sldNum" sz="quarter" idx="10"/>
          </p:nvPr>
        </p:nvSpPr>
        <p:spPr/>
        <p:txBody>
          <a:bodyPr lIns="91440" tIns="45720" rIns="91440" bIns="45720" rtlCol="0" anchor="b"/>
          <a:lstStyle/>
          <a:p>
            <a:pPr marL="0" marR="0" lvl="0" indent="0" algn="r" defTabSz="914400" rtl="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cs typeface="+mn-cs"/>
                <a:sym typeface="+mn-ea"/>
              </a:rPr>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cs typeface="+mn-cs"/>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幻灯片图像占位符 1"/>
          <p:cNvSpPr>
            <a:spLocks noGrp="1" noRot="1" noChangeAspect="1"/>
          </p:cNvSpPr>
          <p:nvPr>
            <p:ph type="sldImg"/>
          </p:nvPr>
        </p:nvSpPr>
        <p:spPr/>
      </p:sp>
      <p:sp>
        <p:nvSpPr>
          <p:cNvPr id="44034" name="备注占位符 2"/>
          <p:cNvSpPr>
            <a:spLocks noGrp="1"/>
          </p:cNvSpPr>
          <p:nvPr>
            <p:ph type="body"/>
          </p:nvPr>
        </p:nvSpPr>
        <p:spPr/>
        <p:txBody>
          <a:bodyPr lIns="91440" tIns="45720" rIns="91440" bIns="45720" anchor="t" anchorCtr="0"/>
          <a:p>
            <a:pPr lvl="0"/>
            <a:endParaRPr lang="zh-CN" altLang="en-US"/>
          </a:p>
        </p:txBody>
      </p:sp>
      <p:sp>
        <p:nvSpPr>
          <p:cNvPr id="4" name="灯片编号占位符 3"/>
          <p:cNvSpPr>
            <a:spLocks noGrp="1"/>
          </p:cNvSpPr>
          <p:nvPr>
            <p:ph type="sldNum" sz="quarter" idx="10"/>
          </p:nvPr>
        </p:nvSpPr>
        <p:spPr/>
        <p:txBody>
          <a:bodyPr lIns="91440" tIns="45720" rIns="91440" bIns="45720" rtlCol="0" anchor="b"/>
          <a:lstStyle/>
          <a:p>
            <a:pPr marL="0" marR="0" lvl="0" indent="0" algn="r" defTabSz="914400" rtl="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cs typeface="+mn-cs"/>
                <a:sym typeface="+mn-ea"/>
              </a:rPr>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cs typeface="+mn-cs"/>
              <a:sym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幻灯片图像占位符 1"/>
          <p:cNvSpPr>
            <a:spLocks noGrp="1" noRot="1" noChangeAspect="1"/>
          </p:cNvSpPr>
          <p:nvPr>
            <p:ph type="sldImg"/>
          </p:nvPr>
        </p:nvSpPr>
        <p:spPr/>
      </p:sp>
      <p:sp>
        <p:nvSpPr>
          <p:cNvPr id="46082" name="备注占位符 2"/>
          <p:cNvSpPr>
            <a:spLocks noGrp="1"/>
          </p:cNvSpPr>
          <p:nvPr>
            <p:ph type="body"/>
          </p:nvPr>
        </p:nvSpPr>
        <p:spPr/>
        <p:txBody>
          <a:bodyPr lIns="91440" tIns="45720" rIns="91440" bIns="45720" anchor="t" anchorCtr="0"/>
          <a:p>
            <a:pPr lvl="0"/>
            <a:endParaRPr lang="zh-CN" altLang="en-US"/>
          </a:p>
        </p:txBody>
      </p:sp>
      <p:sp>
        <p:nvSpPr>
          <p:cNvPr id="4" name="灯片编号占位符 3"/>
          <p:cNvSpPr>
            <a:spLocks noGrp="1"/>
          </p:cNvSpPr>
          <p:nvPr>
            <p:ph type="sldNum" sz="quarter" idx="10"/>
          </p:nvPr>
        </p:nvSpPr>
        <p:spPr/>
        <p:txBody>
          <a:bodyPr lIns="91440" tIns="45720" rIns="91440" bIns="45720" rtlCol="0" anchor="b"/>
          <a:lstStyle/>
          <a:p>
            <a:pPr marL="0" marR="0" lvl="0" indent="0" algn="r" defTabSz="914400" rtl="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cs typeface="+mn-cs"/>
                <a:sym typeface="+mn-ea"/>
              </a:rPr>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cs typeface="+mn-cs"/>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幻灯片图像占位符 1"/>
          <p:cNvSpPr>
            <a:spLocks noGrp="1" noRot="1" noChangeAspect="1"/>
          </p:cNvSpPr>
          <p:nvPr>
            <p:ph type="sldImg"/>
          </p:nvPr>
        </p:nvSpPr>
        <p:spPr/>
      </p:sp>
      <p:sp>
        <p:nvSpPr>
          <p:cNvPr id="57346" name="备注占位符 2"/>
          <p:cNvSpPr>
            <a:spLocks noGrp="1"/>
          </p:cNvSpPr>
          <p:nvPr>
            <p:ph type="body"/>
          </p:nvPr>
        </p:nvSpPr>
        <p:spPr/>
        <p:txBody>
          <a:bodyPr lIns="91440" tIns="45720" rIns="91440" bIns="45720" anchor="t" anchorCtr="0"/>
          <a:p>
            <a:pPr lvl="0"/>
            <a:endParaRPr lang="zh-CN" altLang="en-US"/>
          </a:p>
        </p:txBody>
      </p:sp>
      <p:sp>
        <p:nvSpPr>
          <p:cNvPr id="4" name="灯片编号占位符 3"/>
          <p:cNvSpPr>
            <a:spLocks noGrp="1"/>
          </p:cNvSpPr>
          <p:nvPr>
            <p:ph type="sldNum" sz="quarter" idx="10"/>
          </p:nvPr>
        </p:nvSpPr>
        <p:spPr/>
        <p:txBody>
          <a:bodyPr lIns="91440" tIns="45720" rIns="91440" bIns="45720" rtlCol="0" anchor="b"/>
          <a:lstStyle/>
          <a:p>
            <a:pPr marL="0" marR="0" lvl="0" indent="0" algn="r" defTabSz="914400" rtl="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cs typeface="+mn-cs"/>
                <a:sym typeface="+mn-ea"/>
              </a:rPr>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cs typeface="+mn-c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tags" Target="../tags/tag3.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4.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8.xm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9.xm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tags" Target="../tags/tag10.xm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1.xm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5.xml"/><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6.xml"/><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tags" Target="../tags/tag17.xml"/><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8.xml"/><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4099" name="图片 10"/>
          <p:cNvPicPr>
            <a:picLocks noChangeAspect="1"/>
          </p:cNvPicPr>
          <p:nvPr>
            <p:custDataLst>
              <p:tags r:id="rId3"/>
            </p:custDataLst>
          </p:nvPr>
        </p:nvPicPr>
        <p:blipFill>
          <a:blip r:embed="rId4"/>
          <a:srcRect l="14558" t="41307" r="40846" b="11092"/>
          <a:stretch>
            <a:fillRect/>
          </a:stretch>
        </p:blipFill>
        <p:spPr>
          <a:xfrm>
            <a:off x="3706813" y="1514475"/>
            <a:ext cx="1730375" cy="1200150"/>
          </a:xfrm>
          <a:prstGeom prst="rect">
            <a:avLst/>
          </a:prstGeom>
          <a:noFill/>
          <a:ln w="9525">
            <a:noFill/>
          </a:ln>
        </p:spPr>
      </p:pic>
      <p:sp>
        <p:nvSpPr>
          <p:cNvPr id="2" name="标题 1"/>
          <p:cNvSpPr>
            <a:spLocks noGrp="1"/>
          </p:cNvSpPr>
          <p:nvPr>
            <p:ph type="ctrTitle" hasCustomPrompt="1"/>
          </p:nvPr>
        </p:nvSpPr>
        <p:spPr>
          <a:xfrm>
            <a:off x="2068286" y="2714174"/>
            <a:ext cx="5007429" cy="940930"/>
          </a:xfrm>
        </p:spPr>
        <p:txBody>
          <a:bodyPr anchor="b">
            <a:normAutofit/>
          </a:bodyPr>
          <a:lstStyle>
            <a:lvl1pPr algn="ctr">
              <a:defRPr sz="4050">
                <a:solidFill>
                  <a:srgbClr val="578B18"/>
                </a:solidFill>
              </a:defRPr>
            </a:lvl1pPr>
          </a:lstStyle>
          <a:p>
            <a:pPr fontAlgn="auto"/>
            <a:r>
              <a:rPr lang="zh-CN" altLang="en-US" sz="4050" strike="noStrike" noProof="1" dirty="0" smtClean="0"/>
              <a:t>编辑标题</a:t>
            </a:r>
            <a:endParaRPr lang="zh-CN" altLang="en-US" strike="noStrike" noProof="1" dirty="0"/>
          </a:p>
        </p:txBody>
      </p:sp>
      <p:sp>
        <p:nvSpPr>
          <p:cNvPr id="3" name="副标题 2"/>
          <p:cNvSpPr>
            <a:spLocks noGrp="1"/>
          </p:cNvSpPr>
          <p:nvPr>
            <p:ph type="subTitle" idx="1"/>
          </p:nvPr>
        </p:nvSpPr>
        <p:spPr>
          <a:xfrm>
            <a:off x="2068286" y="3674609"/>
            <a:ext cx="5007429" cy="76676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dirty="0" smtClean="0"/>
              <a:t>单击此处编辑母版副标题样式</a:t>
            </a:r>
            <a:endParaRPr lang="zh-CN" altLang="en-US" strike="noStrike" noProof="1" dirty="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5123" name="图片 10"/>
          <p:cNvPicPr>
            <a:picLocks noChangeAspect="1"/>
          </p:cNvPicPr>
          <p:nvPr>
            <p:custDataLst>
              <p:tags r:id="rId3"/>
            </p:custDataLst>
          </p:nvPr>
        </p:nvPicPr>
        <p:blipFill>
          <a:blip r:embed="rId4"/>
          <a:srcRect l="14558" t="41307" r="40846" b="11092"/>
          <a:stretch>
            <a:fillRect/>
          </a:stretch>
        </p:blipFill>
        <p:spPr>
          <a:xfrm>
            <a:off x="234950" y="4862513"/>
            <a:ext cx="2811463" cy="1951037"/>
          </a:xfrm>
          <a:prstGeom prst="rect">
            <a:avLst/>
          </a:prstGeom>
          <a:noFill/>
          <a:ln w="9525">
            <a:noFill/>
          </a:ln>
        </p:spPr>
      </p:pic>
      <p:sp>
        <p:nvSpPr>
          <p:cNvPr id="2" name="标题 1"/>
          <p:cNvSpPr>
            <a:spLocks noGrp="1"/>
          </p:cNvSpPr>
          <p:nvPr>
            <p:ph type="title"/>
          </p:nvPr>
        </p:nvSpPr>
        <p:spPr/>
        <p:txBody>
          <a:bodyPr>
            <a:normAutofit/>
          </a:bodyPr>
          <a:lstStyle/>
          <a:p>
            <a:pPr fontAlgn="auto"/>
            <a:r>
              <a:rPr lang="zh-CN" altLang="en-US" strike="noStrike" noProof="1" dirty="0" smtClean="0"/>
              <a:t>单击此处编辑母版标题样式</a:t>
            </a:r>
            <a:endParaRPr lang="zh-CN" altLang="en-US" strike="noStrike" noProof="1"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dirty="0" smtClean="0"/>
              <a:t>单击此处编辑母版文本样式</a:t>
            </a:r>
            <a:endParaRPr lang="zh-CN" altLang="en-US" strike="noStrike" noProof="1" dirty="0" smtClean="0"/>
          </a:p>
          <a:p>
            <a:pPr lvl="1" fontAlgn="auto"/>
            <a:r>
              <a:rPr lang="zh-CN" altLang="en-US" strike="noStrike" noProof="1" dirty="0" smtClean="0"/>
              <a:t>第二级</a:t>
            </a:r>
            <a:endParaRPr lang="zh-CN" altLang="en-US" strike="noStrike" noProof="1" dirty="0" smtClean="0"/>
          </a:p>
          <a:p>
            <a:pPr lvl="2" fontAlgn="auto"/>
            <a:r>
              <a:rPr lang="zh-CN" altLang="en-US" strike="noStrike" noProof="1" dirty="0" smtClean="0"/>
              <a:t>第三级</a:t>
            </a:r>
            <a:endParaRPr lang="zh-CN" altLang="en-US" strike="noStrike" noProof="1" dirty="0" smtClean="0"/>
          </a:p>
          <a:p>
            <a:pPr lvl="3" fontAlgn="auto"/>
            <a:r>
              <a:rPr lang="zh-CN" altLang="en-US" strike="noStrike" noProof="1" dirty="0" smtClean="0"/>
              <a:t>第四级</a:t>
            </a:r>
            <a:endParaRPr lang="zh-CN" altLang="en-US" strike="noStrike" noProof="1" dirty="0" smtClean="0"/>
          </a:p>
          <a:p>
            <a:pPr lvl="4" fontAlgn="auto"/>
            <a:r>
              <a:rPr lang="zh-CN" altLang="en-US" strike="noStrike" noProof="1" dirty="0" smtClean="0"/>
              <a:t>第五级</a:t>
            </a:r>
            <a:endParaRPr lang="zh-CN" altLang="en-US" strike="noStrike" noProof="1" dirty="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C2061DBB-08A7-4503-9750-00B00168923B}"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1026A298-7DD5-4EA5-AAE7-190085570BF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6147" name="图片 7"/>
          <p:cNvPicPr>
            <a:picLocks noChangeAspect="1"/>
          </p:cNvPicPr>
          <p:nvPr>
            <p:custDataLst>
              <p:tags r:id="rId3"/>
            </p:custDataLst>
          </p:nvPr>
        </p:nvPicPr>
        <p:blipFill>
          <a:blip r:embed="rId4"/>
          <a:stretch>
            <a:fillRect/>
          </a:stretch>
        </p:blipFill>
        <p:spPr>
          <a:xfrm>
            <a:off x="7278688" y="3279775"/>
            <a:ext cx="1579562" cy="3076575"/>
          </a:xfrm>
          <a:prstGeom prst="rect">
            <a:avLst/>
          </a:prstGeom>
          <a:noFill/>
          <a:ln w="9525">
            <a:noFill/>
          </a:ln>
        </p:spPr>
      </p:pic>
      <p:sp>
        <p:nvSpPr>
          <p:cNvPr id="2" name="标题 1"/>
          <p:cNvSpPr>
            <a:spLocks noGrp="1"/>
          </p:cNvSpPr>
          <p:nvPr>
            <p:ph type="title" hasCustomPrompt="1"/>
          </p:nvPr>
        </p:nvSpPr>
        <p:spPr>
          <a:xfrm>
            <a:off x="3214690" y="2078990"/>
            <a:ext cx="3840002" cy="1074444"/>
          </a:xfrm>
        </p:spPr>
        <p:txBody>
          <a:bodyPr anchor="b">
            <a:normAutofit/>
          </a:bodyPr>
          <a:lstStyle>
            <a:lvl1pPr>
              <a:defRPr sz="3600">
                <a:solidFill>
                  <a:srgbClr val="578B18"/>
                </a:solidFill>
              </a:defRPr>
            </a:lvl1pPr>
          </a:lstStyle>
          <a:p>
            <a:pPr fontAlgn="auto"/>
            <a:r>
              <a:rPr lang="zh-CN" altLang="en-US" strike="noStrike" noProof="1" dirty="0" smtClean="0"/>
              <a:t>编辑标题</a:t>
            </a:r>
            <a:endParaRPr lang="zh-CN" altLang="en-US" strike="noStrike" noProof="1" dirty="0"/>
          </a:p>
        </p:txBody>
      </p:sp>
      <p:sp>
        <p:nvSpPr>
          <p:cNvPr id="3" name="文本占位符 2"/>
          <p:cNvSpPr>
            <a:spLocks noGrp="1"/>
          </p:cNvSpPr>
          <p:nvPr>
            <p:ph type="body" idx="1" hasCustomPrompt="1"/>
          </p:nvPr>
        </p:nvSpPr>
        <p:spPr>
          <a:xfrm>
            <a:off x="3214690" y="3180423"/>
            <a:ext cx="4064792" cy="1154510"/>
          </a:xfrm>
        </p:spPr>
        <p:txBody>
          <a:bodyPr>
            <a:normAutofit/>
          </a:bodyPr>
          <a:lstStyle>
            <a:lvl1pPr marL="0" indent="0">
              <a:buNone/>
              <a:defRPr sz="2000">
                <a:solidFill>
                  <a:srgbClr val="578B18"/>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auto"/>
            <a:r>
              <a:rPr lang="zh-CN" altLang="en-US" strike="noStrike" noProof="1" dirty="0" smtClean="0"/>
              <a:t>编辑文本</a:t>
            </a:r>
            <a:endParaRPr lang="zh-CN" altLang="en-US" strike="noStrike" noProof="1" dirty="0" smtClean="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28650" y="1825625"/>
            <a:ext cx="3886200" cy="4351338"/>
          </a:xfrm>
        </p:spPr>
        <p:txBody>
          <a:bodyPr>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7" name="灯片编号占位符 6"/>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8650" y="1778438"/>
            <a:ext cx="3965122" cy="823912"/>
          </a:xfrm>
        </p:spPr>
        <p:txBody>
          <a:bodyPr anchor="ctr" anchorCtr="0">
            <a:normAutofit/>
          </a:bodyP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auto"/>
            <a:r>
              <a:rPr lang="zh-CN" altLang="en-US" strike="noStrike" noProof="1" dirty="0" smtClean="0"/>
              <a:t>单击此处编辑母版文本样式</a:t>
            </a:r>
            <a:endParaRPr lang="zh-CN" altLang="en-US" strike="noStrike" noProof="1" dirty="0" smtClean="0"/>
          </a:p>
        </p:txBody>
      </p:sp>
      <p:sp>
        <p:nvSpPr>
          <p:cNvPr id="4" name="内容占位符 3"/>
          <p:cNvSpPr>
            <a:spLocks noGrp="1"/>
          </p:cNvSpPr>
          <p:nvPr>
            <p:ph sz="half" idx="2"/>
          </p:nvPr>
        </p:nvSpPr>
        <p:spPr>
          <a:xfrm>
            <a:off x="628650" y="2665379"/>
            <a:ext cx="3965122" cy="3524284"/>
          </a:xfrm>
        </p:spPr>
        <p:txBody>
          <a:bodyPr>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80858" y="1778438"/>
            <a:ext cx="3834493" cy="823912"/>
          </a:xfrm>
        </p:spPr>
        <p:txBody>
          <a:bodyPr anchor="ctr" anchorCtr="0">
            <a:normAutofit/>
          </a:bodyP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auto"/>
            <a:r>
              <a:rPr lang="zh-CN" altLang="en-US" strike="noStrike" noProof="1" dirty="0" smtClean="0"/>
              <a:t>单击此处编辑母版文本样式</a:t>
            </a:r>
            <a:endParaRPr lang="zh-CN" altLang="en-US" strike="noStrike" noProof="1" dirty="0" smtClean="0"/>
          </a:p>
        </p:txBody>
      </p:sp>
      <p:sp>
        <p:nvSpPr>
          <p:cNvPr id="6" name="内容占位符 5"/>
          <p:cNvSpPr>
            <a:spLocks noGrp="1"/>
          </p:cNvSpPr>
          <p:nvPr>
            <p:ph sz="quarter" idx="4"/>
          </p:nvPr>
        </p:nvSpPr>
        <p:spPr>
          <a:xfrm>
            <a:off x="4680858" y="2665379"/>
            <a:ext cx="3834493" cy="3524284"/>
          </a:xfrm>
        </p:spPr>
        <p:txBody>
          <a:bodyPr>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8" name="页脚占位符 7"/>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9" name="灯片编号占位符 8"/>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9219" name="图片 10"/>
          <p:cNvPicPr>
            <a:picLocks noChangeAspect="1"/>
          </p:cNvPicPr>
          <p:nvPr>
            <p:custDataLst>
              <p:tags r:id="rId3"/>
            </p:custDataLst>
          </p:nvPr>
        </p:nvPicPr>
        <p:blipFill>
          <a:blip r:embed="rId4"/>
          <a:srcRect l="14558" t="41307" r="40846" b="11092"/>
          <a:stretch>
            <a:fillRect/>
          </a:stretch>
        </p:blipFill>
        <p:spPr>
          <a:xfrm>
            <a:off x="498475" y="4699000"/>
            <a:ext cx="3279775" cy="2278063"/>
          </a:xfrm>
          <a:prstGeom prst="rect">
            <a:avLst/>
          </a:prstGeom>
          <a:noFill/>
          <a:ln w="9525">
            <a:noFill/>
          </a:ln>
        </p:spPr>
      </p:pic>
      <p:sp>
        <p:nvSpPr>
          <p:cNvPr id="2" name="标题 1"/>
          <p:cNvSpPr>
            <a:spLocks noGrp="1"/>
          </p:cNvSpPr>
          <p:nvPr>
            <p:ph type="title" hasCustomPrompt="1"/>
          </p:nvPr>
        </p:nvSpPr>
        <p:spPr>
          <a:xfrm>
            <a:off x="1763486" y="2281012"/>
            <a:ext cx="5617029" cy="1623330"/>
          </a:xfrm>
        </p:spPr>
        <p:txBody>
          <a:bodyPr>
            <a:normAutofit/>
          </a:bodyPr>
          <a:lstStyle>
            <a:lvl1pPr algn="ctr">
              <a:defRPr sz="7200">
                <a:solidFill>
                  <a:srgbClr val="578B18"/>
                </a:solidFill>
              </a:defRPr>
            </a:lvl1pPr>
          </a:lstStyle>
          <a:p>
            <a:pPr fontAlgn="auto"/>
            <a:r>
              <a:rPr lang="zh-CN" altLang="en-US" strike="noStrike" noProof="1" dirty="0" smtClean="0"/>
              <a:t>编辑标题</a:t>
            </a:r>
            <a:endParaRPr lang="zh-CN" altLang="en-US" strike="noStrike" noProof="1" dirty="0"/>
          </a:p>
        </p:txBody>
      </p:sp>
      <p:sp>
        <p:nvSpPr>
          <p:cNvPr id="3" name="日期占位符 2"/>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5" name="灯片编号占位符 4"/>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空白">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pPr fontAlgn="auto"/>
            <a:r>
              <a:rPr lang="zh-CN" altLang="en-US" strike="noStrike" noProof="1" dirty="0" smtClean="0"/>
              <a:t>单击此处编辑标题</a:t>
            </a:r>
            <a:endParaRPr lang="zh-CN" altLang="en-US" strike="noStrike" noProof="1" dirty="0"/>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r>
              <a:rPr lang="zh-CN" altLang="en-US" strike="noStrike" noProof="1" smtClean="0"/>
              <a:t>图片</a:t>
            </a:r>
            <a:endParaRPr lang="zh-CN" altLang="en-US" strike="noStrike" noProof="1"/>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auto"/>
            <a:r>
              <a:rPr lang="zh-CN" altLang="en-US" strike="noStrike" noProof="1" dirty="0" smtClean="0"/>
              <a:t>单击此处编辑母版文本样式</a:t>
            </a:r>
            <a:endParaRPr lang="zh-CN" altLang="en-US" strike="noStrike" noProof="1" dirty="0" smtClean="0"/>
          </a:p>
        </p:txBody>
      </p:sp>
      <p:sp>
        <p:nvSpPr>
          <p:cNvPr id="5" name="日期占位符 4"/>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7" name="灯片编号占位符 6"/>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93428" y="365125"/>
            <a:ext cx="1221922" cy="5811838"/>
          </a:xfrm>
        </p:spPr>
        <p:txBody>
          <a:bodyPr vert="eaVert">
            <a:normAutofit/>
          </a:bodyPr>
          <a:lstStyle/>
          <a:p>
            <a:pPr fontAlgn="auto"/>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28650" y="365125"/>
            <a:ext cx="6501493" cy="5811838"/>
          </a:xfrm>
        </p:spPr>
        <p:txBody>
          <a:bodyPr vert="eaVert">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dirty="0" smtClean="0"/>
              <a:t>单击此处编辑母版文本样式</a:t>
            </a:r>
            <a:endParaRPr lang="zh-CN" altLang="en-US" strike="noStrike" noProof="1" dirty="0" smtClean="0"/>
          </a:p>
          <a:p>
            <a:pPr lvl="1" fontAlgn="auto"/>
            <a:r>
              <a:rPr lang="zh-CN" altLang="en-US" strike="noStrike" noProof="1" dirty="0" smtClean="0"/>
              <a:t>第二级</a:t>
            </a:r>
            <a:endParaRPr lang="zh-CN" altLang="en-US" strike="noStrike" noProof="1" dirty="0" smtClean="0"/>
          </a:p>
          <a:p>
            <a:pPr lvl="2" fontAlgn="auto"/>
            <a:r>
              <a:rPr lang="zh-CN" altLang="en-US" strike="noStrike" noProof="1" dirty="0" smtClean="0"/>
              <a:t>第三级</a:t>
            </a:r>
            <a:endParaRPr lang="zh-CN" altLang="en-US" strike="noStrike" noProof="1" dirty="0" smtClean="0"/>
          </a:p>
          <a:p>
            <a:pPr lvl="3" fontAlgn="auto"/>
            <a:r>
              <a:rPr lang="zh-CN" altLang="en-US" strike="noStrike" noProof="1" dirty="0" smtClean="0"/>
              <a:t>第四级</a:t>
            </a:r>
            <a:endParaRPr lang="zh-CN" altLang="en-US" strike="noStrike" noProof="1" dirty="0" smtClean="0"/>
          </a:p>
          <a:p>
            <a:pPr lvl="4" fontAlgn="auto"/>
            <a:r>
              <a:rPr lang="zh-CN" altLang="en-US" strike="noStrike" noProof="1" dirty="0" smtClean="0"/>
              <a:t>第五级</a:t>
            </a:r>
            <a:endParaRPr lang="zh-CN" altLang="en-US" strike="noStrike" noProof="1" dirty="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p:spPr>
        <p:txBody>
          <a:bodyPr>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dirty="0" smtClean="0"/>
              <a:t>单击此处编辑母版文本样式</a:t>
            </a:r>
            <a:endParaRPr lang="zh-CN" altLang="en-US" strike="noStrike" noProof="1" dirty="0" smtClean="0"/>
          </a:p>
          <a:p>
            <a:pPr lvl="1" fontAlgn="auto"/>
            <a:r>
              <a:rPr lang="zh-CN" altLang="en-US" strike="noStrike" noProof="1" dirty="0" smtClean="0"/>
              <a:t>第二级</a:t>
            </a:r>
            <a:endParaRPr lang="zh-CN" altLang="en-US" strike="noStrike" noProof="1" dirty="0" smtClean="0"/>
          </a:p>
          <a:p>
            <a:pPr lvl="2" fontAlgn="auto"/>
            <a:r>
              <a:rPr lang="zh-CN" altLang="en-US" strike="noStrike" noProof="1" dirty="0" smtClean="0"/>
              <a:t>第三级</a:t>
            </a:r>
            <a:endParaRPr lang="zh-CN" altLang="en-US" strike="noStrike" noProof="1" dirty="0" smtClean="0"/>
          </a:p>
          <a:p>
            <a:pPr lvl="3" fontAlgn="auto"/>
            <a:r>
              <a:rPr lang="zh-CN" altLang="en-US" strike="noStrike" noProof="1" dirty="0" smtClean="0"/>
              <a:t>第四级</a:t>
            </a:r>
            <a:endParaRPr lang="zh-CN" altLang="en-US" strike="noStrike" noProof="1" dirty="0" smtClean="0"/>
          </a:p>
          <a:p>
            <a:pPr lvl="4" fontAlgn="auto"/>
            <a:r>
              <a:rPr lang="zh-CN" altLang="en-US" strike="noStrike" noProof="1" dirty="0" smtClean="0"/>
              <a:t>第五级</a:t>
            </a:r>
            <a:endParaRPr lang="zh-CN" altLang="en-US" strike="noStrike" noProof="1" dirty="0"/>
          </a:p>
        </p:txBody>
      </p:sp>
      <p:sp>
        <p:nvSpPr>
          <p:cNvPr id="3" name="日期占位符 2"/>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5" name="灯片编号占位符 4"/>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14339" name="图片 10"/>
          <p:cNvPicPr>
            <a:picLocks noChangeAspect="1"/>
          </p:cNvPicPr>
          <p:nvPr>
            <p:custDataLst>
              <p:tags r:id="rId3"/>
            </p:custDataLst>
          </p:nvPr>
        </p:nvPicPr>
        <p:blipFill>
          <a:blip r:embed="rId4"/>
          <a:srcRect l="14558" t="41307" r="40846" b="11092"/>
          <a:stretch>
            <a:fillRect/>
          </a:stretch>
        </p:blipFill>
        <p:spPr>
          <a:xfrm>
            <a:off x="3706813" y="1514475"/>
            <a:ext cx="1730375" cy="1200150"/>
          </a:xfrm>
          <a:prstGeom prst="rect">
            <a:avLst/>
          </a:prstGeom>
          <a:noFill/>
          <a:ln w="9525">
            <a:noFill/>
          </a:ln>
        </p:spPr>
      </p:pic>
      <p:sp>
        <p:nvSpPr>
          <p:cNvPr id="2" name="标题 1"/>
          <p:cNvSpPr>
            <a:spLocks noGrp="1"/>
          </p:cNvSpPr>
          <p:nvPr>
            <p:ph type="ctrTitle" hasCustomPrompt="1"/>
          </p:nvPr>
        </p:nvSpPr>
        <p:spPr>
          <a:xfrm>
            <a:off x="2068286" y="2714174"/>
            <a:ext cx="5007429" cy="940930"/>
          </a:xfrm>
        </p:spPr>
        <p:txBody>
          <a:bodyPr anchor="b">
            <a:normAutofit/>
          </a:bodyPr>
          <a:lstStyle>
            <a:lvl1pPr algn="ctr">
              <a:defRPr sz="4050">
                <a:solidFill>
                  <a:srgbClr val="578B18"/>
                </a:solidFill>
              </a:defRPr>
            </a:lvl1pPr>
          </a:lstStyle>
          <a:p>
            <a:pPr fontAlgn="auto"/>
            <a:r>
              <a:rPr lang="zh-CN" altLang="en-US" sz="4050" strike="noStrike" noProof="1" dirty="0" smtClean="0"/>
              <a:t>编辑标题</a:t>
            </a:r>
            <a:endParaRPr lang="zh-CN" altLang="en-US" strike="noStrike" noProof="1" dirty="0"/>
          </a:p>
        </p:txBody>
      </p:sp>
      <p:sp>
        <p:nvSpPr>
          <p:cNvPr id="3" name="副标题 2"/>
          <p:cNvSpPr>
            <a:spLocks noGrp="1"/>
          </p:cNvSpPr>
          <p:nvPr>
            <p:ph type="subTitle" idx="1"/>
          </p:nvPr>
        </p:nvSpPr>
        <p:spPr>
          <a:xfrm>
            <a:off x="2068286" y="3674609"/>
            <a:ext cx="5007429" cy="76676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dirty="0" smtClean="0"/>
              <a:t>单击此处编辑母版副标题样式</a:t>
            </a:r>
            <a:endParaRPr lang="zh-CN" altLang="en-US" strike="noStrike" noProof="1" dirty="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15363" name="图片 10"/>
          <p:cNvPicPr>
            <a:picLocks noChangeAspect="1"/>
          </p:cNvPicPr>
          <p:nvPr>
            <p:custDataLst>
              <p:tags r:id="rId3"/>
            </p:custDataLst>
          </p:nvPr>
        </p:nvPicPr>
        <p:blipFill>
          <a:blip r:embed="rId4"/>
          <a:srcRect l="14558" t="41307" r="40846" b="11092"/>
          <a:stretch>
            <a:fillRect/>
          </a:stretch>
        </p:blipFill>
        <p:spPr>
          <a:xfrm>
            <a:off x="234950" y="4862513"/>
            <a:ext cx="2811463" cy="1951037"/>
          </a:xfrm>
          <a:prstGeom prst="rect">
            <a:avLst/>
          </a:prstGeom>
          <a:noFill/>
          <a:ln w="9525">
            <a:noFill/>
          </a:ln>
        </p:spPr>
      </p:pic>
      <p:sp>
        <p:nvSpPr>
          <p:cNvPr id="2" name="标题 1"/>
          <p:cNvSpPr>
            <a:spLocks noGrp="1"/>
          </p:cNvSpPr>
          <p:nvPr>
            <p:ph type="title"/>
          </p:nvPr>
        </p:nvSpPr>
        <p:spPr/>
        <p:txBody>
          <a:bodyPr>
            <a:normAutofit/>
          </a:bodyPr>
          <a:lstStyle/>
          <a:p>
            <a:pPr fontAlgn="auto"/>
            <a:r>
              <a:rPr lang="zh-CN" altLang="en-US" strike="noStrike" noProof="1" dirty="0" smtClean="0"/>
              <a:t>单击此处编辑母版标题样式</a:t>
            </a:r>
            <a:endParaRPr lang="zh-CN" altLang="en-US" strike="noStrike" noProof="1"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dirty="0" smtClean="0"/>
              <a:t>单击此处编辑母版文本样式</a:t>
            </a:r>
            <a:endParaRPr lang="zh-CN" altLang="en-US" strike="noStrike" noProof="1" dirty="0" smtClean="0"/>
          </a:p>
          <a:p>
            <a:pPr lvl="1" fontAlgn="auto"/>
            <a:r>
              <a:rPr lang="zh-CN" altLang="en-US" strike="noStrike" noProof="1" dirty="0" smtClean="0"/>
              <a:t>第二级</a:t>
            </a:r>
            <a:endParaRPr lang="zh-CN" altLang="en-US" strike="noStrike" noProof="1" dirty="0" smtClean="0"/>
          </a:p>
          <a:p>
            <a:pPr lvl="2" fontAlgn="auto"/>
            <a:r>
              <a:rPr lang="zh-CN" altLang="en-US" strike="noStrike" noProof="1" dirty="0" smtClean="0"/>
              <a:t>第三级</a:t>
            </a:r>
            <a:endParaRPr lang="zh-CN" altLang="en-US" strike="noStrike" noProof="1" dirty="0" smtClean="0"/>
          </a:p>
          <a:p>
            <a:pPr lvl="3" fontAlgn="auto"/>
            <a:r>
              <a:rPr lang="zh-CN" altLang="en-US" strike="noStrike" noProof="1" dirty="0" smtClean="0"/>
              <a:t>第四级</a:t>
            </a:r>
            <a:endParaRPr lang="zh-CN" altLang="en-US" strike="noStrike" noProof="1" dirty="0" smtClean="0"/>
          </a:p>
          <a:p>
            <a:pPr lvl="4" fontAlgn="auto"/>
            <a:r>
              <a:rPr lang="zh-CN" altLang="en-US" strike="noStrike" noProof="1" dirty="0" smtClean="0"/>
              <a:t>第五级</a:t>
            </a:r>
            <a:endParaRPr lang="zh-CN" altLang="en-US" strike="noStrike" noProof="1" dirty="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C2061DBB-08A7-4503-9750-00B00168923B}"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1026A298-7DD5-4EA5-AAE7-190085570BF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16387" name="图片 7"/>
          <p:cNvPicPr>
            <a:picLocks noChangeAspect="1"/>
          </p:cNvPicPr>
          <p:nvPr>
            <p:custDataLst>
              <p:tags r:id="rId3"/>
            </p:custDataLst>
          </p:nvPr>
        </p:nvPicPr>
        <p:blipFill>
          <a:blip r:embed="rId4"/>
          <a:stretch>
            <a:fillRect/>
          </a:stretch>
        </p:blipFill>
        <p:spPr>
          <a:xfrm>
            <a:off x="7278688" y="3279775"/>
            <a:ext cx="1579562" cy="3076575"/>
          </a:xfrm>
          <a:prstGeom prst="rect">
            <a:avLst/>
          </a:prstGeom>
          <a:noFill/>
          <a:ln w="9525">
            <a:noFill/>
          </a:ln>
        </p:spPr>
      </p:pic>
      <p:sp>
        <p:nvSpPr>
          <p:cNvPr id="2" name="标题 1"/>
          <p:cNvSpPr>
            <a:spLocks noGrp="1"/>
          </p:cNvSpPr>
          <p:nvPr>
            <p:ph type="title" hasCustomPrompt="1"/>
          </p:nvPr>
        </p:nvSpPr>
        <p:spPr>
          <a:xfrm>
            <a:off x="3214690" y="2078990"/>
            <a:ext cx="3840002" cy="1074444"/>
          </a:xfrm>
        </p:spPr>
        <p:txBody>
          <a:bodyPr anchor="b">
            <a:normAutofit/>
          </a:bodyPr>
          <a:lstStyle>
            <a:lvl1pPr>
              <a:defRPr sz="3600">
                <a:solidFill>
                  <a:srgbClr val="578B18"/>
                </a:solidFill>
              </a:defRPr>
            </a:lvl1pPr>
          </a:lstStyle>
          <a:p>
            <a:pPr fontAlgn="auto"/>
            <a:r>
              <a:rPr lang="zh-CN" altLang="en-US" strike="noStrike" noProof="1" dirty="0" smtClean="0"/>
              <a:t>编辑标题</a:t>
            </a:r>
            <a:endParaRPr lang="zh-CN" altLang="en-US" strike="noStrike" noProof="1" dirty="0"/>
          </a:p>
        </p:txBody>
      </p:sp>
      <p:sp>
        <p:nvSpPr>
          <p:cNvPr id="3" name="文本占位符 2"/>
          <p:cNvSpPr>
            <a:spLocks noGrp="1"/>
          </p:cNvSpPr>
          <p:nvPr>
            <p:ph type="body" idx="1" hasCustomPrompt="1"/>
          </p:nvPr>
        </p:nvSpPr>
        <p:spPr>
          <a:xfrm>
            <a:off x="3214690" y="3180423"/>
            <a:ext cx="4064792" cy="1154510"/>
          </a:xfrm>
        </p:spPr>
        <p:txBody>
          <a:bodyPr>
            <a:normAutofit/>
          </a:bodyPr>
          <a:lstStyle>
            <a:lvl1pPr marL="0" indent="0">
              <a:buNone/>
              <a:defRPr sz="2000">
                <a:solidFill>
                  <a:srgbClr val="578B18"/>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auto"/>
            <a:r>
              <a:rPr lang="zh-CN" altLang="en-US" strike="noStrike" noProof="1" dirty="0" smtClean="0"/>
              <a:t>编辑文本</a:t>
            </a:r>
            <a:endParaRPr lang="zh-CN" altLang="en-US" strike="noStrike" noProof="1" dirty="0" smtClean="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28650" y="1825625"/>
            <a:ext cx="3886200" cy="4351338"/>
          </a:xfrm>
        </p:spPr>
        <p:txBody>
          <a:bodyPr>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7" name="灯片编号占位符 6"/>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8650" y="1778438"/>
            <a:ext cx="3965122" cy="823912"/>
          </a:xfrm>
        </p:spPr>
        <p:txBody>
          <a:bodyPr anchor="ctr" anchorCtr="0">
            <a:normAutofit/>
          </a:bodyP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auto"/>
            <a:r>
              <a:rPr lang="zh-CN" altLang="en-US" strike="noStrike" noProof="1" dirty="0" smtClean="0"/>
              <a:t>单击此处编辑母版文本样式</a:t>
            </a:r>
            <a:endParaRPr lang="zh-CN" altLang="en-US" strike="noStrike" noProof="1" dirty="0" smtClean="0"/>
          </a:p>
        </p:txBody>
      </p:sp>
      <p:sp>
        <p:nvSpPr>
          <p:cNvPr id="4" name="内容占位符 3"/>
          <p:cNvSpPr>
            <a:spLocks noGrp="1"/>
          </p:cNvSpPr>
          <p:nvPr>
            <p:ph sz="half" idx="2"/>
          </p:nvPr>
        </p:nvSpPr>
        <p:spPr>
          <a:xfrm>
            <a:off x="628650" y="2665379"/>
            <a:ext cx="3965122" cy="3524284"/>
          </a:xfrm>
        </p:spPr>
        <p:txBody>
          <a:bodyPr>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80858" y="1778438"/>
            <a:ext cx="3834493" cy="823912"/>
          </a:xfrm>
        </p:spPr>
        <p:txBody>
          <a:bodyPr anchor="ctr" anchorCtr="0">
            <a:normAutofit/>
          </a:bodyP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auto"/>
            <a:r>
              <a:rPr lang="zh-CN" altLang="en-US" strike="noStrike" noProof="1" dirty="0" smtClean="0"/>
              <a:t>单击此处编辑母版文本样式</a:t>
            </a:r>
            <a:endParaRPr lang="zh-CN" altLang="en-US" strike="noStrike" noProof="1" dirty="0" smtClean="0"/>
          </a:p>
        </p:txBody>
      </p:sp>
      <p:sp>
        <p:nvSpPr>
          <p:cNvPr id="6" name="内容占位符 5"/>
          <p:cNvSpPr>
            <a:spLocks noGrp="1"/>
          </p:cNvSpPr>
          <p:nvPr>
            <p:ph sz="quarter" idx="4"/>
          </p:nvPr>
        </p:nvSpPr>
        <p:spPr>
          <a:xfrm>
            <a:off x="4680858" y="2665379"/>
            <a:ext cx="3834493" cy="3524284"/>
          </a:xfrm>
        </p:spPr>
        <p:txBody>
          <a:bodyPr>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8" name="页脚占位符 7"/>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9" name="灯片编号占位符 8"/>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19459" name="图片 10"/>
          <p:cNvPicPr>
            <a:picLocks noChangeAspect="1"/>
          </p:cNvPicPr>
          <p:nvPr>
            <p:custDataLst>
              <p:tags r:id="rId3"/>
            </p:custDataLst>
          </p:nvPr>
        </p:nvPicPr>
        <p:blipFill>
          <a:blip r:embed="rId4"/>
          <a:srcRect l="14558" t="41307" r="40846" b="11092"/>
          <a:stretch>
            <a:fillRect/>
          </a:stretch>
        </p:blipFill>
        <p:spPr>
          <a:xfrm>
            <a:off x="498475" y="4699000"/>
            <a:ext cx="3279775" cy="2278063"/>
          </a:xfrm>
          <a:prstGeom prst="rect">
            <a:avLst/>
          </a:prstGeom>
          <a:noFill/>
          <a:ln w="9525">
            <a:noFill/>
          </a:ln>
        </p:spPr>
      </p:pic>
      <p:sp>
        <p:nvSpPr>
          <p:cNvPr id="2" name="标题 1"/>
          <p:cNvSpPr>
            <a:spLocks noGrp="1"/>
          </p:cNvSpPr>
          <p:nvPr>
            <p:ph type="title" hasCustomPrompt="1"/>
          </p:nvPr>
        </p:nvSpPr>
        <p:spPr>
          <a:xfrm>
            <a:off x="1763486" y="2281012"/>
            <a:ext cx="5617029" cy="1623330"/>
          </a:xfrm>
        </p:spPr>
        <p:txBody>
          <a:bodyPr>
            <a:normAutofit/>
          </a:bodyPr>
          <a:lstStyle>
            <a:lvl1pPr algn="ctr">
              <a:defRPr sz="7200">
                <a:solidFill>
                  <a:srgbClr val="578B18"/>
                </a:solidFill>
              </a:defRPr>
            </a:lvl1pPr>
          </a:lstStyle>
          <a:p>
            <a:pPr fontAlgn="auto"/>
            <a:r>
              <a:rPr lang="zh-CN" altLang="en-US" strike="noStrike" noProof="1" dirty="0" smtClean="0"/>
              <a:t>编辑标题</a:t>
            </a:r>
            <a:endParaRPr lang="zh-CN" altLang="en-US" strike="noStrike" noProof="1" dirty="0"/>
          </a:p>
        </p:txBody>
      </p:sp>
      <p:sp>
        <p:nvSpPr>
          <p:cNvPr id="3" name="日期占位符 2"/>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5" name="灯片编号占位符 4"/>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空白">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pPr fontAlgn="auto"/>
            <a:r>
              <a:rPr lang="zh-CN" altLang="en-US" strike="noStrike" noProof="1" dirty="0" smtClean="0"/>
              <a:t>单击此处编辑标题</a:t>
            </a:r>
            <a:endParaRPr lang="zh-CN" altLang="en-US" strike="noStrike" noProof="1" dirty="0"/>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r>
              <a:rPr lang="zh-CN" altLang="en-US" strike="noStrike" noProof="1" smtClean="0"/>
              <a:t>图片</a:t>
            </a:r>
            <a:endParaRPr lang="zh-CN" altLang="en-US" strike="noStrike" noProof="1"/>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auto"/>
            <a:r>
              <a:rPr lang="zh-CN" altLang="en-US" strike="noStrike" noProof="1" dirty="0" smtClean="0"/>
              <a:t>单击此处编辑母版文本样式</a:t>
            </a:r>
            <a:endParaRPr lang="zh-CN" altLang="en-US" strike="noStrike" noProof="1" dirty="0" smtClean="0"/>
          </a:p>
        </p:txBody>
      </p:sp>
      <p:sp>
        <p:nvSpPr>
          <p:cNvPr id="5" name="日期占位符 4"/>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7" name="灯片编号占位符 6"/>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93428" y="365125"/>
            <a:ext cx="1221922" cy="5811838"/>
          </a:xfrm>
        </p:spPr>
        <p:txBody>
          <a:bodyPr vert="eaVert">
            <a:normAutofit/>
          </a:bodyPr>
          <a:lstStyle/>
          <a:p>
            <a:pPr fontAlgn="auto"/>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28650" y="365125"/>
            <a:ext cx="6501493" cy="5811838"/>
          </a:xfrm>
        </p:spPr>
        <p:txBody>
          <a:bodyPr vert="eaVert">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dirty="0" smtClean="0"/>
              <a:t>单击此处编辑母版文本样式</a:t>
            </a:r>
            <a:endParaRPr lang="zh-CN" altLang="en-US" strike="noStrike" noProof="1" dirty="0" smtClean="0"/>
          </a:p>
          <a:p>
            <a:pPr lvl="1" fontAlgn="auto"/>
            <a:r>
              <a:rPr lang="zh-CN" altLang="en-US" strike="noStrike" noProof="1" dirty="0" smtClean="0"/>
              <a:t>第二级</a:t>
            </a:r>
            <a:endParaRPr lang="zh-CN" altLang="en-US" strike="noStrike" noProof="1" dirty="0" smtClean="0"/>
          </a:p>
          <a:p>
            <a:pPr lvl="2" fontAlgn="auto"/>
            <a:r>
              <a:rPr lang="zh-CN" altLang="en-US" strike="noStrike" noProof="1" dirty="0" smtClean="0"/>
              <a:t>第三级</a:t>
            </a:r>
            <a:endParaRPr lang="zh-CN" altLang="en-US" strike="noStrike" noProof="1" dirty="0" smtClean="0"/>
          </a:p>
          <a:p>
            <a:pPr lvl="3" fontAlgn="auto"/>
            <a:r>
              <a:rPr lang="zh-CN" altLang="en-US" strike="noStrike" noProof="1" dirty="0" smtClean="0"/>
              <a:t>第四级</a:t>
            </a:r>
            <a:endParaRPr lang="zh-CN" altLang="en-US" strike="noStrike" noProof="1" dirty="0" smtClean="0"/>
          </a:p>
          <a:p>
            <a:pPr lvl="4" fontAlgn="auto"/>
            <a:r>
              <a:rPr lang="zh-CN" altLang="en-US" strike="noStrike" noProof="1" dirty="0" smtClean="0"/>
              <a:t>第五级</a:t>
            </a:r>
            <a:endParaRPr lang="zh-CN" altLang="en-US" strike="noStrike" noProof="1" dirty="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p:spPr>
        <p:txBody>
          <a:bodyPr>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dirty="0" smtClean="0"/>
              <a:t>单击此处编辑母版文本样式</a:t>
            </a:r>
            <a:endParaRPr lang="zh-CN" altLang="en-US" strike="noStrike" noProof="1" dirty="0" smtClean="0"/>
          </a:p>
          <a:p>
            <a:pPr lvl="1" fontAlgn="auto"/>
            <a:r>
              <a:rPr lang="zh-CN" altLang="en-US" strike="noStrike" noProof="1" dirty="0" smtClean="0"/>
              <a:t>第二级</a:t>
            </a:r>
            <a:endParaRPr lang="zh-CN" altLang="en-US" strike="noStrike" noProof="1" dirty="0" smtClean="0"/>
          </a:p>
          <a:p>
            <a:pPr lvl="2" fontAlgn="auto"/>
            <a:r>
              <a:rPr lang="zh-CN" altLang="en-US" strike="noStrike" noProof="1" dirty="0" smtClean="0"/>
              <a:t>第三级</a:t>
            </a:r>
            <a:endParaRPr lang="zh-CN" altLang="en-US" strike="noStrike" noProof="1" dirty="0" smtClean="0"/>
          </a:p>
          <a:p>
            <a:pPr lvl="3" fontAlgn="auto"/>
            <a:r>
              <a:rPr lang="zh-CN" altLang="en-US" strike="noStrike" noProof="1" dirty="0" smtClean="0"/>
              <a:t>第四级</a:t>
            </a:r>
            <a:endParaRPr lang="zh-CN" altLang="en-US" strike="noStrike" noProof="1" dirty="0" smtClean="0"/>
          </a:p>
          <a:p>
            <a:pPr lvl="4" fontAlgn="auto"/>
            <a:r>
              <a:rPr lang="zh-CN" altLang="en-US" strike="noStrike" noProof="1" dirty="0" smtClean="0"/>
              <a:t>第五级</a:t>
            </a:r>
            <a:endParaRPr lang="zh-CN" altLang="en-US" strike="noStrike" noProof="1" dirty="0"/>
          </a:p>
        </p:txBody>
      </p:sp>
      <p:sp>
        <p:nvSpPr>
          <p:cNvPr id="3" name="日期占位符 2"/>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5" name="灯片编号占位符 4"/>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24579" name="图片 10"/>
          <p:cNvPicPr>
            <a:picLocks noChangeAspect="1"/>
          </p:cNvPicPr>
          <p:nvPr>
            <p:custDataLst>
              <p:tags r:id="rId3"/>
            </p:custDataLst>
          </p:nvPr>
        </p:nvPicPr>
        <p:blipFill>
          <a:blip r:embed="rId4"/>
          <a:srcRect l="14558" t="41307" r="40846" b="11092"/>
          <a:stretch>
            <a:fillRect/>
          </a:stretch>
        </p:blipFill>
        <p:spPr>
          <a:xfrm>
            <a:off x="3706813" y="1514475"/>
            <a:ext cx="1730375" cy="1200150"/>
          </a:xfrm>
          <a:prstGeom prst="rect">
            <a:avLst/>
          </a:prstGeom>
          <a:noFill/>
          <a:ln w="9525">
            <a:noFill/>
          </a:ln>
        </p:spPr>
      </p:pic>
      <p:sp>
        <p:nvSpPr>
          <p:cNvPr id="2" name="标题 1"/>
          <p:cNvSpPr>
            <a:spLocks noGrp="1"/>
          </p:cNvSpPr>
          <p:nvPr>
            <p:ph type="ctrTitle" hasCustomPrompt="1"/>
          </p:nvPr>
        </p:nvSpPr>
        <p:spPr>
          <a:xfrm>
            <a:off x="2068286" y="2714174"/>
            <a:ext cx="5007429" cy="940930"/>
          </a:xfrm>
        </p:spPr>
        <p:txBody>
          <a:bodyPr anchor="b">
            <a:normAutofit/>
          </a:bodyPr>
          <a:lstStyle>
            <a:lvl1pPr algn="ctr">
              <a:defRPr sz="4050">
                <a:solidFill>
                  <a:srgbClr val="578B18"/>
                </a:solidFill>
              </a:defRPr>
            </a:lvl1pPr>
          </a:lstStyle>
          <a:p>
            <a:pPr fontAlgn="auto"/>
            <a:r>
              <a:rPr lang="zh-CN" altLang="en-US" sz="4050" strike="noStrike" noProof="1" dirty="0" smtClean="0"/>
              <a:t>编辑标题</a:t>
            </a:r>
            <a:endParaRPr lang="zh-CN" altLang="en-US" strike="noStrike" noProof="1" dirty="0"/>
          </a:p>
        </p:txBody>
      </p:sp>
      <p:sp>
        <p:nvSpPr>
          <p:cNvPr id="3" name="副标题 2"/>
          <p:cNvSpPr>
            <a:spLocks noGrp="1"/>
          </p:cNvSpPr>
          <p:nvPr>
            <p:ph type="subTitle" idx="1"/>
          </p:nvPr>
        </p:nvSpPr>
        <p:spPr>
          <a:xfrm>
            <a:off x="2068286" y="3674609"/>
            <a:ext cx="5007429" cy="76676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dirty="0" smtClean="0"/>
              <a:t>单击此处编辑母版副标题样式</a:t>
            </a:r>
            <a:endParaRPr lang="zh-CN" altLang="en-US" strike="noStrike" noProof="1" dirty="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25603" name="图片 10"/>
          <p:cNvPicPr>
            <a:picLocks noChangeAspect="1"/>
          </p:cNvPicPr>
          <p:nvPr>
            <p:custDataLst>
              <p:tags r:id="rId3"/>
            </p:custDataLst>
          </p:nvPr>
        </p:nvPicPr>
        <p:blipFill>
          <a:blip r:embed="rId4"/>
          <a:srcRect l="14558" t="41307" r="40846" b="11092"/>
          <a:stretch>
            <a:fillRect/>
          </a:stretch>
        </p:blipFill>
        <p:spPr>
          <a:xfrm>
            <a:off x="234950" y="4862513"/>
            <a:ext cx="2811463" cy="1951037"/>
          </a:xfrm>
          <a:prstGeom prst="rect">
            <a:avLst/>
          </a:prstGeom>
          <a:noFill/>
          <a:ln w="9525">
            <a:noFill/>
          </a:ln>
        </p:spPr>
      </p:pic>
      <p:sp>
        <p:nvSpPr>
          <p:cNvPr id="2" name="标题 1"/>
          <p:cNvSpPr>
            <a:spLocks noGrp="1"/>
          </p:cNvSpPr>
          <p:nvPr>
            <p:ph type="title"/>
          </p:nvPr>
        </p:nvSpPr>
        <p:spPr/>
        <p:txBody>
          <a:bodyPr>
            <a:normAutofit/>
          </a:bodyPr>
          <a:lstStyle/>
          <a:p>
            <a:pPr fontAlgn="auto"/>
            <a:r>
              <a:rPr lang="zh-CN" altLang="en-US" strike="noStrike" noProof="1" dirty="0" smtClean="0"/>
              <a:t>单击此处编辑母版标题样式</a:t>
            </a:r>
            <a:endParaRPr lang="zh-CN" altLang="en-US" strike="noStrike" noProof="1"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dirty="0" smtClean="0"/>
              <a:t>单击此处编辑母版文本样式</a:t>
            </a:r>
            <a:endParaRPr lang="zh-CN" altLang="en-US" strike="noStrike" noProof="1" dirty="0" smtClean="0"/>
          </a:p>
          <a:p>
            <a:pPr lvl="1" fontAlgn="auto"/>
            <a:r>
              <a:rPr lang="zh-CN" altLang="en-US" strike="noStrike" noProof="1" dirty="0" smtClean="0"/>
              <a:t>第二级</a:t>
            </a:r>
            <a:endParaRPr lang="zh-CN" altLang="en-US" strike="noStrike" noProof="1" dirty="0" smtClean="0"/>
          </a:p>
          <a:p>
            <a:pPr lvl="2" fontAlgn="auto"/>
            <a:r>
              <a:rPr lang="zh-CN" altLang="en-US" strike="noStrike" noProof="1" dirty="0" smtClean="0"/>
              <a:t>第三级</a:t>
            </a:r>
            <a:endParaRPr lang="zh-CN" altLang="en-US" strike="noStrike" noProof="1" dirty="0" smtClean="0"/>
          </a:p>
          <a:p>
            <a:pPr lvl="3" fontAlgn="auto"/>
            <a:r>
              <a:rPr lang="zh-CN" altLang="en-US" strike="noStrike" noProof="1" dirty="0" smtClean="0"/>
              <a:t>第四级</a:t>
            </a:r>
            <a:endParaRPr lang="zh-CN" altLang="en-US" strike="noStrike" noProof="1" dirty="0" smtClean="0"/>
          </a:p>
          <a:p>
            <a:pPr lvl="4" fontAlgn="auto"/>
            <a:r>
              <a:rPr lang="zh-CN" altLang="en-US" strike="noStrike" noProof="1" dirty="0" smtClean="0"/>
              <a:t>第五级</a:t>
            </a:r>
            <a:endParaRPr lang="zh-CN" altLang="en-US" strike="noStrike" noProof="1" dirty="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C2061DBB-08A7-4503-9750-00B00168923B}"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1026A298-7DD5-4EA5-AAE7-190085570BF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26627" name="图片 7"/>
          <p:cNvPicPr>
            <a:picLocks noChangeAspect="1"/>
          </p:cNvPicPr>
          <p:nvPr>
            <p:custDataLst>
              <p:tags r:id="rId3"/>
            </p:custDataLst>
          </p:nvPr>
        </p:nvPicPr>
        <p:blipFill>
          <a:blip r:embed="rId4"/>
          <a:stretch>
            <a:fillRect/>
          </a:stretch>
        </p:blipFill>
        <p:spPr>
          <a:xfrm>
            <a:off x="7278688" y="3279775"/>
            <a:ext cx="1579562" cy="3076575"/>
          </a:xfrm>
          <a:prstGeom prst="rect">
            <a:avLst/>
          </a:prstGeom>
          <a:noFill/>
          <a:ln w="9525">
            <a:noFill/>
          </a:ln>
        </p:spPr>
      </p:pic>
      <p:sp>
        <p:nvSpPr>
          <p:cNvPr id="2" name="标题 1"/>
          <p:cNvSpPr>
            <a:spLocks noGrp="1"/>
          </p:cNvSpPr>
          <p:nvPr>
            <p:ph type="title" hasCustomPrompt="1"/>
          </p:nvPr>
        </p:nvSpPr>
        <p:spPr>
          <a:xfrm>
            <a:off x="3214690" y="2078990"/>
            <a:ext cx="3840002" cy="1074444"/>
          </a:xfrm>
        </p:spPr>
        <p:txBody>
          <a:bodyPr anchor="b">
            <a:normAutofit/>
          </a:bodyPr>
          <a:lstStyle>
            <a:lvl1pPr>
              <a:defRPr sz="3600">
                <a:solidFill>
                  <a:srgbClr val="578B18"/>
                </a:solidFill>
              </a:defRPr>
            </a:lvl1pPr>
          </a:lstStyle>
          <a:p>
            <a:pPr fontAlgn="auto"/>
            <a:r>
              <a:rPr lang="zh-CN" altLang="en-US" strike="noStrike" noProof="1" dirty="0" smtClean="0"/>
              <a:t>编辑标题</a:t>
            </a:r>
            <a:endParaRPr lang="zh-CN" altLang="en-US" strike="noStrike" noProof="1" dirty="0"/>
          </a:p>
        </p:txBody>
      </p:sp>
      <p:sp>
        <p:nvSpPr>
          <p:cNvPr id="3" name="文本占位符 2"/>
          <p:cNvSpPr>
            <a:spLocks noGrp="1"/>
          </p:cNvSpPr>
          <p:nvPr>
            <p:ph type="body" idx="1" hasCustomPrompt="1"/>
          </p:nvPr>
        </p:nvSpPr>
        <p:spPr>
          <a:xfrm>
            <a:off x="3214690" y="3180423"/>
            <a:ext cx="4064792" cy="1154510"/>
          </a:xfrm>
        </p:spPr>
        <p:txBody>
          <a:bodyPr>
            <a:normAutofit/>
          </a:bodyPr>
          <a:lstStyle>
            <a:lvl1pPr marL="0" indent="0">
              <a:buNone/>
              <a:defRPr sz="2000">
                <a:solidFill>
                  <a:srgbClr val="578B18"/>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auto"/>
            <a:r>
              <a:rPr lang="zh-CN" altLang="en-US" strike="noStrike" noProof="1" dirty="0" smtClean="0"/>
              <a:t>编辑文本</a:t>
            </a:r>
            <a:endParaRPr lang="zh-CN" altLang="en-US" strike="noStrike" noProof="1" dirty="0" smtClean="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28650" y="1825625"/>
            <a:ext cx="3886200" cy="4351338"/>
          </a:xfrm>
        </p:spPr>
        <p:txBody>
          <a:bodyPr>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7" name="灯片编号占位符 6"/>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8650" y="1778438"/>
            <a:ext cx="3965122" cy="823912"/>
          </a:xfrm>
        </p:spPr>
        <p:txBody>
          <a:bodyPr anchor="ctr" anchorCtr="0">
            <a:normAutofit/>
          </a:bodyP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auto"/>
            <a:r>
              <a:rPr lang="zh-CN" altLang="en-US" strike="noStrike" noProof="1" dirty="0" smtClean="0"/>
              <a:t>单击此处编辑母版文本样式</a:t>
            </a:r>
            <a:endParaRPr lang="zh-CN" altLang="en-US" strike="noStrike" noProof="1" dirty="0" smtClean="0"/>
          </a:p>
        </p:txBody>
      </p:sp>
      <p:sp>
        <p:nvSpPr>
          <p:cNvPr id="4" name="内容占位符 3"/>
          <p:cNvSpPr>
            <a:spLocks noGrp="1"/>
          </p:cNvSpPr>
          <p:nvPr>
            <p:ph sz="half" idx="2"/>
          </p:nvPr>
        </p:nvSpPr>
        <p:spPr>
          <a:xfrm>
            <a:off x="628650" y="2665379"/>
            <a:ext cx="3965122" cy="3524284"/>
          </a:xfrm>
        </p:spPr>
        <p:txBody>
          <a:bodyPr>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80858" y="1778438"/>
            <a:ext cx="3834493" cy="823912"/>
          </a:xfrm>
        </p:spPr>
        <p:txBody>
          <a:bodyPr anchor="ctr" anchorCtr="0">
            <a:normAutofit/>
          </a:bodyP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auto"/>
            <a:r>
              <a:rPr lang="zh-CN" altLang="en-US" strike="noStrike" noProof="1" dirty="0" smtClean="0"/>
              <a:t>单击此处编辑母版文本样式</a:t>
            </a:r>
            <a:endParaRPr lang="zh-CN" altLang="en-US" strike="noStrike" noProof="1" dirty="0" smtClean="0"/>
          </a:p>
        </p:txBody>
      </p:sp>
      <p:sp>
        <p:nvSpPr>
          <p:cNvPr id="6" name="内容占位符 5"/>
          <p:cNvSpPr>
            <a:spLocks noGrp="1"/>
          </p:cNvSpPr>
          <p:nvPr>
            <p:ph sz="quarter" idx="4"/>
          </p:nvPr>
        </p:nvSpPr>
        <p:spPr>
          <a:xfrm>
            <a:off x="4680858" y="2665379"/>
            <a:ext cx="3834493" cy="3524284"/>
          </a:xfrm>
        </p:spPr>
        <p:txBody>
          <a:bodyPr>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8" name="页脚占位符 7"/>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9" name="灯片编号占位符 8"/>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29699" name="图片 10"/>
          <p:cNvPicPr>
            <a:picLocks noChangeAspect="1"/>
          </p:cNvPicPr>
          <p:nvPr>
            <p:custDataLst>
              <p:tags r:id="rId3"/>
            </p:custDataLst>
          </p:nvPr>
        </p:nvPicPr>
        <p:blipFill>
          <a:blip r:embed="rId4"/>
          <a:srcRect l="14558" t="41307" r="40846" b="11092"/>
          <a:stretch>
            <a:fillRect/>
          </a:stretch>
        </p:blipFill>
        <p:spPr>
          <a:xfrm>
            <a:off x="498475" y="4699000"/>
            <a:ext cx="3279775" cy="2278063"/>
          </a:xfrm>
          <a:prstGeom prst="rect">
            <a:avLst/>
          </a:prstGeom>
          <a:noFill/>
          <a:ln w="9525">
            <a:noFill/>
          </a:ln>
        </p:spPr>
      </p:pic>
      <p:sp>
        <p:nvSpPr>
          <p:cNvPr id="2" name="标题 1"/>
          <p:cNvSpPr>
            <a:spLocks noGrp="1"/>
          </p:cNvSpPr>
          <p:nvPr>
            <p:ph type="title" hasCustomPrompt="1"/>
          </p:nvPr>
        </p:nvSpPr>
        <p:spPr>
          <a:xfrm>
            <a:off x="1763486" y="2281012"/>
            <a:ext cx="5617029" cy="1623330"/>
          </a:xfrm>
        </p:spPr>
        <p:txBody>
          <a:bodyPr>
            <a:normAutofit/>
          </a:bodyPr>
          <a:lstStyle>
            <a:lvl1pPr algn="ctr">
              <a:defRPr sz="7200">
                <a:solidFill>
                  <a:srgbClr val="578B18"/>
                </a:solidFill>
              </a:defRPr>
            </a:lvl1pPr>
          </a:lstStyle>
          <a:p>
            <a:pPr fontAlgn="auto"/>
            <a:r>
              <a:rPr lang="zh-CN" altLang="en-US" strike="noStrike" noProof="1" dirty="0" smtClean="0"/>
              <a:t>编辑标题</a:t>
            </a:r>
            <a:endParaRPr lang="zh-CN" altLang="en-US" strike="noStrike" noProof="1" dirty="0"/>
          </a:p>
        </p:txBody>
      </p:sp>
      <p:sp>
        <p:nvSpPr>
          <p:cNvPr id="3" name="日期占位符 2"/>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5" name="灯片编号占位符 4"/>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空白">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pPr fontAlgn="auto"/>
            <a:r>
              <a:rPr lang="zh-CN" altLang="en-US" strike="noStrike" noProof="1" dirty="0" smtClean="0"/>
              <a:t>单击此处编辑标题</a:t>
            </a:r>
            <a:endParaRPr lang="zh-CN" altLang="en-US" strike="noStrike" noProof="1" dirty="0"/>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r>
              <a:rPr lang="zh-CN" altLang="en-US" strike="noStrike" noProof="1" smtClean="0"/>
              <a:t>图片</a:t>
            </a:r>
            <a:endParaRPr lang="zh-CN" altLang="en-US" strike="noStrike" noProof="1"/>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auto"/>
            <a:r>
              <a:rPr lang="zh-CN" altLang="en-US" strike="noStrike" noProof="1" dirty="0" smtClean="0"/>
              <a:t>单击此处编辑母版文本样式</a:t>
            </a:r>
            <a:endParaRPr lang="zh-CN" altLang="en-US" strike="noStrike" noProof="1" dirty="0" smtClean="0"/>
          </a:p>
        </p:txBody>
      </p:sp>
      <p:sp>
        <p:nvSpPr>
          <p:cNvPr id="5" name="日期占位符 4"/>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7" name="灯片编号占位符 6"/>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93428" y="365125"/>
            <a:ext cx="1221922" cy="5811838"/>
          </a:xfrm>
        </p:spPr>
        <p:txBody>
          <a:bodyPr vert="eaVert">
            <a:normAutofit/>
          </a:bodyPr>
          <a:lstStyle/>
          <a:p>
            <a:pPr fontAlgn="auto"/>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28650" y="365125"/>
            <a:ext cx="6501493" cy="5811838"/>
          </a:xfrm>
        </p:spPr>
        <p:txBody>
          <a:bodyPr vert="eaVert">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dirty="0" smtClean="0"/>
              <a:t>单击此处编辑母版文本样式</a:t>
            </a:r>
            <a:endParaRPr lang="zh-CN" altLang="en-US" strike="noStrike" noProof="1" dirty="0" smtClean="0"/>
          </a:p>
          <a:p>
            <a:pPr lvl="1" fontAlgn="auto"/>
            <a:r>
              <a:rPr lang="zh-CN" altLang="en-US" strike="noStrike" noProof="1" dirty="0" smtClean="0"/>
              <a:t>第二级</a:t>
            </a:r>
            <a:endParaRPr lang="zh-CN" altLang="en-US" strike="noStrike" noProof="1" dirty="0" smtClean="0"/>
          </a:p>
          <a:p>
            <a:pPr lvl="2" fontAlgn="auto"/>
            <a:r>
              <a:rPr lang="zh-CN" altLang="en-US" strike="noStrike" noProof="1" dirty="0" smtClean="0"/>
              <a:t>第三级</a:t>
            </a:r>
            <a:endParaRPr lang="zh-CN" altLang="en-US" strike="noStrike" noProof="1" dirty="0" smtClean="0"/>
          </a:p>
          <a:p>
            <a:pPr lvl="3" fontAlgn="auto"/>
            <a:r>
              <a:rPr lang="zh-CN" altLang="en-US" strike="noStrike" noProof="1" dirty="0" smtClean="0"/>
              <a:t>第四级</a:t>
            </a:r>
            <a:endParaRPr lang="zh-CN" altLang="en-US" strike="noStrike" noProof="1" dirty="0" smtClean="0"/>
          </a:p>
          <a:p>
            <a:pPr lvl="4" fontAlgn="auto"/>
            <a:r>
              <a:rPr lang="zh-CN" altLang="en-US" strike="noStrike" noProof="1" dirty="0" smtClean="0"/>
              <a:t>第五级</a:t>
            </a:r>
            <a:endParaRPr lang="zh-CN" altLang="en-US" strike="noStrike" noProof="1" dirty="0"/>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p:spPr>
        <p:txBody>
          <a:bodyPr>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dirty="0" smtClean="0"/>
              <a:t>单击此处编辑母版文本样式</a:t>
            </a:r>
            <a:endParaRPr lang="zh-CN" altLang="en-US" strike="noStrike" noProof="1" dirty="0" smtClean="0"/>
          </a:p>
          <a:p>
            <a:pPr lvl="1" fontAlgn="auto"/>
            <a:r>
              <a:rPr lang="zh-CN" altLang="en-US" strike="noStrike" noProof="1" dirty="0" smtClean="0"/>
              <a:t>第二级</a:t>
            </a:r>
            <a:endParaRPr lang="zh-CN" altLang="en-US" strike="noStrike" noProof="1" dirty="0" smtClean="0"/>
          </a:p>
          <a:p>
            <a:pPr lvl="2" fontAlgn="auto"/>
            <a:r>
              <a:rPr lang="zh-CN" altLang="en-US" strike="noStrike" noProof="1" dirty="0" smtClean="0"/>
              <a:t>第三级</a:t>
            </a:r>
            <a:endParaRPr lang="zh-CN" altLang="en-US" strike="noStrike" noProof="1" dirty="0" smtClean="0"/>
          </a:p>
          <a:p>
            <a:pPr lvl="3" fontAlgn="auto"/>
            <a:r>
              <a:rPr lang="zh-CN" altLang="en-US" strike="noStrike" noProof="1" dirty="0" smtClean="0"/>
              <a:t>第四级</a:t>
            </a:r>
            <a:endParaRPr lang="zh-CN" altLang="en-US" strike="noStrike" noProof="1" dirty="0" smtClean="0"/>
          </a:p>
          <a:p>
            <a:pPr lvl="4" fontAlgn="auto"/>
            <a:r>
              <a:rPr lang="zh-CN" altLang="en-US" strike="noStrike" noProof="1" dirty="0" smtClean="0"/>
              <a:t>第五级</a:t>
            </a:r>
            <a:endParaRPr lang="zh-CN" altLang="en-US" strike="noStrike" noProof="1" dirty="0"/>
          </a:p>
        </p:txBody>
      </p:sp>
      <p:sp>
        <p:nvSpPr>
          <p:cNvPr id="3" name="日期占位符 2"/>
          <p:cNvSpPr>
            <a:spLocks noGrp="1"/>
          </p:cNvSpPr>
          <p:nvPr>
            <p:ph type="dt" sz="half" idx="10"/>
          </p:nvPr>
        </p:nvSpPr>
        <p:spPr>
          <a:xfrm>
            <a:off x="628650" y="6356350"/>
            <a:ext cx="2057400" cy="365125"/>
          </a:xfrm>
          <a:prstGeom prst="rect">
            <a:avLst/>
          </a:prstGeom>
        </p:spPr>
        <p:txBody>
          <a:bodyPr vert="horz" lIns="91440" tIns="45720" rIns="91440" bIns="45720" rtlCol="0" anchor="ctr">
            <a:normAutofit/>
          </a:bodyPr>
          <a:lstStyle>
            <a:lvl1pPr>
              <a:defRPr sz="1200"/>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a:xfrm>
            <a:off x="3028950" y="6356350"/>
            <a:ext cx="30861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5" name="灯片编号占位符 4"/>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lvl1pPr>
              <a:defRPr sz="1200"/>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7.xml"/><Relationship Id="rId12" Type="http://schemas.openxmlformats.org/officeDocument/2006/relationships/tags" Target="../tags/tag6.xml"/><Relationship Id="rId11" Type="http://schemas.openxmlformats.org/officeDocument/2006/relationships/tags" Target="../tags/tag5.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4" Type="http://schemas.openxmlformats.org/officeDocument/2006/relationships/theme" Target="../theme/theme2.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4" Type="http://schemas.openxmlformats.org/officeDocument/2006/relationships/theme" Target="../theme/theme3.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标题占位符 1"/>
          <p:cNvSpPr>
            <a:spLocks noGrp="1"/>
          </p:cNvSpPr>
          <p:nvPr>
            <p:ph type="title"/>
            <p:custDataLst>
              <p:tags r:id="rId11"/>
            </p:custDataLst>
          </p:nvPr>
        </p:nvSpPr>
        <p:spPr>
          <a:xfrm>
            <a:off x="628650" y="365125"/>
            <a:ext cx="7886700" cy="1116013"/>
          </a:xfrm>
          <a:prstGeom prst="rect">
            <a:avLst/>
          </a:prstGeom>
          <a:noFill/>
          <a:ln w="9525">
            <a:noFill/>
          </a:ln>
        </p:spPr>
        <p:txBody>
          <a:bodyPr lIns="91440" tIns="45720" rIns="91440" bIns="45720" anchor="ctr" anchorCtr="0"/>
          <a:p>
            <a:pPr lvl="0"/>
            <a:r>
              <a:rPr lang="zh-CN" altLang="en-US" dirty="0"/>
              <a:t>单击此处编辑母版标题样式</a:t>
            </a:r>
            <a:endParaRPr lang="zh-CN" altLang="en-US" dirty="0"/>
          </a:p>
        </p:txBody>
      </p:sp>
      <p:sp>
        <p:nvSpPr>
          <p:cNvPr id="1027" name="文本占位符 2"/>
          <p:cNvSpPr>
            <a:spLocks noGrp="1"/>
          </p:cNvSpPr>
          <p:nvPr>
            <p:ph type="body"/>
            <p:custDataLst>
              <p:tags r:id="rId12"/>
            </p:custDataLst>
          </p:nvPr>
        </p:nvSpPr>
        <p:spPr>
          <a:xfrm>
            <a:off x="628650" y="1668463"/>
            <a:ext cx="7886700" cy="4508500"/>
          </a:xfrm>
          <a:prstGeom prst="rect">
            <a:avLst/>
          </a:prstGeom>
          <a:noFill/>
          <a:ln w="9525">
            <a:noFill/>
          </a:ln>
        </p:spPr>
        <p:txBody>
          <a:bodyPr lIns="91440" tIns="45720" rIns="91440" bIns="45720" anchor="t" anchorCtr="0"/>
          <a:p>
            <a:pPr lvl="0"/>
            <a:r>
              <a:rPr lang="zh-CN" altLang="en-US" dirty="0"/>
              <a:t>单击此处编辑母版文本样式</a:t>
            </a:r>
            <a:endParaRPr lang="zh-CN" altLang="en-US" dirty="0"/>
          </a:p>
          <a:p>
            <a:pPr lvl="1" indent="-171450"/>
            <a:r>
              <a:rPr lang="zh-CN" altLang="en-US" dirty="0"/>
              <a:t>第二级</a:t>
            </a:r>
            <a:endParaRPr lang="zh-CN" altLang="en-US" dirty="0"/>
          </a:p>
          <a:p>
            <a:pPr lvl="2" indent="-171450"/>
            <a:r>
              <a:rPr lang="zh-CN" altLang="en-US" dirty="0"/>
              <a:t>第三级</a:t>
            </a:r>
            <a:endParaRPr lang="zh-CN" altLang="en-US" dirty="0"/>
          </a:p>
          <a:p>
            <a:pPr lvl="3" indent="-171450"/>
            <a:r>
              <a:rPr lang="zh-CN" altLang="en-US" dirty="0"/>
              <a:t>第四级</a:t>
            </a:r>
            <a:endParaRPr lang="zh-CN" altLang="en-US" dirty="0"/>
          </a:p>
          <a:p>
            <a:pPr lvl="4" indent="-171450"/>
            <a:r>
              <a:rPr lang="zh-CN" altLang="en-US" dirty="0"/>
              <a:t>第五级</a:t>
            </a:r>
            <a:endParaRPr lang="zh-CN" altLang="en-US" dirty="0"/>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050" name="标题占位符 1"/>
          <p:cNvSpPr>
            <a:spLocks noGrp="1"/>
          </p:cNvSpPr>
          <p:nvPr>
            <p:ph type="title"/>
            <p:custDataLst>
              <p:tags r:id="rId11"/>
            </p:custDataLst>
          </p:nvPr>
        </p:nvSpPr>
        <p:spPr>
          <a:xfrm>
            <a:off x="628650" y="365125"/>
            <a:ext cx="7886700" cy="1116013"/>
          </a:xfrm>
          <a:prstGeom prst="rect">
            <a:avLst/>
          </a:prstGeom>
          <a:noFill/>
          <a:ln w="9525">
            <a:noFill/>
          </a:ln>
        </p:spPr>
        <p:txBody>
          <a:bodyPr lIns="91440" tIns="45720" rIns="91440" bIns="45720" anchor="ctr" anchorCtr="0"/>
          <a:p>
            <a:pPr lvl="0"/>
            <a:r>
              <a:rPr lang="zh-CN" altLang="en-US" dirty="0"/>
              <a:t>单击此处编辑母版标题样式</a:t>
            </a:r>
            <a:endParaRPr lang="zh-CN" altLang="en-US" dirty="0"/>
          </a:p>
        </p:txBody>
      </p:sp>
      <p:sp>
        <p:nvSpPr>
          <p:cNvPr id="2051" name="文本占位符 2"/>
          <p:cNvSpPr>
            <a:spLocks noGrp="1"/>
          </p:cNvSpPr>
          <p:nvPr>
            <p:ph type="body"/>
            <p:custDataLst>
              <p:tags r:id="rId12"/>
            </p:custDataLst>
          </p:nvPr>
        </p:nvSpPr>
        <p:spPr>
          <a:xfrm>
            <a:off x="628650" y="1668463"/>
            <a:ext cx="7886700" cy="4508500"/>
          </a:xfrm>
          <a:prstGeom prst="rect">
            <a:avLst/>
          </a:prstGeom>
          <a:noFill/>
          <a:ln w="9525">
            <a:noFill/>
          </a:ln>
        </p:spPr>
        <p:txBody>
          <a:bodyPr lIns="91440" tIns="45720" rIns="91440" bIns="45720" anchor="t" anchorCtr="0"/>
          <a:p>
            <a:pPr lvl="0"/>
            <a:r>
              <a:rPr lang="zh-CN" altLang="en-US" dirty="0"/>
              <a:t>单击此处编辑母版文本样式</a:t>
            </a:r>
            <a:endParaRPr lang="zh-CN" altLang="en-US" dirty="0"/>
          </a:p>
          <a:p>
            <a:pPr lvl="1" indent="-171450"/>
            <a:r>
              <a:rPr lang="zh-CN" altLang="en-US" dirty="0"/>
              <a:t>第二级</a:t>
            </a:r>
            <a:endParaRPr lang="zh-CN" altLang="en-US" dirty="0"/>
          </a:p>
          <a:p>
            <a:pPr lvl="2" indent="-171450"/>
            <a:r>
              <a:rPr lang="zh-CN" altLang="en-US" dirty="0"/>
              <a:t>第三级</a:t>
            </a:r>
            <a:endParaRPr lang="zh-CN" altLang="en-US" dirty="0"/>
          </a:p>
          <a:p>
            <a:pPr lvl="3" indent="-171450"/>
            <a:r>
              <a:rPr lang="zh-CN" altLang="en-US" dirty="0"/>
              <a:t>第四级</a:t>
            </a:r>
            <a:endParaRPr lang="zh-CN" altLang="en-US" dirty="0"/>
          </a:p>
          <a:p>
            <a:pPr lvl="4" indent="-171450"/>
            <a:r>
              <a:rPr lang="zh-CN" altLang="en-US" dirty="0"/>
              <a:t>第五级</a:t>
            </a:r>
            <a:endParaRPr lang="zh-CN" altLang="en-US" dirty="0"/>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sldNum="0" hdr="0" ftr="0" dt="0"/>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3074" name="标题占位符 1"/>
          <p:cNvSpPr>
            <a:spLocks noGrp="1"/>
          </p:cNvSpPr>
          <p:nvPr>
            <p:ph type="title"/>
            <p:custDataLst>
              <p:tags r:id="rId11"/>
            </p:custDataLst>
          </p:nvPr>
        </p:nvSpPr>
        <p:spPr>
          <a:xfrm>
            <a:off x="628650" y="365125"/>
            <a:ext cx="7886700" cy="1116013"/>
          </a:xfrm>
          <a:prstGeom prst="rect">
            <a:avLst/>
          </a:prstGeom>
          <a:noFill/>
          <a:ln w="9525">
            <a:noFill/>
          </a:ln>
        </p:spPr>
        <p:txBody>
          <a:bodyPr lIns="91440" tIns="45720" rIns="91440" bIns="45720" anchor="ctr" anchorCtr="0"/>
          <a:p>
            <a:pPr lvl="0"/>
            <a:r>
              <a:rPr lang="zh-CN" altLang="en-US" dirty="0"/>
              <a:t>单击此处编辑母版标题样式</a:t>
            </a:r>
            <a:endParaRPr lang="zh-CN" altLang="en-US" dirty="0"/>
          </a:p>
        </p:txBody>
      </p:sp>
      <p:sp>
        <p:nvSpPr>
          <p:cNvPr id="3075" name="文本占位符 2"/>
          <p:cNvSpPr>
            <a:spLocks noGrp="1"/>
          </p:cNvSpPr>
          <p:nvPr>
            <p:ph type="body"/>
            <p:custDataLst>
              <p:tags r:id="rId12"/>
            </p:custDataLst>
          </p:nvPr>
        </p:nvSpPr>
        <p:spPr>
          <a:xfrm>
            <a:off x="628650" y="1668463"/>
            <a:ext cx="7886700" cy="4508500"/>
          </a:xfrm>
          <a:prstGeom prst="rect">
            <a:avLst/>
          </a:prstGeom>
          <a:noFill/>
          <a:ln w="9525">
            <a:noFill/>
          </a:ln>
        </p:spPr>
        <p:txBody>
          <a:bodyPr lIns="91440" tIns="45720" rIns="91440" bIns="45720" anchor="t" anchorCtr="0"/>
          <a:p>
            <a:pPr lvl="0"/>
            <a:r>
              <a:rPr lang="zh-CN" altLang="en-US" dirty="0"/>
              <a:t>单击此处编辑母版文本样式</a:t>
            </a:r>
            <a:endParaRPr lang="zh-CN" altLang="en-US" dirty="0"/>
          </a:p>
          <a:p>
            <a:pPr lvl="1" indent="-171450"/>
            <a:r>
              <a:rPr lang="zh-CN" altLang="en-US" dirty="0"/>
              <a:t>第二级</a:t>
            </a:r>
            <a:endParaRPr lang="zh-CN" altLang="en-US" dirty="0"/>
          </a:p>
          <a:p>
            <a:pPr lvl="2" indent="-171450"/>
            <a:r>
              <a:rPr lang="zh-CN" altLang="en-US" dirty="0"/>
              <a:t>第三级</a:t>
            </a:r>
            <a:endParaRPr lang="zh-CN" altLang="en-US" dirty="0"/>
          </a:p>
          <a:p>
            <a:pPr lvl="3" indent="-171450"/>
            <a:r>
              <a:rPr lang="zh-CN" altLang="en-US" dirty="0"/>
              <a:t>第四级</a:t>
            </a:r>
            <a:endParaRPr lang="zh-CN" altLang="en-US" dirty="0"/>
          </a:p>
          <a:p>
            <a:pPr lvl="4" indent="-171450"/>
            <a:r>
              <a:rPr lang="zh-CN" altLang="en-US" dirty="0"/>
              <a:t>第五级</a:t>
            </a:r>
            <a:endParaRPr lang="zh-CN" altLang="en-US" dirty="0"/>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fontAlgn="base"/>
            <a:fld id="{82F288E0-7875-42C4-84C8-98DBBD3BF4D2}"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sldNum="0" hdr="0" ftr="0" dt="0"/>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3.xml"/><Relationship Id="rId1" Type="http://schemas.openxmlformats.org/officeDocument/2006/relationships/tags" Target="../tags/tag2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5.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8.xml"/><Relationship Id="rId3" Type="http://schemas.openxmlformats.org/officeDocument/2006/relationships/tags" Target="../tags/tag26.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7.xml"/><Relationship Id="rId2" Type="http://schemas.openxmlformats.org/officeDocument/2006/relationships/tags" Target="../tags/tag27.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31.xml"/><Relationship Id="rId3" Type="http://schemas.openxmlformats.org/officeDocument/2006/relationships/image" Target="../media/image7.jpeg"/><Relationship Id="rId2" Type="http://schemas.openxmlformats.org/officeDocument/2006/relationships/tags" Target="../tags/tag30.xml"/><Relationship Id="rId1" Type="http://schemas.openxmlformats.org/officeDocument/2006/relationships/tags" Target="../tags/tag29.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3.xml"/><Relationship Id="rId1" Type="http://schemas.openxmlformats.org/officeDocument/2006/relationships/tags" Target="../tags/tag32.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s>
</file>

<file path=ppt/slides/_rels/slide11.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4" Type="http://schemas.openxmlformats.org/officeDocument/2006/relationships/slideLayout" Target="../slideLayouts/slideLayout7.xml"/><Relationship Id="rId23" Type="http://schemas.openxmlformats.org/officeDocument/2006/relationships/tags" Target="../tags/tag64.xml"/><Relationship Id="rId22" Type="http://schemas.openxmlformats.org/officeDocument/2006/relationships/tags" Target="../tags/tag63.xml"/><Relationship Id="rId21" Type="http://schemas.openxmlformats.org/officeDocument/2006/relationships/tags" Target="../tags/tag62.xml"/><Relationship Id="rId20" Type="http://schemas.openxmlformats.org/officeDocument/2006/relationships/tags" Target="../tags/tag61.xml"/><Relationship Id="rId2" Type="http://schemas.openxmlformats.org/officeDocument/2006/relationships/tags" Target="../tags/tag43.xml"/><Relationship Id="rId19" Type="http://schemas.openxmlformats.org/officeDocument/2006/relationships/tags" Target="../tags/tag60.xml"/><Relationship Id="rId18" Type="http://schemas.openxmlformats.org/officeDocument/2006/relationships/tags" Target="../tags/tag59.xml"/><Relationship Id="rId17" Type="http://schemas.openxmlformats.org/officeDocument/2006/relationships/tags" Target="../tags/tag58.xml"/><Relationship Id="rId16" Type="http://schemas.openxmlformats.org/officeDocument/2006/relationships/tags" Target="../tags/tag57.xml"/><Relationship Id="rId15" Type="http://schemas.openxmlformats.org/officeDocument/2006/relationships/tags" Target="../tags/tag56.xml"/><Relationship Id="rId14" Type="http://schemas.openxmlformats.org/officeDocument/2006/relationships/tags" Target="../tags/tag55.xml"/><Relationship Id="rId13" Type="http://schemas.openxmlformats.org/officeDocument/2006/relationships/tags" Target="../tags/tag54.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tags" Target="../tags/tag42.xml"/></Relationships>
</file>

<file path=ppt/slides/_rels/slide12.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2" Type="http://schemas.openxmlformats.org/officeDocument/2006/relationships/slideLayout" Target="../slideLayouts/slideLayout17.xml"/><Relationship Id="rId11" Type="http://schemas.openxmlformats.org/officeDocument/2006/relationships/tags" Target="../tags/tag74.xml"/><Relationship Id="rId10" Type="http://schemas.openxmlformats.org/officeDocument/2006/relationships/image" Target="../media/image8.png"/><Relationship Id="rId1" Type="http://schemas.openxmlformats.org/officeDocument/2006/relationships/tags" Target="../tags/tag65.xml"/></Relationships>
</file>

<file path=ppt/slides/_rels/slide13.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2" Type="http://schemas.openxmlformats.org/officeDocument/2006/relationships/slideLayout" Target="../slideLayouts/slideLayout27.xml"/><Relationship Id="rId11" Type="http://schemas.openxmlformats.org/officeDocument/2006/relationships/tags" Target="../tags/tag84.xml"/><Relationship Id="rId10" Type="http://schemas.openxmlformats.org/officeDocument/2006/relationships/image" Target="../media/image9.png"/><Relationship Id="rId1" Type="http://schemas.openxmlformats.org/officeDocument/2006/relationships/tags" Target="../tags/tag75.xml"/></Relationships>
</file>

<file path=ppt/slides/_rels/slide14.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2" Type="http://schemas.openxmlformats.org/officeDocument/2006/relationships/slideLayout" Target="../slideLayouts/slideLayout27.xml"/><Relationship Id="rId11" Type="http://schemas.openxmlformats.org/officeDocument/2006/relationships/tags" Target="../tags/tag94.xml"/><Relationship Id="rId10" Type="http://schemas.openxmlformats.org/officeDocument/2006/relationships/image" Target="../media/image10.png"/><Relationship Id="rId1" Type="http://schemas.openxmlformats.org/officeDocument/2006/relationships/tags" Target="../tags/tag8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9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97.xml"/><Relationship Id="rId1" Type="http://schemas.openxmlformats.org/officeDocument/2006/relationships/tags" Target="../tags/tag96.xml"/></Relationships>
</file>

<file path=ppt/slides/_rels/slide17.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tags" Target="../tags/tag105.xml"/><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5" Type="http://schemas.openxmlformats.org/officeDocument/2006/relationships/slideLayout" Target="../slideLayouts/slideLayout7.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tags" Target="../tags/tag109.xml"/><Relationship Id="rId11" Type="http://schemas.openxmlformats.org/officeDocument/2006/relationships/tags" Target="../tags/tag108.xml"/><Relationship Id="rId10" Type="http://schemas.openxmlformats.org/officeDocument/2006/relationships/tags" Target="../tags/tag107.xml"/><Relationship Id="rId1" Type="http://schemas.openxmlformats.org/officeDocument/2006/relationships/tags" Target="../tags/tag98.xml"/></Relationships>
</file>

<file path=ppt/slides/_rels/slide18.xml.rels><?xml version="1.0" encoding="UTF-8" standalone="yes"?>
<Relationships xmlns="http://schemas.openxmlformats.org/package/2006/relationships"><Relationship Id="rId9" Type="http://schemas.openxmlformats.org/officeDocument/2006/relationships/tags" Target="../tags/tag120.xml"/><Relationship Id="rId8" Type="http://schemas.openxmlformats.org/officeDocument/2006/relationships/tags" Target="../tags/tag119.xml"/><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5" Type="http://schemas.openxmlformats.org/officeDocument/2006/relationships/slideLayout" Target="../slideLayouts/slideLayout7.xml"/><Relationship Id="rId14" Type="http://schemas.openxmlformats.org/officeDocument/2006/relationships/tags" Target="../tags/tag125.xml"/><Relationship Id="rId13" Type="http://schemas.openxmlformats.org/officeDocument/2006/relationships/tags" Target="../tags/tag124.xml"/><Relationship Id="rId12" Type="http://schemas.openxmlformats.org/officeDocument/2006/relationships/tags" Target="../tags/tag123.xml"/><Relationship Id="rId11" Type="http://schemas.openxmlformats.org/officeDocument/2006/relationships/tags" Target="../tags/tag122.xml"/><Relationship Id="rId10" Type="http://schemas.openxmlformats.org/officeDocument/2006/relationships/tags" Target="../tags/tag121.xml"/><Relationship Id="rId1" Type="http://schemas.openxmlformats.org/officeDocument/2006/relationships/tags" Target="../tags/tag112.xml"/></Relationships>
</file>

<file path=ppt/slides/_rels/slide19.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tags" Target="../tags/tag133.xml"/><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5" Type="http://schemas.openxmlformats.org/officeDocument/2006/relationships/slideLayout" Target="../slideLayouts/slideLayout7.xml"/><Relationship Id="rId14" Type="http://schemas.openxmlformats.org/officeDocument/2006/relationships/tags" Target="../tags/tag139.xml"/><Relationship Id="rId13" Type="http://schemas.openxmlformats.org/officeDocument/2006/relationships/tags" Target="../tags/tag138.xml"/><Relationship Id="rId12" Type="http://schemas.openxmlformats.org/officeDocument/2006/relationships/tags" Target="../tags/tag137.xml"/><Relationship Id="rId11" Type="http://schemas.openxmlformats.org/officeDocument/2006/relationships/tags" Target="../tags/tag136.xml"/><Relationship Id="rId10" Type="http://schemas.openxmlformats.org/officeDocument/2006/relationships/tags" Target="../tags/tag135.xml"/><Relationship Id="rId1" Type="http://schemas.openxmlformats.org/officeDocument/2006/relationships/tags" Target="../tags/tag126.xml"/></Relationships>
</file>

<file path=ppt/slides/_rels/slide20.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5" Type="http://schemas.openxmlformats.org/officeDocument/2006/relationships/slideLayout" Target="../slideLayouts/slideLayout7.xml"/><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tags" Target="../tags/tag140.xml"/></Relationships>
</file>

<file path=ppt/slides/_rels/slide21.xml.rels><?xml version="1.0" encoding="UTF-8" standalone="yes"?>
<Relationships xmlns="http://schemas.openxmlformats.org/package/2006/relationships"><Relationship Id="rId9" Type="http://schemas.openxmlformats.org/officeDocument/2006/relationships/tags" Target="../tags/tag162.xml"/><Relationship Id="rId8" Type="http://schemas.openxmlformats.org/officeDocument/2006/relationships/tags" Target="../tags/tag161.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5" Type="http://schemas.openxmlformats.org/officeDocument/2006/relationships/slideLayout" Target="../slideLayouts/slideLayout7.xml"/><Relationship Id="rId14" Type="http://schemas.openxmlformats.org/officeDocument/2006/relationships/tags" Target="../tags/tag167.xml"/><Relationship Id="rId13" Type="http://schemas.openxmlformats.org/officeDocument/2006/relationships/tags" Target="../tags/tag166.xml"/><Relationship Id="rId12" Type="http://schemas.openxmlformats.org/officeDocument/2006/relationships/tags" Target="../tags/tag165.xml"/><Relationship Id="rId11" Type="http://schemas.openxmlformats.org/officeDocument/2006/relationships/tags" Target="../tags/tag164.xml"/><Relationship Id="rId10" Type="http://schemas.openxmlformats.org/officeDocument/2006/relationships/tags" Target="../tags/tag163.xml"/><Relationship Id="rId1" Type="http://schemas.openxmlformats.org/officeDocument/2006/relationships/tags" Target="../tags/tag154.xml"/></Relationships>
</file>

<file path=ppt/slides/_rels/slide22.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5" Type="http://schemas.openxmlformats.org/officeDocument/2006/relationships/slideLayout" Target="../slideLayouts/slideLayout7.xml"/><Relationship Id="rId14" Type="http://schemas.openxmlformats.org/officeDocument/2006/relationships/tags" Target="../tags/tag181.xml"/><Relationship Id="rId13" Type="http://schemas.openxmlformats.org/officeDocument/2006/relationships/tags" Target="../tags/tag180.xml"/><Relationship Id="rId12" Type="http://schemas.openxmlformats.org/officeDocument/2006/relationships/tags" Target="../tags/tag179.xml"/><Relationship Id="rId11" Type="http://schemas.openxmlformats.org/officeDocument/2006/relationships/tags" Target="../tags/tag178.xml"/><Relationship Id="rId10" Type="http://schemas.openxmlformats.org/officeDocument/2006/relationships/tags" Target="../tags/tag177.xml"/><Relationship Id="rId1" Type="http://schemas.openxmlformats.org/officeDocument/2006/relationships/tags" Target="../tags/tag168.xml"/></Relationships>
</file>

<file path=ppt/slides/_rels/slide23.xml.rels><?xml version="1.0" encoding="UTF-8" standalone="yes"?>
<Relationships xmlns="http://schemas.openxmlformats.org/package/2006/relationships"><Relationship Id="rId9" Type="http://schemas.openxmlformats.org/officeDocument/2006/relationships/tags" Target="../tags/tag190.xml"/><Relationship Id="rId8" Type="http://schemas.openxmlformats.org/officeDocument/2006/relationships/tags" Target="../tags/tag189.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tags" Target="../tags/tag184.xml"/><Relationship Id="rId2" Type="http://schemas.openxmlformats.org/officeDocument/2006/relationships/tags" Target="../tags/tag183.xml"/><Relationship Id="rId15" Type="http://schemas.openxmlformats.org/officeDocument/2006/relationships/slideLayout" Target="../slideLayouts/slideLayout7.xml"/><Relationship Id="rId14" Type="http://schemas.openxmlformats.org/officeDocument/2006/relationships/tags" Target="../tags/tag195.xml"/><Relationship Id="rId13" Type="http://schemas.openxmlformats.org/officeDocument/2006/relationships/tags" Target="../tags/tag194.xml"/><Relationship Id="rId12" Type="http://schemas.openxmlformats.org/officeDocument/2006/relationships/tags" Target="../tags/tag193.xml"/><Relationship Id="rId11" Type="http://schemas.openxmlformats.org/officeDocument/2006/relationships/tags" Target="../tags/tag192.xml"/><Relationship Id="rId10" Type="http://schemas.openxmlformats.org/officeDocument/2006/relationships/tags" Target="../tags/tag191.xml"/><Relationship Id="rId1" Type="http://schemas.openxmlformats.org/officeDocument/2006/relationships/tags" Target="../tags/tag182.xml"/></Relationships>
</file>

<file path=ppt/slides/_rels/slide24.xml.rels><?xml version="1.0" encoding="UTF-8" standalone="yes"?>
<Relationships xmlns="http://schemas.openxmlformats.org/package/2006/relationships"><Relationship Id="rId9" Type="http://schemas.openxmlformats.org/officeDocument/2006/relationships/tags" Target="../tags/tag204.xml"/><Relationship Id="rId8" Type="http://schemas.openxmlformats.org/officeDocument/2006/relationships/tags" Target="../tags/tag203.xml"/><Relationship Id="rId7" Type="http://schemas.openxmlformats.org/officeDocument/2006/relationships/tags" Target="../tags/tag202.xml"/><Relationship Id="rId6" Type="http://schemas.openxmlformats.org/officeDocument/2006/relationships/tags" Target="../tags/tag201.xml"/><Relationship Id="rId5" Type="http://schemas.openxmlformats.org/officeDocument/2006/relationships/tags" Target="../tags/tag200.xml"/><Relationship Id="rId4" Type="http://schemas.openxmlformats.org/officeDocument/2006/relationships/tags" Target="../tags/tag199.xml"/><Relationship Id="rId3" Type="http://schemas.openxmlformats.org/officeDocument/2006/relationships/tags" Target="../tags/tag198.xml"/><Relationship Id="rId2" Type="http://schemas.openxmlformats.org/officeDocument/2006/relationships/tags" Target="../tags/tag197.xml"/><Relationship Id="rId15" Type="http://schemas.openxmlformats.org/officeDocument/2006/relationships/slideLayout" Target="../slideLayouts/slideLayout7.xml"/><Relationship Id="rId14" Type="http://schemas.openxmlformats.org/officeDocument/2006/relationships/tags" Target="../tags/tag209.xml"/><Relationship Id="rId13" Type="http://schemas.openxmlformats.org/officeDocument/2006/relationships/tags" Target="../tags/tag208.xml"/><Relationship Id="rId12" Type="http://schemas.openxmlformats.org/officeDocument/2006/relationships/tags" Target="../tags/tag207.xml"/><Relationship Id="rId11" Type="http://schemas.openxmlformats.org/officeDocument/2006/relationships/tags" Target="../tags/tag206.xml"/><Relationship Id="rId10" Type="http://schemas.openxmlformats.org/officeDocument/2006/relationships/tags" Target="../tags/tag205.xml"/><Relationship Id="rId1" Type="http://schemas.openxmlformats.org/officeDocument/2006/relationships/tags" Target="../tags/tag196.xml"/></Relationships>
</file>

<file path=ppt/slides/_rels/slide25.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 Type="http://schemas.openxmlformats.org/officeDocument/2006/relationships/tags" Target="../tags/tag212.xml"/><Relationship Id="rId2" Type="http://schemas.openxmlformats.org/officeDocument/2006/relationships/tags" Target="../tags/tag211.xml"/><Relationship Id="rId15" Type="http://schemas.openxmlformats.org/officeDocument/2006/relationships/slideLayout" Target="../slideLayouts/slideLayout7.xml"/><Relationship Id="rId14" Type="http://schemas.openxmlformats.org/officeDocument/2006/relationships/tags" Target="../tags/tag223.xml"/><Relationship Id="rId13" Type="http://schemas.openxmlformats.org/officeDocument/2006/relationships/tags" Target="../tags/tag222.xml"/><Relationship Id="rId12" Type="http://schemas.openxmlformats.org/officeDocument/2006/relationships/tags" Target="../tags/tag221.xml"/><Relationship Id="rId11" Type="http://schemas.openxmlformats.org/officeDocument/2006/relationships/tags" Target="../tags/tag220.xml"/><Relationship Id="rId10" Type="http://schemas.openxmlformats.org/officeDocument/2006/relationships/tags" Target="../tags/tag219.xml"/><Relationship Id="rId1" Type="http://schemas.openxmlformats.org/officeDocument/2006/relationships/tags" Target="../tags/tag210.xml"/></Relationships>
</file>

<file path=ppt/slides/_rels/slide26.xml.rels><?xml version="1.0" encoding="UTF-8" standalone="yes"?>
<Relationships xmlns="http://schemas.openxmlformats.org/package/2006/relationships"><Relationship Id="rId9" Type="http://schemas.openxmlformats.org/officeDocument/2006/relationships/tags" Target="../tags/tag232.xml"/><Relationship Id="rId8" Type="http://schemas.openxmlformats.org/officeDocument/2006/relationships/tags" Target="../tags/tag231.xml"/><Relationship Id="rId7" Type="http://schemas.openxmlformats.org/officeDocument/2006/relationships/tags" Target="../tags/tag230.xml"/><Relationship Id="rId6" Type="http://schemas.openxmlformats.org/officeDocument/2006/relationships/tags" Target="../tags/tag229.xml"/><Relationship Id="rId5" Type="http://schemas.openxmlformats.org/officeDocument/2006/relationships/tags" Target="../tags/tag228.xml"/><Relationship Id="rId4" Type="http://schemas.openxmlformats.org/officeDocument/2006/relationships/tags" Target="../tags/tag227.xml"/><Relationship Id="rId3" Type="http://schemas.openxmlformats.org/officeDocument/2006/relationships/tags" Target="../tags/tag226.xml"/><Relationship Id="rId2" Type="http://schemas.openxmlformats.org/officeDocument/2006/relationships/tags" Target="../tags/tag225.xml"/><Relationship Id="rId15" Type="http://schemas.openxmlformats.org/officeDocument/2006/relationships/slideLayout" Target="../slideLayouts/slideLayout7.xml"/><Relationship Id="rId14" Type="http://schemas.openxmlformats.org/officeDocument/2006/relationships/tags" Target="../tags/tag237.xml"/><Relationship Id="rId13" Type="http://schemas.openxmlformats.org/officeDocument/2006/relationships/tags" Target="../tags/tag236.xml"/><Relationship Id="rId12" Type="http://schemas.openxmlformats.org/officeDocument/2006/relationships/tags" Target="../tags/tag235.xml"/><Relationship Id="rId11" Type="http://schemas.openxmlformats.org/officeDocument/2006/relationships/tags" Target="../tags/tag234.xml"/><Relationship Id="rId10" Type="http://schemas.openxmlformats.org/officeDocument/2006/relationships/tags" Target="../tags/tag233.xml"/><Relationship Id="rId1" Type="http://schemas.openxmlformats.org/officeDocument/2006/relationships/tags" Target="../tags/tag224.xml"/></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38.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40.xml"/><Relationship Id="rId1" Type="http://schemas.openxmlformats.org/officeDocument/2006/relationships/tags" Target="../tags/tag239.xml"/></Relationships>
</file>

<file path=ppt/slides/_rels/slide29.xml.rels><?xml version="1.0" encoding="UTF-8" standalone="yes"?>
<Relationships xmlns="http://schemas.openxmlformats.org/package/2006/relationships"><Relationship Id="rId9" Type="http://schemas.openxmlformats.org/officeDocument/2006/relationships/tags" Target="../tags/tag249.xml"/><Relationship Id="rId8" Type="http://schemas.openxmlformats.org/officeDocument/2006/relationships/tags" Target="../tags/tag248.xml"/><Relationship Id="rId7" Type="http://schemas.openxmlformats.org/officeDocument/2006/relationships/tags" Target="../tags/tag247.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4" Type="http://schemas.openxmlformats.org/officeDocument/2006/relationships/slideLayout" Target="../slideLayouts/slideLayout7.xml"/><Relationship Id="rId23" Type="http://schemas.openxmlformats.org/officeDocument/2006/relationships/tags" Target="../tags/tag263.xml"/><Relationship Id="rId22" Type="http://schemas.openxmlformats.org/officeDocument/2006/relationships/tags" Target="../tags/tag262.xml"/><Relationship Id="rId21" Type="http://schemas.openxmlformats.org/officeDocument/2006/relationships/tags" Target="../tags/tag261.xml"/><Relationship Id="rId20" Type="http://schemas.openxmlformats.org/officeDocument/2006/relationships/tags" Target="../tags/tag260.xml"/><Relationship Id="rId2" Type="http://schemas.openxmlformats.org/officeDocument/2006/relationships/tags" Target="../tags/tag242.xml"/><Relationship Id="rId19" Type="http://schemas.openxmlformats.org/officeDocument/2006/relationships/tags" Target="../tags/tag259.xml"/><Relationship Id="rId18" Type="http://schemas.openxmlformats.org/officeDocument/2006/relationships/tags" Target="../tags/tag258.xml"/><Relationship Id="rId17" Type="http://schemas.openxmlformats.org/officeDocument/2006/relationships/tags" Target="../tags/tag257.xml"/><Relationship Id="rId16" Type="http://schemas.openxmlformats.org/officeDocument/2006/relationships/tags" Target="../tags/tag256.xml"/><Relationship Id="rId15" Type="http://schemas.openxmlformats.org/officeDocument/2006/relationships/tags" Target="../tags/tag255.xml"/><Relationship Id="rId14" Type="http://schemas.openxmlformats.org/officeDocument/2006/relationships/tags" Target="../tags/tag254.xml"/><Relationship Id="rId13" Type="http://schemas.openxmlformats.org/officeDocument/2006/relationships/tags" Target="../tags/tag253.xml"/><Relationship Id="rId12" Type="http://schemas.openxmlformats.org/officeDocument/2006/relationships/tags" Target="../tags/tag252.xml"/><Relationship Id="rId11" Type="http://schemas.openxmlformats.org/officeDocument/2006/relationships/tags" Target="../tags/tag251.xml"/><Relationship Id="rId10" Type="http://schemas.openxmlformats.org/officeDocument/2006/relationships/tags" Target="../tags/tag250.xml"/><Relationship Id="rId1" Type="http://schemas.openxmlformats.org/officeDocument/2006/relationships/tags" Target="../tags/tag241.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67.xml"/><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273.xml"/><Relationship Id="rId5" Type="http://schemas.openxmlformats.org/officeDocument/2006/relationships/tags" Target="../tags/tag272.xml"/><Relationship Id="rId4" Type="http://schemas.openxmlformats.org/officeDocument/2006/relationships/tags" Target="../tags/tag271.xml"/><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tags" Target="../tags/tag268.xm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77.xml"/><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78.xml"/><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文本框 34"/>
          <p:cNvSpPr txBox="1"/>
          <p:nvPr>
            <p:custDataLst>
              <p:tags r:id="rId1"/>
            </p:custDataLst>
          </p:nvPr>
        </p:nvSpPr>
        <p:spPr>
          <a:xfrm>
            <a:off x="1763713" y="2416175"/>
            <a:ext cx="1773238" cy="1419225"/>
          </a:xfrm>
          <a:prstGeom prst="rect">
            <a:avLst/>
          </a:prstGeom>
          <a:noFill/>
        </p:spPr>
        <p:txBody>
          <a:bodyPr wrap="square" lIns="90000" tIns="46800" rIns="90000" bIns="46800" rtlCol="0">
            <a:normAutofit/>
          </a:bodyPr>
          <a:lstStyle/>
          <a:p>
            <a:pPr algn="ctr" defTabSz="685800">
              <a:defRPr/>
            </a:pPr>
            <a:r>
              <a:rPr lang="en-US" altLang="zh-CN" sz="8625" noProof="1" dirty="0">
                <a:solidFill>
                  <a:srgbClr val="578B18"/>
                </a:solidFill>
                <a:latin typeface="Impact" panose="020B0806030902050204" pitchFamily="34" charset="0"/>
                <a:ea typeface="方正舒体" panose="02010601030101010101" pitchFamily="2" charset="-122"/>
                <a:cs typeface="+mn-cs"/>
                <a:sym typeface="+mn-ea"/>
              </a:rPr>
              <a:t>01</a:t>
            </a:r>
            <a:endParaRPr lang="en-US" altLang="zh-CN" sz="8625" noProof="1" dirty="0">
              <a:solidFill>
                <a:srgbClr val="578B18"/>
              </a:solidFill>
              <a:latin typeface="Impact" panose="020B0806030902050204" pitchFamily="34" charset="0"/>
              <a:ea typeface="方正舒体" panose="02010601030101010101" pitchFamily="2" charset="-122"/>
              <a:sym typeface="+mn-ea"/>
            </a:endParaRPr>
          </a:p>
        </p:txBody>
      </p:sp>
      <p:sp>
        <p:nvSpPr>
          <p:cNvPr id="37890" name="标题 4"/>
          <p:cNvSpPr>
            <a:spLocks noGrp="1"/>
          </p:cNvSpPr>
          <p:nvPr>
            <p:ph type="title" hasCustomPrompt="1"/>
          </p:nvPr>
        </p:nvSpPr>
        <p:spPr>
          <a:xfrm>
            <a:off x="3214688" y="2079625"/>
            <a:ext cx="3840162" cy="1073150"/>
          </a:xfrm>
        </p:spPr>
        <p:txBody>
          <a:bodyPr lIns="90000" tIns="46800" rIns="90000" bIns="46800" anchor="b" anchorCtr="0"/>
          <a:p>
            <a:pPr defTabSz="685800">
              <a:buNone/>
            </a:pPr>
            <a:r>
              <a:rPr lang="zh-CN" altLang="en-US" b="1" kern="1200">
                <a:solidFill>
                  <a:srgbClr val="578B18"/>
                </a:solidFill>
                <a:latin typeface="微软雅黑" panose="020B0503020204020204" charset="-122"/>
                <a:ea typeface="微软雅黑" panose="020B0503020204020204" charset="-122"/>
                <a:cs typeface="+mj-cs"/>
              </a:rPr>
              <a:t>变压器入门知识</a:t>
            </a:r>
            <a:endParaRPr lang="zh-CN" altLang="en-US" kern="1200" dirty="0">
              <a:solidFill>
                <a:srgbClr val="578B18"/>
              </a:solidFill>
              <a:latin typeface="+mj-lt"/>
              <a:ea typeface="+mj-ea"/>
              <a:cs typeface="+mj-cs"/>
            </a:endParaRPr>
          </a:p>
        </p:txBody>
      </p:sp>
      <p:sp>
        <p:nvSpPr>
          <p:cNvPr id="37891" name="文本占位符 5"/>
          <p:cNvSpPr>
            <a:spLocks noGrp="1"/>
          </p:cNvSpPr>
          <p:nvPr>
            <p:ph type="body" idx="1" hasCustomPrompt="1"/>
          </p:nvPr>
        </p:nvSpPr>
        <p:spPr>
          <a:xfrm>
            <a:off x="3214688" y="3179763"/>
            <a:ext cx="4065587" cy="1155700"/>
          </a:xfrm>
        </p:spPr>
        <p:txBody>
          <a:bodyPr lIns="90000" tIns="46800" rIns="90000" bIns="46800" anchor="t" anchorCtr="0"/>
          <a:p>
            <a:pPr defTabSz="685800">
              <a:lnSpc>
                <a:spcPct val="90000"/>
              </a:lnSpc>
            </a:pPr>
            <a:r>
              <a:rPr lang="zh-CN" altLang="en-US" kern="1200" dirty="0">
                <a:solidFill>
                  <a:srgbClr val="578B18"/>
                </a:solidFill>
                <a:latin typeface="微软雅黑" panose="020B0503020204020204" charset="-122"/>
                <a:ea typeface="微软雅黑" panose="020B0503020204020204" charset="-122"/>
                <a:cs typeface="+mn-cs"/>
                <a:sym typeface="黑体" panose="02010609060101010101" charset="-122"/>
              </a:rPr>
              <a:t>电磁感应原理 变压器用途 以及主要构件 </a:t>
            </a:r>
            <a:endParaRPr lang="zh-CN" altLang="en-US" kern="1200" dirty="0">
              <a:solidFill>
                <a:srgbClr val="578B18"/>
              </a:solidFill>
              <a:latin typeface="微软雅黑" panose="020B0503020204020204" charset="-122"/>
              <a:ea typeface="微软雅黑" panose="020B0503020204020204" charset="-122"/>
              <a:cs typeface="+mn-cs"/>
              <a:sym typeface="黑体" panose="02010609060101010101" charset="-122"/>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1"/>
          <p:cNvSpPr>
            <a:spLocks noGrp="1"/>
          </p:cNvSpPr>
          <p:nvPr>
            <p:ph type="title"/>
          </p:nvPr>
        </p:nvSpPr>
        <p:spPr/>
        <p:txBody>
          <a:bodyPr wrap="square" lIns="90000" tIns="46800" rIns="90000" bIns="46800" anchor="ctr" anchorCtr="0"/>
          <a:p>
            <a:r>
              <a:rPr lang="zh-CN" altLang="en-US" b="1" dirty="0">
                <a:solidFill>
                  <a:srgbClr val="578B18"/>
                </a:solidFill>
                <a:sym typeface="Arial" panose="020B0604020202020204" pitchFamily="34" charset="0"/>
              </a:rPr>
              <a:t>变压器的基本原理</a:t>
            </a:r>
            <a:endParaRPr lang="zh-CN" altLang="en-US" b="1" dirty="0">
              <a:solidFill>
                <a:srgbClr val="578B18"/>
              </a:solidFill>
              <a:sym typeface="Arial" panose="020B0604020202020204" pitchFamily="34" charset="0"/>
            </a:endParaRPr>
          </a:p>
        </p:txBody>
      </p:sp>
      <p:sp>
        <p:nvSpPr>
          <p:cNvPr id="38914" name="内容占位符 2"/>
          <p:cNvSpPr>
            <a:spLocks noGrp="1"/>
          </p:cNvSpPr>
          <p:nvPr>
            <p:ph idx="1"/>
          </p:nvPr>
        </p:nvSpPr>
        <p:spPr/>
        <p:txBody>
          <a:bodyPr lIns="90000" tIns="46800" rIns="90000" bIns="46800" anchor="t" anchorCtr="0"/>
          <a:p>
            <a:pPr defTabSz="685800" fontAlgn="base">
              <a:lnSpc>
                <a:spcPct val="150000"/>
              </a:lnSpc>
            </a:pPr>
            <a:r>
              <a:rPr lang="en-US" altLang="zh-CN" sz="1800" kern="1200" dirty="0">
                <a:solidFill>
                  <a:srgbClr val="00B050"/>
                </a:solidFill>
                <a:latin typeface="+mn-lt"/>
                <a:ea typeface="+mn-ea"/>
                <a:cs typeface="+mn-cs"/>
              </a:rPr>
              <a:t>变压器是运用电磁感应定律工作的。在构成闭合回路的铁心上绕有一次绕组、二次绕组，当一次绕组加上交流电压时，铁心中产生交变磁通，交变磁通在一次、二次绕组中感应电动势，因为一次、二次侧绕组的匝数不同.所以一次、二次侧感应电动势的大小就不同，从而实现了变压的目的。</a:t>
            </a:r>
            <a:endParaRPr lang="en-US" altLang="zh-CN" sz="1800" kern="1200" dirty="0">
              <a:solidFill>
                <a:srgbClr val="00B050"/>
              </a:solidFill>
              <a:latin typeface="+mn-lt"/>
              <a:ea typeface="+mn-ea"/>
              <a:cs typeface="+mn-cs"/>
              <a:sym typeface="Arial" panose="020B0604020202020204" pitchFamily="34"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1"/>
          <p:cNvSpPr>
            <a:spLocks noGrp="1"/>
          </p:cNvSpPr>
          <p:nvPr>
            <p:ph type="title"/>
          </p:nvPr>
        </p:nvSpPr>
        <p:spPr/>
        <p:txBody>
          <a:bodyPr wrap="square" lIns="90000" tIns="46800" rIns="90000" bIns="46800" anchor="ctr" anchorCtr="0"/>
          <a:p>
            <a:pPr algn="r"/>
            <a:r>
              <a:rPr lang="zh-CN" altLang="en-US" b="1" dirty="0">
                <a:solidFill>
                  <a:srgbClr val="578B18"/>
                </a:solidFill>
                <a:sym typeface="Arial" panose="020B0604020202020204" pitchFamily="34" charset="0"/>
              </a:rPr>
              <a:t>变压器用途                           主要构件</a:t>
            </a:r>
            <a:endParaRPr lang="zh-CN" altLang="en-US" b="1" dirty="0">
              <a:solidFill>
                <a:srgbClr val="578B18"/>
              </a:solidFill>
              <a:sym typeface="Arial" panose="020B0604020202020204" pitchFamily="34" charset="0"/>
            </a:endParaRPr>
          </a:p>
        </p:txBody>
      </p:sp>
      <p:sp>
        <p:nvSpPr>
          <p:cNvPr id="3" name="内容占位符 2"/>
          <p:cNvSpPr>
            <a:spLocks noGrp="1"/>
          </p:cNvSpPr>
          <p:nvPr>
            <p:ph sz="half" idx="1"/>
          </p:nvPr>
        </p:nvSpPr>
        <p:spPr/>
        <p:txBody>
          <a:bodyPr vert="horz" lIns="90000" tIns="46800" rIns="90000" bIns="46800" rtlCol="0">
            <a:normAutofit lnSpcReduction="20000"/>
          </a:bodyPr>
          <a:lstStyle/>
          <a:p>
            <a:pPr marL="171450" marR="0" indent="-171450" algn="just" defTabSz="685800" rtl="0" eaLnBrk="1" fontAlgn="auto" latinLnBrk="0" hangingPunct="1">
              <a:lnSpc>
                <a:spcPct val="120000"/>
              </a:lnSpc>
              <a:spcBef>
                <a:spcPts val="750"/>
              </a:spcBef>
              <a:spcAft>
                <a:spcPct val="0"/>
              </a:spcAft>
              <a:buClrTx/>
              <a:buSzTx/>
              <a:buFont typeface="Arial" panose="020B0604020202020204" pitchFamily="34" charset="0"/>
              <a:buChar char="•"/>
            </a:pPr>
            <a:r>
              <a:rPr kumimoji="0" lang="zh-CN" altLang="en-US" sz="1800" b="0" i="0" u="none" strike="noStrike" kern="1200" cap="none" spc="0" normalizeH="0" baseline="0" noProof="1" dirty="0">
                <a:solidFill>
                  <a:srgbClr val="00B050"/>
                </a:solidFill>
                <a:latin typeface="+mn-lt"/>
                <a:ea typeface="+mn-ea"/>
                <a:cs typeface="+mn-cs"/>
              </a:rPr>
              <a:t>变压器是利用电磁感应原理制成的，用来满足电力的经济输送、分配与安全使用中升高或降低电压要求的一种电气设备。</a:t>
            </a:r>
            <a:endParaRPr kumimoji="0" lang="zh-CN" altLang="en-US" sz="1800" b="0" i="0" u="none" strike="noStrike" kern="1200" cap="none" spc="0" normalizeH="0" baseline="0" noProof="1" dirty="0">
              <a:solidFill>
                <a:srgbClr val="00B050"/>
              </a:solidFill>
              <a:latin typeface="+mn-lt"/>
              <a:ea typeface="+mn-ea"/>
              <a:cs typeface="+mn-cs"/>
            </a:endParaRPr>
          </a:p>
          <a:p>
            <a:pPr marL="0" marR="0" indent="0" algn="just" defTabSz="685800" rtl="0" eaLnBrk="1" fontAlgn="auto" latinLnBrk="0" hangingPunct="1">
              <a:lnSpc>
                <a:spcPct val="120000"/>
              </a:lnSpc>
              <a:spcBef>
                <a:spcPts val="750"/>
              </a:spcBef>
              <a:spcAft>
                <a:spcPct val="0"/>
              </a:spcAft>
              <a:buClrTx/>
              <a:buSzTx/>
              <a:buFont typeface="Arial" panose="020B0604020202020204" pitchFamily="34" charset="0"/>
              <a:buNone/>
            </a:pPr>
            <a:endParaRPr kumimoji="0" sz="1800" b="0" i="0" u="none" strike="noStrike" kern="1200" cap="none" spc="0" normalizeH="0" baseline="0" noProof="1" dirty="0">
              <a:solidFill>
                <a:srgbClr val="00B050"/>
              </a:solidFill>
              <a:latin typeface="+mn-lt"/>
              <a:ea typeface="+mn-ea"/>
              <a:cs typeface="+mn-cs"/>
            </a:endParaRPr>
          </a:p>
          <a:p>
            <a:pPr marL="171450" marR="0" indent="-171450" algn="just" defTabSz="685800" rtl="0" eaLnBrk="1" fontAlgn="auto" latinLnBrk="0" hangingPunct="1">
              <a:lnSpc>
                <a:spcPct val="120000"/>
              </a:lnSpc>
              <a:spcBef>
                <a:spcPts val="750"/>
              </a:spcBef>
              <a:spcAft>
                <a:spcPct val="0"/>
              </a:spcAft>
              <a:buClrTx/>
              <a:buSzTx/>
              <a:buFont typeface="Arial" panose="020B0604020202020204" pitchFamily="34" charset="0"/>
              <a:buChar char="•"/>
            </a:pPr>
            <a:r>
              <a:rPr kumimoji="0" lang="zh-CN" altLang="en-US" sz="1800" b="0" i="0" u="none" strike="noStrike" kern="1200" cap="none" spc="0" normalizeH="0" baseline="0" noProof="1" dirty="0">
                <a:solidFill>
                  <a:srgbClr val="00B050"/>
                </a:solidFill>
                <a:latin typeface="+mn-lt"/>
                <a:ea typeface="+mn-ea"/>
                <a:cs typeface="+mn-cs"/>
              </a:rPr>
              <a:t>用来改变交流电压，这是它名称的由来</a:t>
            </a:r>
            <a:endParaRPr kumimoji="0" lang="zh-CN" altLang="en-US" sz="1800" b="0" i="0" u="none" strike="noStrike" kern="1200" cap="none" spc="0" normalizeH="0" baseline="0" noProof="1" dirty="0">
              <a:solidFill>
                <a:srgbClr val="00B050"/>
              </a:solidFill>
              <a:latin typeface="+mn-lt"/>
              <a:ea typeface="+mn-ea"/>
              <a:cs typeface="+mn-cs"/>
            </a:endParaRPr>
          </a:p>
          <a:p>
            <a:pPr marL="171450" marR="0" indent="-171450" algn="just" defTabSz="685800" rtl="0" eaLnBrk="1" fontAlgn="auto" latinLnBrk="0" hangingPunct="1">
              <a:lnSpc>
                <a:spcPct val="120000"/>
              </a:lnSpc>
              <a:spcBef>
                <a:spcPts val="750"/>
              </a:spcBef>
              <a:spcAft>
                <a:spcPct val="0"/>
              </a:spcAft>
              <a:buClrTx/>
              <a:buSzTx/>
              <a:buFont typeface="Arial" panose="020B0604020202020204" pitchFamily="34" charset="0"/>
              <a:buChar char="•"/>
            </a:pPr>
            <a:endParaRPr kumimoji="0" lang="zh-CN" altLang="en-US" sz="1800" b="0" i="0" u="none" strike="noStrike" kern="1200" cap="none" spc="0" normalizeH="0" baseline="0" noProof="1" dirty="0">
              <a:solidFill>
                <a:srgbClr val="00B050"/>
              </a:solidFill>
              <a:latin typeface="+mn-lt"/>
              <a:ea typeface="+mn-ea"/>
              <a:cs typeface="+mn-cs"/>
            </a:endParaRPr>
          </a:p>
          <a:p>
            <a:pPr marL="0" marR="0" indent="0" algn="just" defTabSz="685800" rtl="0" eaLnBrk="1" fontAlgn="auto" latinLnBrk="0" hangingPunct="1">
              <a:lnSpc>
                <a:spcPct val="120000"/>
              </a:lnSpc>
              <a:spcBef>
                <a:spcPts val="750"/>
              </a:spcBef>
              <a:spcAft>
                <a:spcPct val="0"/>
              </a:spcAft>
              <a:buClrTx/>
              <a:buSzTx/>
              <a:buFont typeface="Arial" panose="020B0604020202020204" pitchFamily="34" charset="0"/>
              <a:buNone/>
            </a:pPr>
            <a:endParaRPr kumimoji="0" lang="zh-CN" altLang="en-US" sz="1800" b="0" i="0" u="none" strike="noStrike" kern="1200" cap="none" spc="0" normalizeH="0" baseline="0" noProof="1" dirty="0">
              <a:solidFill>
                <a:srgbClr val="00B050"/>
              </a:solidFill>
              <a:latin typeface="+mn-lt"/>
              <a:ea typeface="+mn-ea"/>
              <a:cs typeface="+mn-cs"/>
            </a:endParaRPr>
          </a:p>
        </p:txBody>
      </p:sp>
      <p:sp>
        <p:nvSpPr>
          <p:cNvPr id="4" name="内容占位符 3"/>
          <p:cNvSpPr>
            <a:spLocks noGrp="1"/>
          </p:cNvSpPr>
          <p:nvPr>
            <p:ph sz="half" idx="2"/>
          </p:nvPr>
        </p:nvSpPr>
        <p:spPr/>
        <p:txBody>
          <a:bodyPr vert="horz" lIns="90000" tIns="46800" rIns="90000" bIns="46800" rtlCol="0">
            <a:normAutofit/>
          </a:bodyPr>
          <a:lstStyle/>
          <a:p>
            <a:pPr marL="171450" marR="0" indent="-171450" algn="just" defTabSz="685800" rtl="0" eaLnBrk="1" fontAlgn="auto" latinLnBrk="0" hangingPunct="1">
              <a:lnSpc>
                <a:spcPct val="120000"/>
              </a:lnSpc>
              <a:spcBef>
                <a:spcPts val="750"/>
              </a:spcBef>
              <a:spcAft>
                <a:spcPct val="0"/>
              </a:spcAft>
              <a:buClrTx/>
              <a:buSzTx/>
              <a:buFont typeface="Arial" panose="020B0604020202020204" pitchFamily="34" charset="0"/>
              <a:buChar char="•"/>
            </a:pPr>
            <a:r>
              <a:rPr kumimoji="0" lang="zh-CN" altLang="en-US" sz="1800" b="0" i="0" u="none" strike="noStrike" kern="1200" cap="none" spc="0" normalizeH="0" baseline="0" noProof="1" dirty="0">
                <a:solidFill>
                  <a:srgbClr val="00B050"/>
                </a:solidFill>
                <a:latin typeface="+mn-lt"/>
                <a:ea typeface="+mn-ea"/>
                <a:cs typeface="+mn-cs"/>
              </a:rPr>
              <a:t>变压器(Transformer)的主要构件是初级线圈、次级线圈和铁心（磁芯）。它是一种利用电磁互感应实现变换电压，电流和阻抗的器件。</a:t>
            </a:r>
            <a:endParaRPr kumimoji="0" lang="en-US" altLang="zh-CN" sz="1800" b="0" i="0" u="none" strike="noStrike" kern="1200" cap="none" spc="0" normalizeH="0" baseline="0" noProof="1" dirty="0">
              <a:solidFill>
                <a:srgbClr val="00B050"/>
              </a:solidFill>
              <a:latin typeface="+mn-lt"/>
              <a:ea typeface="+mn-ea"/>
              <a:cs typeface="+mn-cs"/>
            </a:endParaRPr>
          </a:p>
          <a:p>
            <a:pPr marL="171450" marR="0" indent="-171450" algn="just" defTabSz="685800" rtl="0" eaLnBrk="1" fontAlgn="auto" latinLnBrk="0" hangingPunct="1">
              <a:lnSpc>
                <a:spcPct val="120000"/>
              </a:lnSpc>
              <a:spcBef>
                <a:spcPts val="750"/>
              </a:spcBef>
              <a:spcAft>
                <a:spcPct val="0"/>
              </a:spcAft>
              <a:buClrTx/>
              <a:buSzTx/>
              <a:buFont typeface="Arial" panose="020B0604020202020204" pitchFamily="34" charset="0"/>
              <a:buChar char="•"/>
            </a:pPr>
            <a:endParaRPr kumimoji="0" lang="en-US" altLang="zh-CN" sz="1800" b="0" i="0" u="none" strike="noStrike" kern="1200" cap="none" spc="0" normalizeH="0" baseline="0" noProof="1" dirty="0">
              <a:solidFill>
                <a:srgbClr val="00B050"/>
              </a:solidFill>
              <a:latin typeface="+mn-lt"/>
              <a:ea typeface="+mn-ea"/>
              <a:cs typeface="+mn-cs"/>
            </a:endParaRPr>
          </a:p>
          <a:p>
            <a:pPr marL="0" marR="0" indent="0" algn="just" defTabSz="685800" rtl="0" eaLnBrk="1" fontAlgn="auto" latinLnBrk="0" hangingPunct="1">
              <a:lnSpc>
                <a:spcPct val="120000"/>
              </a:lnSpc>
              <a:spcBef>
                <a:spcPts val="750"/>
              </a:spcBef>
              <a:spcAft>
                <a:spcPct val="0"/>
              </a:spcAft>
              <a:buClrTx/>
              <a:buSzTx/>
              <a:buFont typeface="Arial" panose="020B0604020202020204" pitchFamily="34" charset="0"/>
              <a:buNone/>
            </a:pPr>
            <a:endParaRPr kumimoji="0" lang="en-US" altLang="zh-CN" sz="1800" b="0" i="0" u="none" strike="noStrike" kern="1200" cap="none" spc="0" normalizeH="0" baseline="0" noProof="1" dirty="0">
              <a:solidFill>
                <a:srgbClr val="00B050"/>
              </a:solidFill>
              <a:latin typeface="+mn-lt"/>
              <a:ea typeface="+mn-ea"/>
              <a:cs typeface="+mn-cs"/>
            </a:endParaRPr>
          </a:p>
          <a:p>
            <a:pPr marL="0" marR="0" indent="0" algn="just" defTabSz="685800" rtl="0" eaLnBrk="1" fontAlgn="auto" latinLnBrk="0" hangingPunct="1">
              <a:lnSpc>
                <a:spcPct val="120000"/>
              </a:lnSpc>
              <a:spcBef>
                <a:spcPts val="750"/>
              </a:spcBef>
              <a:spcAft>
                <a:spcPct val="0"/>
              </a:spcAft>
              <a:buClrTx/>
              <a:buSzTx/>
              <a:buFont typeface="Arial" panose="020B0604020202020204" pitchFamily="34" charset="0"/>
              <a:buNone/>
            </a:pPr>
            <a:endParaRPr kumimoji="0" lang="en-US" altLang="zh-CN" sz="1800" b="0" i="0" u="none" strike="noStrike" kern="1200" cap="none" spc="0" normalizeH="0" baseline="0" noProof="1" dirty="0">
              <a:solidFill>
                <a:srgbClr val="00B050"/>
              </a:solidFill>
              <a:latin typeface="+mn-lt"/>
              <a:ea typeface="+mn-ea"/>
              <a:cs typeface="+mn-cs"/>
            </a:endParaRPr>
          </a:p>
          <a:p>
            <a:pPr marL="0" marR="0" indent="0" algn="just" defTabSz="685800" rtl="0" eaLnBrk="1" fontAlgn="auto" latinLnBrk="0" hangingPunct="1">
              <a:lnSpc>
                <a:spcPct val="120000"/>
              </a:lnSpc>
              <a:spcBef>
                <a:spcPts val="750"/>
              </a:spcBef>
              <a:spcAft>
                <a:spcPct val="0"/>
              </a:spcAft>
              <a:buClrTx/>
              <a:buSzTx/>
              <a:buFont typeface="Arial" panose="020B0604020202020204" pitchFamily="34" charset="0"/>
              <a:buNone/>
            </a:pPr>
            <a:endParaRPr kumimoji="0" lang="en-US" altLang="zh-CN" sz="1800" b="0" i="0" u="none" strike="noStrike" kern="1200" cap="none" spc="0" normalizeH="0" baseline="0" noProof="1" dirty="0">
              <a:solidFill>
                <a:srgbClr val="00B050"/>
              </a:solidFill>
              <a:latin typeface="+mn-lt"/>
              <a:ea typeface="+mn-ea"/>
              <a:cs typeface="+mn-cs"/>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hasCustomPrompt="1"/>
          </p:nvPr>
        </p:nvSpPr>
        <p:spPr>
          <a:xfrm>
            <a:off x="630238" y="711200"/>
            <a:ext cx="3195638" cy="682625"/>
          </a:xfrm>
        </p:spPr>
        <p:txBody>
          <a:bodyPr lIns="90000" tIns="46800" rIns="90000" bIns="46800" anchor="t">
            <a:normAutofit fontScale="90000"/>
          </a:bodyPr>
          <a:lstStyle/>
          <a:p>
            <a:pPr marL="0" marR="0" indent="0" algn="l" defTabSz="685800" rtl="0" eaLnBrk="1" fontAlgn="auto" latinLnBrk="0" hangingPunct="1">
              <a:lnSpc>
                <a:spcPct val="120000"/>
              </a:lnSpc>
              <a:spcBef>
                <a:spcPct val="0"/>
              </a:spcBef>
              <a:spcAft>
                <a:spcPct val="0"/>
              </a:spcAft>
              <a:buClrTx/>
              <a:buSzTx/>
              <a:buFontTx/>
              <a:buNone/>
            </a:pPr>
            <a:r>
              <a:rPr kumimoji="0" lang="zh-CN" altLang="en-US" sz="3600" b="0" i="0" u="none" strike="noStrike" kern="1200" cap="none" spc="0" normalizeH="0" baseline="0" noProof="1" dirty="0">
                <a:solidFill>
                  <a:srgbClr val="578B18"/>
                </a:solidFill>
                <a:latin typeface="+mj-lt"/>
                <a:ea typeface="+mj-ea"/>
                <a:cs typeface="+mj-cs"/>
              </a:rPr>
              <a:t>铁芯 绕组</a:t>
            </a:r>
            <a:endParaRPr kumimoji="0" lang="zh-CN" altLang="en-US" sz="3600" b="0" i="0" u="none" strike="noStrike" kern="1200" cap="none" spc="0" normalizeH="0" baseline="0" noProof="1" dirty="0">
              <a:solidFill>
                <a:srgbClr val="578B18"/>
              </a:solidFill>
              <a:latin typeface="+mj-lt"/>
              <a:ea typeface="+mj-ea"/>
              <a:cs typeface="+mj-cs"/>
            </a:endParaRPr>
          </a:p>
        </p:txBody>
      </p:sp>
      <p:pic>
        <p:nvPicPr>
          <p:cNvPr id="43010" name="图片 7"/>
          <p:cNvPicPr>
            <a:picLocks noChangeAspect="1"/>
          </p:cNvPicPr>
          <p:nvPr/>
        </p:nvPicPr>
        <p:blipFill>
          <a:blip r:embed="rId1"/>
          <a:stretch>
            <a:fillRect/>
          </a:stretch>
        </p:blipFill>
        <p:spPr>
          <a:xfrm>
            <a:off x="490538" y="1558925"/>
            <a:ext cx="5118100" cy="3840163"/>
          </a:xfrm>
          <a:prstGeom prst="rect">
            <a:avLst/>
          </a:prstGeom>
          <a:noFill/>
          <a:ln w="9525">
            <a:noFill/>
          </a:ln>
        </p:spPr>
      </p:pic>
      <p:pic>
        <p:nvPicPr>
          <p:cNvPr id="43011" name="图片 1"/>
          <p:cNvPicPr>
            <a:picLocks noChangeAspect="1"/>
          </p:cNvPicPr>
          <p:nvPr/>
        </p:nvPicPr>
        <p:blipFill>
          <a:blip r:embed="rId2"/>
          <a:stretch>
            <a:fillRect/>
          </a:stretch>
        </p:blipFill>
        <p:spPr>
          <a:xfrm>
            <a:off x="5861050" y="1558925"/>
            <a:ext cx="2801938" cy="3740150"/>
          </a:xfrm>
          <a:prstGeom prst="rect">
            <a:avLst/>
          </a:prstGeom>
          <a:noFill/>
          <a:ln w="9525">
            <a:noFill/>
          </a:ln>
        </p:spPr>
      </p:pic>
      <p:sp>
        <p:nvSpPr>
          <p:cNvPr id="43012" name="文本框 2"/>
          <p:cNvSpPr txBox="1"/>
          <p:nvPr/>
        </p:nvSpPr>
        <p:spPr>
          <a:xfrm>
            <a:off x="1449388" y="5619750"/>
            <a:ext cx="6291262" cy="368300"/>
          </a:xfrm>
          <a:prstGeom prst="rect">
            <a:avLst/>
          </a:prstGeom>
          <a:noFill/>
          <a:ln w="9525">
            <a:noFill/>
          </a:ln>
        </p:spPr>
        <p:txBody>
          <a:bodyPr wrap="square" anchor="t" anchorCtr="0">
            <a:spAutoFit/>
          </a:bodyPr>
          <a:p>
            <a:endParaRPr lang="en-US" altLang="zh-CN" b="1">
              <a:latin typeface="Arial" panose="020B0604020202020204" pitchFamily="34" charset="0"/>
              <a:ea typeface="宋体" panose="02010600030101010101" pitchFamily="2" charset="-122"/>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7" name="图片 3" descr="1"/>
          <p:cNvPicPr>
            <a:picLocks noChangeAspect="1"/>
          </p:cNvPicPr>
          <p:nvPr/>
        </p:nvPicPr>
        <p:blipFill>
          <a:blip r:embed="rId1"/>
          <a:stretch>
            <a:fillRect/>
          </a:stretch>
        </p:blipFill>
        <p:spPr>
          <a:xfrm>
            <a:off x="874713" y="122238"/>
            <a:ext cx="7704137" cy="6665912"/>
          </a:xfrm>
          <a:prstGeom prst="rect">
            <a:avLst/>
          </a:prstGeom>
          <a:noFill/>
          <a:ln w="9525">
            <a:noFill/>
          </a:ln>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标题 1"/>
          <p:cNvSpPr>
            <a:spLocks noGrp="1"/>
          </p:cNvSpPr>
          <p:nvPr>
            <p:ph type="title"/>
          </p:nvPr>
        </p:nvSpPr>
        <p:spPr/>
        <p:txBody>
          <a:bodyPr lIns="91440" tIns="45720" rIns="91440" bIns="45720" anchor="ctr" anchorCtr="0"/>
          <a:p>
            <a:r>
              <a:rPr lang="zh-CN" altLang="en-US"/>
              <a:t>主要步骤：</a:t>
            </a:r>
            <a:endParaRPr lang="zh-CN" altLang="en-US"/>
          </a:p>
        </p:txBody>
      </p:sp>
      <p:sp>
        <p:nvSpPr>
          <p:cNvPr id="3" name="内容占位符 2"/>
          <p:cNvSpPr>
            <a:spLocks noGrp="1"/>
          </p:cNvSpPr>
          <p:nvPr>
            <p:ph idx="1"/>
          </p:nvPr>
        </p:nvSpPr>
        <p:spPr/>
        <p:txBody>
          <a:bodyPr>
            <a:normAutofit/>
          </a:bodyPr>
          <a:p>
            <a:pPr marL="171450" marR="0" indent="-171450" algn="l" defTabSz="685800" rtl="0" eaLnBrk="1" fontAlgn="auto" latinLnBrk="0" hangingPunct="1">
              <a:lnSpc>
                <a:spcPct val="120000"/>
              </a:lnSpc>
              <a:spcBef>
                <a:spcPts val="750"/>
              </a:spcBef>
              <a:spcAft>
                <a:spcPct val="0"/>
              </a:spcAft>
              <a:buClrTx/>
              <a:buSzTx/>
              <a:buFont typeface="Arial" panose="020B0604020202020204" pitchFamily="34" charset="0"/>
              <a:buChar char="•"/>
            </a:pPr>
            <a:r>
              <a:rPr kumimoji="0" lang="zh-CN" altLang="en-US" sz="2400" b="0" i="0" u="none" strike="noStrike" kern="1200" cap="none" spc="0" normalizeH="0" baseline="0" noProof="1">
                <a:solidFill>
                  <a:schemeClr val="tx1"/>
                </a:solidFill>
                <a:latin typeface="+mn-lt"/>
                <a:ea typeface="+mn-ea"/>
                <a:cs typeface="+mn-cs"/>
              </a:rPr>
              <a:t>1绕线（依据性能参数设置圈数及铜心线大小绕在骨架图上，用输电线分出初极和次极）</a:t>
            </a:r>
            <a:endParaRPr kumimoji="0" lang="zh-CN" altLang="en-US" sz="2400" b="0" i="0" u="none" strike="noStrike" kern="1200" cap="none" spc="0" normalizeH="0" baseline="0" noProof="1">
              <a:solidFill>
                <a:schemeClr val="tx1"/>
              </a:solidFill>
              <a:latin typeface="+mn-lt"/>
              <a:ea typeface="+mn-ea"/>
              <a:cs typeface="+mn-cs"/>
            </a:endParaRPr>
          </a:p>
          <a:p>
            <a:pPr marL="171450" marR="0" indent="-171450" algn="l" defTabSz="685800" rtl="0" eaLnBrk="1" fontAlgn="auto" latinLnBrk="0" hangingPunct="1">
              <a:lnSpc>
                <a:spcPct val="120000"/>
              </a:lnSpc>
              <a:spcBef>
                <a:spcPts val="750"/>
              </a:spcBef>
              <a:spcAft>
                <a:spcPct val="0"/>
              </a:spcAft>
              <a:buClrTx/>
              <a:buSzTx/>
              <a:buFont typeface="Arial" panose="020B0604020202020204" pitchFamily="34" charset="0"/>
              <a:buChar char="•"/>
            </a:pPr>
            <a:r>
              <a:rPr kumimoji="0" lang="zh-CN" altLang="en-US" sz="2400" b="0" i="0" u="none" strike="noStrike" kern="1200" cap="none" spc="0" normalizeH="0" baseline="0" noProof="1">
                <a:solidFill>
                  <a:schemeClr val="tx1"/>
                </a:solidFill>
                <a:latin typeface="+mn-lt"/>
                <a:ea typeface="+mn-ea"/>
                <a:cs typeface="+mn-cs"/>
              </a:rPr>
              <a:t>2插片（将绕好的电磁线圈用E字型关或是斜F样子硅钢片插好成形）</a:t>
            </a:r>
            <a:endParaRPr kumimoji="0" lang="zh-CN" altLang="en-US" sz="2400" b="0" i="0" u="none" strike="noStrike" kern="1200" cap="none" spc="0" normalizeH="0" baseline="0" noProof="1">
              <a:solidFill>
                <a:schemeClr val="tx1"/>
              </a:solidFill>
              <a:latin typeface="+mn-lt"/>
              <a:ea typeface="+mn-ea"/>
              <a:cs typeface="+mn-cs"/>
            </a:endParaRPr>
          </a:p>
          <a:p>
            <a:pPr marL="171450" marR="0" indent="-171450" algn="l" defTabSz="685800" rtl="0" eaLnBrk="1" fontAlgn="auto" latinLnBrk="0" hangingPunct="1">
              <a:lnSpc>
                <a:spcPct val="120000"/>
              </a:lnSpc>
              <a:spcBef>
                <a:spcPts val="750"/>
              </a:spcBef>
              <a:spcAft>
                <a:spcPct val="0"/>
              </a:spcAft>
              <a:buClrTx/>
              <a:buSzTx/>
              <a:buFont typeface="Arial" panose="020B0604020202020204" pitchFamily="34" charset="0"/>
              <a:buChar char="•"/>
            </a:pPr>
            <a:r>
              <a:rPr kumimoji="0" lang="zh-CN" altLang="en-US" sz="2400" b="0" i="0" u="none" strike="noStrike" kern="1200" cap="none" spc="0" normalizeH="0" baseline="0" noProof="1">
                <a:solidFill>
                  <a:schemeClr val="tx1"/>
                </a:solidFill>
                <a:latin typeface="+mn-lt"/>
                <a:ea typeface="+mn-ea"/>
                <a:cs typeface="+mn-cs"/>
              </a:rPr>
              <a:t>3浸漆（浸上很厚绝缘漆）</a:t>
            </a:r>
            <a:endParaRPr kumimoji="0" lang="zh-CN" altLang="en-US" sz="2400" b="0" i="0" u="none" strike="noStrike" kern="1200" cap="none" spc="0" normalizeH="0" baseline="0" noProof="1">
              <a:solidFill>
                <a:schemeClr val="tx1"/>
              </a:solidFill>
              <a:latin typeface="+mn-lt"/>
              <a:ea typeface="+mn-ea"/>
              <a:cs typeface="+mn-cs"/>
            </a:endParaRPr>
          </a:p>
          <a:p>
            <a:pPr marL="171450" marR="0" indent="-171450" algn="l" defTabSz="685800" rtl="0" eaLnBrk="1" fontAlgn="auto" latinLnBrk="0" hangingPunct="1">
              <a:lnSpc>
                <a:spcPct val="120000"/>
              </a:lnSpc>
              <a:spcBef>
                <a:spcPts val="750"/>
              </a:spcBef>
              <a:spcAft>
                <a:spcPct val="0"/>
              </a:spcAft>
              <a:buClrTx/>
              <a:buSzTx/>
              <a:buFont typeface="Arial" panose="020B0604020202020204" pitchFamily="34" charset="0"/>
              <a:buChar char="•"/>
            </a:pPr>
            <a:r>
              <a:rPr kumimoji="0" lang="zh-CN" altLang="en-US" sz="2400" b="0" i="0" u="none" strike="noStrike" kern="1200" cap="none" spc="0" normalizeH="0" baseline="0" noProof="1">
                <a:solidFill>
                  <a:schemeClr val="tx1"/>
                </a:solidFill>
                <a:latin typeface="+mn-lt"/>
                <a:ea typeface="+mn-ea"/>
                <a:cs typeface="+mn-cs"/>
              </a:rPr>
              <a:t>4风干（嵌入烘干箱中烤制干）</a:t>
            </a:r>
            <a:endParaRPr kumimoji="0" lang="zh-CN" altLang="en-US" sz="2400" b="0" i="0" u="none" strike="noStrike" kern="1200" cap="none" spc="0" normalizeH="0" baseline="0" noProof="1">
              <a:solidFill>
                <a:schemeClr val="tx1"/>
              </a:solidFill>
              <a:latin typeface="+mn-lt"/>
              <a:ea typeface="+mn-ea"/>
              <a:cs typeface="+mn-cs"/>
            </a:endParaRPr>
          </a:p>
          <a:p>
            <a:pPr marL="0" marR="0" indent="0" algn="l" defTabSz="685800" rtl="0" eaLnBrk="1" fontAlgn="auto" latinLnBrk="0" hangingPunct="1">
              <a:lnSpc>
                <a:spcPct val="120000"/>
              </a:lnSpc>
              <a:spcBef>
                <a:spcPts val="750"/>
              </a:spcBef>
              <a:spcAft>
                <a:spcPct val="0"/>
              </a:spcAft>
              <a:buClrTx/>
              <a:buSzTx/>
              <a:buFont typeface="Arial" panose="020B0604020202020204" pitchFamily="34" charset="0"/>
              <a:buNone/>
            </a:pPr>
            <a:r>
              <a:rPr kumimoji="0" lang="zh-CN" altLang="en-US" sz="2400" b="0" i="0" u="none" strike="noStrike" kern="1200" cap="none" spc="0" normalizeH="0" baseline="0" noProof="1">
                <a:solidFill>
                  <a:schemeClr val="tx1"/>
                </a:solidFill>
                <a:latin typeface="+mn-lt"/>
                <a:ea typeface="+mn-ea"/>
                <a:cs typeface="+mn-cs"/>
                <a:sym typeface="+mn-ea"/>
              </a:rPr>
              <a:t>                    </a:t>
            </a:r>
            <a:r>
              <a:rPr kumimoji="0" lang="en-US" altLang="zh-CN" sz="2400" b="0" i="0" u="none" strike="noStrike" kern="1200" cap="none" spc="0" normalizeH="0" baseline="0" noProof="1">
                <a:solidFill>
                  <a:schemeClr val="tx1"/>
                </a:solidFill>
                <a:latin typeface="+mn-lt"/>
                <a:ea typeface="+mn-ea"/>
                <a:cs typeface="+mn-cs"/>
                <a:sym typeface="+mn-ea"/>
              </a:rPr>
              <a:t>5 </a:t>
            </a:r>
            <a:r>
              <a:rPr kumimoji="0" lang="zh-CN" altLang="en-US" sz="2400" b="0" i="0" u="none" strike="noStrike" kern="1200" cap="none" spc="0" normalizeH="0" baseline="0" noProof="1">
                <a:solidFill>
                  <a:schemeClr val="tx1"/>
                </a:solidFill>
                <a:latin typeface="+mn-lt"/>
                <a:ea typeface="+mn-ea"/>
                <a:cs typeface="+mn-cs"/>
                <a:sym typeface="+mn-ea"/>
              </a:rPr>
              <a:t>装配 </a:t>
            </a:r>
            <a:r>
              <a:rPr kumimoji="0" lang="zh-CN" altLang="en-US" sz="2400" b="0" i="0" u="none" strike="noStrike" kern="1200" cap="none" spc="0" normalizeH="0" baseline="0" noProof="1">
                <a:solidFill>
                  <a:schemeClr val="tx1"/>
                </a:solidFill>
                <a:latin typeface="+mn-lt"/>
                <a:ea typeface="+mn-ea"/>
                <a:cs typeface="+mn-cs"/>
              </a:rPr>
              <a:t>大部分油浸式变压器就这样做成了</a:t>
            </a:r>
            <a:endParaRPr kumimoji="0" lang="zh-CN" altLang="en-US" sz="2400" b="0" i="0" u="none" strike="noStrike" kern="1200" cap="none" spc="0" normalizeH="0" baseline="0" noProof="1">
              <a:solidFill>
                <a:schemeClr val="tx1"/>
              </a:solidFill>
              <a:latin typeface="+mn-lt"/>
              <a:ea typeface="+mn-ea"/>
              <a:cs typeface="+mn-cs"/>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p:nvPr>
            <p:custDataLst>
              <p:tags r:id="rId1"/>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22" name="矩形 21"/>
          <p:cNvSpPr/>
          <p:nvPr>
            <p:custDataLst>
              <p:tags r:id="rId2"/>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pic>
        <p:nvPicPr>
          <p:cNvPr id="48131" name="图片 2" descr="IMG_1898"/>
          <p:cNvPicPr>
            <a:picLocks noChangeAspect="1"/>
          </p:cNvPicPr>
          <p:nvPr/>
        </p:nvPicPr>
        <p:blipFill>
          <a:blip r:embed="rId3"/>
          <a:stretch>
            <a:fillRect/>
          </a:stretch>
        </p:blipFill>
        <p:spPr>
          <a:xfrm>
            <a:off x="366713" y="236538"/>
            <a:ext cx="8410575" cy="6281737"/>
          </a:xfrm>
          <a:prstGeom prst="rect">
            <a:avLst/>
          </a:prstGeom>
          <a:noFill/>
          <a:ln w="9525">
            <a:noFill/>
          </a:ln>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文本框 34"/>
          <p:cNvSpPr txBox="1"/>
          <p:nvPr>
            <p:custDataLst>
              <p:tags r:id="rId1"/>
            </p:custDataLst>
          </p:nvPr>
        </p:nvSpPr>
        <p:spPr>
          <a:xfrm>
            <a:off x="1763713" y="2416175"/>
            <a:ext cx="1773238" cy="1419225"/>
          </a:xfrm>
          <a:prstGeom prst="rect">
            <a:avLst/>
          </a:prstGeom>
          <a:noFill/>
        </p:spPr>
        <p:txBody>
          <a:bodyPr wrap="square" lIns="90000" tIns="46800" rIns="90000" bIns="46800" rtlCol="0">
            <a:normAutofit/>
          </a:bodyPr>
          <a:lstStyle/>
          <a:p>
            <a:pPr algn="ctr" defTabSz="685800">
              <a:defRPr/>
            </a:pPr>
            <a:r>
              <a:rPr lang="en-US" altLang="zh-CN" sz="8625" noProof="1" dirty="0">
                <a:solidFill>
                  <a:srgbClr val="578B18"/>
                </a:solidFill>
                <a:latin typeface="Impact" panose="020B0806030902050204" pitchFamily="34" charset="0"/>
                <a:ea typeface="方正舒体" panose="02010601030101010101" pitchFamily="2" charset="-122"/>
                <a:cs typeface="+mn-cs"/>
                <a:sym typeface="+mn-ea"/>
              </a:rPr>
              <a:t>02</a:t>
            </a:r>
            <a:endParaRPr lang="en-US" altLang="zh-CN" sz="8625" noProof="1" dirty="0">
              <a:solidFill>
                <a:srgbClr val="578B18"/>
              </a:solidFill>
              <a:latin typeface="Impact" panose="020B0806030902050204" pitchFamily="34" charset="0"/>
              <a:ea typeface="方正舒体" panose="02010601030101010101" pitchFamily="2" charset="-122"/>
              <a:sym typeface="+mn-ea"/>
            </a:endParaRPr>
          </a:p>
        </p:txBody>
      </p:sp>
      <p:sp>
        <p:nvSpPr>
          <p:cNvPr id="49154" name="标题 4"/>
          <p:cNvSpPr>
            <a:spLocks noGrp="1"/>
          </p:cNvSpPr>
          <p:nvPr>
            <p:ph type="title" hasCustomPrompt="1"/>
          </p:nvPr>
        </p:nvSpPr>
        <p:spPr>
          <a:xfrm>
            <a:off x="3214688" y="2079625"/>
            <a:ext cx="3840162" cy="1073150"/>
          </a:xfrm>
        </p:spPr>
        <p:txBody>
          <a:bodyPr lIns="90000" tIns="46800" rIns="90000" bIns="46800" anchor="b" anchorCtr="0"/>
          <a:p>
            <a:pPr defTabSz="685800">
              <a:buNone/>
            </a:pPr>
            <a:r>
              <a:rPr lang="zh-CN" altLang="en-US" b="1" kern="1200" dirty="0">
                <a:solidFill>
                  <a:srgbClr val="578B18"/>
                </a:solidFill>
                <a:latin typeface="微软雅黑" panose="020B0503020204020204" charset="-122"/>
                <a:ea typeface="微软雅黑" panose="020B0503020204020204" charset="-122"/>
                <a:cs typeface="+mj-cs"/>
                <a:sym typeface="黑体" panose="02010609060101010101" charset="-122"/>
              </a:rPr>
              <a:t>变压器组成</a:t>
            </a:r>
            <a:endParaRPr lang="zh-CN" altLang="en-US" b="1" kern="1200" dirty="0">
              <a:solidFill>
                <a:srgbClr val="578B18"/>
              </a:solidFill>
              <a:latin typeface="微软雅黑" panose="020B0503020204020204" charset="-122"/>
              <a:ea typeface="微软雅黑" panose="020B0503020204020204" charset="-122"/>
              <a:cs typeface="+mj-cs"/>
              <a:sym typeface="黑体" panose="02010609060101010101" charset="-122"/>
            </a:endParaRPr>
          </a:p>
        </p:txBody>
      </p:sp>
      <p:sp>
        <p:nvSpPr>
          <p:cNvPr id="6" name="文本占位符 5"/>
          <p:cNvSpPr>
            <a:spLocks noGrp="1"/>
          </p:cNvSpPr>
          <p:nvPr>
            <p:ph type="body" idx="1" hasCustomPrompt="1"/>
          </p:nvPr>
        </p:nvSpPr>
        <p:spPr>
          <a:xfrm>
            <a:off x="3214688" y="3181350"/>
            <a:ext cx="4225925" cy="1517650"/>
          </a:xfrm>
        </p:spPr>
        <p:txBody>
          <a:bodyPr lIns="90000" tIns="46800" rIns="90000" bIns="46800">
            <a:normAutofit fontScale="80000"/>
          </a:bodyPr>
          <a:lstStyle/>
          <a:p>
            <a:pPr marL="0" marR="0" indent="0" algn="l" defTabSz="685800" rtl="0" eaLnBrk="1" fontAlgn="auto" latinLnBrk="0" hangingPunct="1">
              <a:lnSpc>
                <a:spcPct val="120000"/>
              </a:lnSpc>
              <a:spcBef>
                <a:spcPts val="750"/>
              </a:spcBef>
              <a:spcAft>
                <a:spcPct val="0"/>
              </a:spcAft>
              <a:buClrTx/>
              <a:buSzTx/>
              <a:buFont typeface="Arial" panose="020B0604020202020204" pitchFamily="34" charset="0"/>
              <a:buNone/>
            </a:pPr>
            <a:r>
              <a:rPr kumimoji="0" lang="zh-CN" altLang="en-US" sz="2000" b="0" i="0" u="none" strike="noStrike" kern="1200" cap="none" spc="0" normalizeH="0" baseline="0" noProof="1" dirty="0">
                <a:solidFill>
                  <a:srgbClr val="578B18"/>
                </a:solidFill>
                <a:latin typeface="微软雅黑" panose="020B0503020204020204" charset="-122"/>
                <a:ea typeface="微软雅黑" panose="020B0503020204020204" charset="-122"/>
                <a:cs typeface="+mn-cs"/>
                <a:sym typeface="+mn-ea"/>
              </a:rPr>
              <a:t>变压器组成部件包括器身(铁芯、绕组、绝缘、引线)、变压器油、油箱和冷却装置、调压装置、保护装置(吸湿器、安全气道、气体继电器、储油柜及测温装置等)和出线套管</a:t>
            </a:r>
            <a:endParaRPr kumimoji="0" lang="zh-CN" altLang="en-US" sz="2000" b="0" i="0" u="none" strike="noStrike" kern="1200" cap="none" spc="0" normalizeH="0" baseline="0" noProof="1" dirty="0">
              <a:solidFill>
                <a:srgbClr val="578B18"/>
              </a:solidFill>
              <a:latin typeface="微软雅黑" panose="020B0503020204020204" charset="-122"/>
              <a:ea typeface="微软雅黑" panose="020B0503020204020204" charset="-122"/>
              <a:cs typeface="+mn-cs"/>
              <a:sym typeface="+mn-ea"/>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MH_SubTitle_1"/>
          <p:cNvSpPr/>
          <p:nvPr/>
        </p:nvSpPr>
        <p:spPr>
          <a:xfrm>
            <a:off x="2816225" y="1808163"/>
            <a:ext cx="1700213" cy="1695450"/>
          </a:xfrm>
          <a:custGeom>
            <a:avLst/>
            <a:gdLst>
              <a:gd name="connsiteX0" fmla="*/ 713459 w 1426918"/>
              <a:gd name="connsiteY0" fmla="*/ 0 h 1426918"/>
              <a:gd name="connsiteX1" fmla="*/ 713459 w 1426918"/>
              <a:gd name="connsiteY1" fmla="*/ 1 h 1426918"/>
              <a:gd name="connsiteX2" fmla="*/ 1426918 w 1426918"/>
              <a:gd name="connsiteY2" fmla="*/ 713460 h 1426918"/>
              <a:gd name="connsiteX3" fmla="*/ 1426918 w 1426918"/>
              <a:gd name="connsiteY3" fmla="*/ 1426918 h 1426918"/>
              <a:gd name="connsiteX4" fmla="*/ 713459 w 1426918"/>
              <a:gd name="connsiteY4" fmla="*/ 1426918 h 1426918"/>
              <a:gd name="connsiteX5" fmla="*/ 0 w 1426918"/>
              <a:gd name="connsiteY5" fmla="*/ 713459 h 1426918"/>
              <a:gd name="connsiteX6" fmla="*/ 713459 w 1426918"/>
              <a:gd name="connsiteY6" fmla="*/ 0 h 142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6918" h="1426918">
                <a:moveTo>
                  <a:pt x="713459" y="0"/>
                </a:moveTo>
                <a:lnTo>
                  <a:pt x="713459" y="1"/>
                </a:lnTo>
                <a:cubicBezTo>
                  <a:pt x="1107492" y="1"/>
                  <a:pt x="1426918" y="319427"/>
                  <a:pt x="1426918" y="713460"/>
                </a:cubicBezTo>
                <a:lnTo>
                  <a:pt x="1426918" y="1426918"/>
                </a:lnTo>
                <a:lnTo>
                  <a:pt x="713459" y="1426918"/>
                </a:lnTo>
                <a:cubicBezTo>
                  <a:pt x="319426" y="1426918"/>
                  <a:pt x="0" y="1107492"/>
                  <a:pt x="0" y="713459"/>
                </a:cubicBezTo>
                <a:cubicBezTo>
                  <a:pt x="0" y="319426"/>
                  <a:pt x="319426" y="0"/>
                  <a:pt x="713459" y="0"/>
                </a:cubicBezTo>
                <a:close/>
              </a:path>
            </a:pathLst>
          </a:custGeom>
          <a:solidFill>
            <a:srgbClr val="578B18"/>
          </a:solidFill>
          <a:ln w="12700" cap="flat" cmpd="sng" algn="ctr">
            <a:noFill/>
            <a:prstDash val="solid"/>
            <a:miter lim="800000"/>
          </a:ln>
          <a:effectLst/>
        </p:spPr>
        <p:txBody>
          <a:bodyPr anchor="ctr"/>
          <a:lstStyle/>
          <a:p>
            <a:pPr algn="ctr" defTabSz="685800" fontAlgn="base">
              <a:defRPr/>
            </a:pPr>
            <a:r>
              <a:rPr lang="en-US" altLang="zh-CN" sz="4050" b="1" strike="noStrike" kern="0" noProof="1" dirty="0">
                <a:solidFill>
                  <a:schemeClr val="bg1"/>
                </a:solidFill>
                <a:latin typeface="Times New Roman" panose="02020603050405020304"/>
                <a:ea typeface="幼圆" panose="02010509060101010101" charset="-122"/>
                <a:cs typeface="+mn-cs"/>
              </a:rPr>
              <a:t>Oil Tank</a:t>
            </a:r>
            <a:endParaRPr lang="en-US" altLang="zh-CN" sz="4050" b="1" strike="noStrike" kern="0" noProof="1" dirty="0">
              <a:solidFill>
                <a:schemeClr val="bg1"/>
              </a:solidFill>
              <a:latin typeface="Times New Roman" panose="02020603050405020304"/>
              <a:ea typeface="幼圆" panose="02010509060101010101" charset="-122"/>
            </a:endParaRPr>
          </a:p>
        </p:txBody>
      </p:sp>
      <p:sp>
        <p:nvSpPr>
          <p:cNvPr id="2" name="MH_SubTitle_2"/>
          <p:cNvSpPr/>
          <p:nvPr/>
        </p:nvSpPr>
        <p:spPr>
          <a:xfrm>
            <a:off x="4513263" y="1808163"/>
            <a:ext cx="1701800" cy="1695450"/>
          </a:xfrm>
          <a:custGeom>
            <a:avLst/>
            <a:gdLst>
              <a:gd name="connsiteX0" fmla="*/ 713459 w 1426918"/>
              <a:gd name="connsiteY0" fmla="*/ 0 h 1426918"/>
              <a:gd name="connsiteX1" fmla="*/ 1426918 w 1426918"/>
              <a:gd name="connsiteY1" fmla="*/ 713459 h 1426918"/>
              <a:gd name="connsiteX2" fmla="*/ 1426917 w 1426918"/>
              <a:gd name="connsiteY2" fmla="*/ 713459 h 1426918"/>
              <a:gd name="connsiteX3" fmla="*/ 713458 w 1426918"/>
              <a:gd name="connsiteY3" fmla="*/ 1426918 h 1426918"/>
              <a:gd name="connsiteX4" fmla="*/ 0 w 1426918"/>
              <a:gd name="connsiteY4" fmla="*/ 1426918 h 1426918"/>
              <a:gd name="connsiteX5" fmla="*/ 0 w 1426918"/>
              <a:gd name="connsiteY5" fmla="*/ 713459 h 1426918"/>
              <a:gd name="connsiteX6" fmla="*/ 713459 w 1426918"/>
              <a:gd name="connsiteY6" fmla="*/ 0 h 142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6918" h="1426918">
                <a:moveTo>
                  <a:pt x="713459" y="0"/>
                </a:moveTo>
                <a:cubicBezTo>
                  <a:pt x="1107492" y="0"/>
                  <a:pt x="1426918" y="319426"/>
                  <a:pt x="1426918" y="713459"/>
                </a:cubicBezTo>
                <a:lnTo>
                  <a:pt x="1426917" y="713459"/>
                </a:lnTo>
                <a:cubicBezTo>
                  <a:pt x="1426917" y="1107492"/>
                  <a:pt x="1107491" y="1426918"/>
                  <a:pt x="713458" y="1426918"/>
                </a:cubicBezTo>
                <a:lnTo>
                  <a:pt x="0" y="1426918"/>
                </a:lnTo>
                <a:lnTo>
                  <a:pt x="0" y="713459"/>
                </a:lnTo>
                <a:cubicBezTo>
                  <a:pt x="0" y="319426"/>
                  <a:pt x="319426" y="0"/>
                  <a:pt x="713459" y="0"/>
                </a:cubicBezTo>
                <a:close/>
              </a:path>
            </a:pathLst>
          </a:custGeom>
          <a:solidFill>
            <a:srgbClr val="BADA5C"/>
          </a:solidFill>
          <a:ln w="12700" cap="flat" cmpd="sng" algn="ctr">
            <a:noFill/>
            <a:prstDash val="solid"/>
            <a:miter lim="800000"/>
          </a:ln>
          <a:effectLst/>
        </p:spPr>
        <p:txBody>
          <a:bodyPr anchor="ctr"/>
          <a:lstStyle/>
          <a:p>
            <a:pPr algn="ctr" defTabSz="685800" fontAlgn="base">
              <a:defRPr/>
            </a:pPr>
            <a:r>
              <a:rPr lang="en-US" altLang="zh-CN" sz="4050" b="1" strike="noStrike" kern="0" noProof="1" dirty="0">
                <a:solidFill>
                  <a:schemeClr val="bg1"/>
                </a:solidFill>
                <a:latin typeface="Times New Roman" panose="02020603050405020304"/>
                <a:ea typeface="幼圆" panose="02010509060101010101" charset="-122"/>
                <a:cs typeface="+mn-cs"/>
              </a:rPr>
              <a:t>Coil</a:t>
            </a:r>
            <a:endParaRPr lang="en-US" altLang="zh-CN" sz="4050" b="1" strike="noStrike" kern="0" noProof="1" dirty="0">
              <a:solidFill>
                <a:schemeClr val="bg1"/>
              </a:solidFill>
              <a:latin typeface="Times New Roman" panose="02020603050405020304"/>
              <a:ea typeface="幼圆" panose="02010509060101010101" charset="-122"/>
            </a:endParaRPr>
          </a:p>
        </p:txBody>
      </p:sp>
      <p:sp>
        <p:nvSpPr>
          <p:cNvPr id="17" name="MH_SubTitle_3"/>
          <p:cNvSpPr/>
          <p:nvPr/>
        </p:nvSpPr>
        <p:spPr>
          <a:xfrm>
            <a:off x="2816225" y="3503613"/>
            <a:ext cx="1700213" cy="1695450"/>
          </a:xfrm>
          <a:custGeom>
            <a:avLst/>
            <a:gdLst>
              <a:gd name="connsiteX0" fmla="*/ 713460 w 1426918"/>
              <a:gd name="connsiteY0" fmla="*/ 0 h 1426918"/>
              <a:gd name="connsiteX1" fmla="*/ 1426918 w 1426918"/>
              <a:gd name="connsiteY1" fmla="*/ 0 h 1426918"/>
              <a:gd name="connsiteX2" fmla="*/ 1426918 w 1426918"/>
              <a:gd name="connsiteY2" fmla="*/ 713459 h 1426918"/>
              <a:gd name="connsiteX3" fmla="*/ 713459 w 1426918"/>
              <a:gd name="connsiteY3" fmla="*/ 1426918 h 1426918"/>
              <a:gd name="connsiteX4" fmla="*/ 0 w 1426918"/>
              <a:gd name="connsiteY4" fmla="*/ 713459 h 1426918"/>
              <a:gd name="connsiteX5" fmla="*/ 1 w 1426918"/>
              <a:gd name="connsiteY5" fmla="*/ 713459 h 1426918"/>
              <a:gd name="connsiteX6" fmla="*/ 713460 w 1426918"/>
              <a:gd name="connsiteY6" fmla="*/ 0 h 142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6918" h="1426918">
                <a:moveTo>
                  <a:pt x="713460" y="0"/>
                </a:moveTo>
                <a:lnTo>
                  <a:pt x="1426918" y="0"/>
                </a:lnTo>
                <a:lnTo>
                  <a:pt x="1426918" y="713459"/>
                </a:lnTo>
                <a:cubicBezTo>
                  <a:pt x="1426918" y="1107492"/>
                  <a:pt x="1107492" y="1426918"/>
                  <a:pt x="713459" y="1426918"/>
                </a:cubicBezTo>
                <a:cubicBezTo>
                  <a:pt x="319426" y="1426918"/>
                  <a:pt x="0" y="1107492"/>
                  <a:pt x="0" y="713459"/>
                </a:cubicBezTo>
                <a:lnTo>
                  <a:pt x="1" y="713459"/>
                </a:lnTo>
                <a:cubicBezTo>
                  <a:pt x="1" y="319426"/>
                  <a:pt x="319427" y="0"/>
                  <a:pt x="713460" y="0"/>
                </a:cubicBezTo>
                <a:close/>
              </a:path>
            </a:pathLst>
          </a:custGeom>
          <a:solidFill>
            <a:srgbClr val="BADA5C"/>
          </a:solidFill>
          <a:ln w="12700" cap="flat" cmpd="sng" algn="ctr">
            <a:noFill/>
            <a:prstDash val="solid"/>
            <a:miter lim="800000"/>
          </a:ln>
          <a:effectLst/>
        </p:spPr>
        <p:txBody>
          <a:bodyPr anchor="ctr"/>
          <a:lstStyle/>
          <a:p>
            <a:pPr algn="ctr" defTabSz="685800" fontAlgn="base">
              <a:defRPr/>
            </a:pPr>
            <a:r>
              <a:rPr lang="en-US" altLang="zh-CN" sz="4050" b="1" strike="noStrike" kern="0" noProof="1" dirty="0">
                <a:solidFill>
                  <a:schemeClr val="bg1"/>
                </a:solidFill>
                <a:latin typeface="Times New Roman" panose="02020603050405020304"/>
                <a:ea typeface="幼圆" panose="02010509060101010101" charset="-122"/>
                <a:cs typeface="+mn-cs"/>
              </a:rPr>
              <a:t>Winding</a:t>
            </a:r>
            <a:endParaRPr lang="en-US" altLang="zh-CN" sz="4050" b="1" strike="noStrike" kern="0" noProof="1" dirty="0">
              <a:solidFill>
                <a:schemeClr val="bg1"/>
              </a:solidFill>
              <a:latin typeface="Times New Roman" panose="02020603050405020304"/>
              <a:ea typeface="幼圆" panose="02010509060101010101" charset="-122"/>
            </a:endParaRPr>
          </a:p>
        </p:txBody>
      </p:sp>
      <p:sp>
        <p:nvSpPr>
          <p:cNvPr id="18" name="MH_SubTitle_4"/>
          <p:cNvSpPr/>
          <p:nvPr/>
        </p:nvSpPr>
        <p:spPr>
          <a:xfrm>
            <a:off x="4516438" y="3503613"/>
            <a:ext cx="1700213" cy="1695450"/>
          </a:xfrm>
          <a:custGeom>
            <a:avLst/>
            <a:gdLst>
              <a:gd name="connsiteX0" fmla="*/ 0 w 1426918"/>
              <a:gd name="connsiteY0" fmla="*/ 0 h 1426918"/>
              <a:gd name="connsiteX1" fmla="*/ 713459 w 1426918"/>
              <a:gd name="connsiteY1" fmla="*/ 0 h 1426918"/>
              <a:gd name="connsiteX2" fmla="*/ 1426918 w 1426918"/>
              <a:gd name="connsiteY2" fmla="*/ 713459 h 1426918"/>
              <a:gd name="connsiteX3" fmla="*/ 713459 w 1426918"/>
              <a:gd name="connsiteY3" fmla="*/ 1426918 h 1426918"/>
              <a:gd name="connsiteX4" fmla="*/ 713459 w 1426918"/>
              <a:gd name="connsiteY4" fmla="*/ 1426917 h 1426918"/>
              <a:gd name="connsiteX5" fmla="*/ 0 w 1426918"/>
              <a:gd name="connsiteY5" fmla="*/ 713458 h 142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6918" h="1426918">
                <a:moveTo>
                  <a:pt x="0" y="0"/>
                </a:moveTo>
                <a:lnTo>
                  <a:pt x="713459" y="0"/>
                </a:lnTo>
                <a:cubicBezTo>
                  <a:pt x="1107492" y="0"/>
                  <a:pt x="1426918" y="319426"/>
                  <a:pt x="1426918" y="713459"/>
                </a:cubicBezTo>
                <a:cubicBezTo>
                  <a:pt x="1426918" y="1107492"/>
                  <a:pt x="1107492" y="1426918"/>
                  <a:pt x="713459" y="1426918"/>
                </a:cubicBezTo>
                <a:lnTo>
                  <a:pt x="713459" y="1426917"/>
                </a:lnTo>
                <a:cubicBezTo>
                  <a:pt x="319426" y="1426917"/>
                  <a:pt x="0" y="1107491"/>
                  <a:pt x="0" y="713458"/>
                </a:cubicBezTo>
                <a:close/>
              </a:path>
            </a:pathLst>
          </a:custGeom>
          <a:solidFill>
            <a:srgbClr val="578B18"/>
          </a:solidFill>
          <a:ln w="12700" cap="flat" cmpd="sng" algn="ctr">
            <a:noFill/>
            <a:prstDash val="solid"/>
            <a:miter lim="800000"/>
          </a:ln>
          <a:effectLst/>
        </p:spPr>
        <p:txBody>
          <a:bodyPr anchor="ctr"/>
          <a:lstStyle/>
          <a:p>
            <a:pPr algn="ctr" defTabSz="685800" fontAlgn="base">
              <a:defRPr/>
            </a:pPr>
            <a:r>
              <a:rPr lang="en-US" altLang="zh-CN" sz="4050" b="1" strike="noStrike" kern="0" noProof="1" dirty="0">
                <a:solidFill>
                  <a:schemeClr val="bg1"/>
                </a:solidFill>
                <a:latin typeface="Times New Roman" panose="02020603050405020304"/>
                <a:ea typeface="幼圆" panose="02010509060101010101" charset="-122"/>
                <a:cs typeface="+mn-cs"/>
              </a:rPr>
              <a:t>Radiator</a:t>
            </a:r>
            <a:endParaRPr lang="en-US" altLang="zh-CN" sz="4050" b="1" strike="noStrike" kern="0" noProof="1" dirty="0">
              <a:solidFill>
                <a:schemeClr val="bg1"/>
              </a:solidFill>
              <a:latin typeface="Times New Roman" panose="02020603050405020304"/>
              <a:ea typeface="幼圆" panose="02010509060101010101" charset="-122"/>
            </a:endParaRPr>
          </a:p>
        </p:txBody>
      </p:sp>
      <p:grpSp>
        <p:nvGrpSpPr>
          <p:cNvPr id="50181" name="组合 13"/>
          <p:cNvGrpSpPr/>
          <p:nvPr/>
        </p:nvGrpSpPr>
        <p:grpSpPr>
          <a:xfrm>
            <a:off x="260350" y="1952625"/>
            <a:ext cx="2457450" cy="1565275"/>
            <a:chOff x="260999" y="1969293"/>
            <a:chExt cx="2456146" cy="1564840"/>
          </a:xfrm>
        </p:grpSpPr>
        <p:sp>
          <p:nvSpPr>
            <p:cNvPr id="50182" name="文本框 9"/>
            <p:cNvSpPr txBox="1"/>
            <p:nvPr/>
          </p:nvSpPr>
          <p:spPr>
            <a:xfrm>
              <a:off x="260999" y="2365733"/>
              <a:ext cx="2456146" cy="1168400"/>
            </a:xfrm>
            <a:prstGeom prst="rect">
              <a:avLst/>
            </a:prstGeom>
            <a:noFill/>
            <a:ln w="9525">
              <a:noFill/>
            </a:ln>
          </p:spPr>
          <p:txBody>
            <a:bodyPr wrap="square" anchor="t" anchorCtr="0">
              <a:spAutoFit/>
            </a:bodyPr>
            <a:p>
              <a:pPr algn="r"/>
              <a:r>
                <a:rPr lang="zh-CN" altLang="zh-CN" sz="1400" dirty="0">
                  <a:latin typeface="微软雅黑" panose="020B0503020204020204" charset="-122"/>
                  <a:ea typeface="微软雅黑" panose="020B0503020204020204" charset="-122"/>
                  <a:sym typeface="黑体" panose="02010609060101010101" charset="-122"/>
                </a:rPr>
                <a:t>装绕组、铁芯绝缘油。即油浸式变压器的外壳，用于散热，保护器身（变压器的器身放在油箱内），箱中有用来绝缘的变压器油。</a:t>
              </a:r>
              <a:endParaRPr lang="zh-CN" altLang="zh-CN" sz="1400" dirty="0">
                <a:latin typeface="微软雅黑" panose="020B0503020204020204" charset="-122"/>
                <a:ea typeface="微软雅黑" panose="020B0503020204020204" charset="-122"/>
                <a:sym typeface="黑体" panose="02010609060101010101" charset="-122"/>
              </a:endParaRPr>
            </a:p>
          </p:txBody>
        </p:sp>
        <p:sp>
          <p:nvSpPr>
            <p:cNvPr id="50183" name="文本框 10"/>
            <p:cNvSpPr txBox="1"/>
            <p:nvPr/>
          </p:nvSpPr>
          <p:spPr>
            <a:xfrm>
              <a:off x="1496693" y="1969293"/>
              <a:ext cx="1220452" cy="337185"/>
            </a:xfrm>
            <a:prstGeom prst="rect">
              <a:avLst/>
            </a:prstGeom>
            <a:noFill/>
            <a:ln w="9525">
              <a:noFill/>
            </a:ln>
          </p:spPr>
          <p:txBody>
            <a:bodyPr wrap="square" anchor="t" anchorCtr="0">
              <a:spAutoFit/>
            </a:bodyPr>
            <a:p>
              <a:pPr algn="r"/>
              <a:r>
                <a:rPr lang="zh-CN" altLang="da-DK" sz="1600" b="1" dirty="0">
                  <a:latin typeface="微软雅黑" panose="020B0503020204020204" charset="-122"/>
                  <a:ea typeface="微软雅黑" panose="020B0503020204020204" charset="-122"/>
                </a:rPr>
                <a:t>油箱</a:t>
              </a:r>
              <a:endParaRPr lang="zh-CN" altLang="da-DK" sz="1600" b="1" dirty="0">
                <a:latin typeface="微软雅黑" panose="020B0503020204020204" charset="-122"/>
                <a:ea typeface="微软雅黑" panose="020B0503020204020204" charset="-122"/>
              </a:endParaRPr>
            </a:p>
          </p:txBody>
        </p:sp>
      </p:grpSp>
      <p:grpSp>
        <p:nvGrpSpPr>
          <p:cNvPr id="50184" name="组合 12"/>
          <p:cNvGrpSpPr/>
          <p:nvPr/>
        </p:nvGrpSpPr>
        <p:grpSpPr>
          <a:xfrm>
            <a:off x="211138" y="4057650"/>
            <a:ext cx="2506662" cy="1565275"/>
            <a:chOff x="211592" y="4074710"/>
            <a:chExt cx="2505553" cy="1565366"/>
          </a:xfrm>
        </p:grpSpPr>
        <p:sp>
          <p:nvSpPr>
            <p:cNvPr id="50185" name="文本框 4"/>
            <p:cNvSpPr txBox="1"/>
            <p:nvPr/>
          </p:nvSpPr>
          <p:spPr>
            <a:xfrm>
              <a:off x="211592" y="4471676"/>
              <a:ext cx="2505553" cy="1168400"/>
            </a:xfrm>
            <a:prstGeom prst="rect">
              <a:avLst/>
            </a:prstGeom>
            <a:noFill/>
            <a:ln w="9525">
              <a:noFill/>
            </a:ln>
          </p:spPr>
          <p:txBody>
            <a:bodyPr wrap="square" anchor="t" anchorCtr="0">
              <a:spAutoFit/>
            </a:bodyPr>
            <a:p>
              <a:pPr algn="r"/>
              <a:r>
                <a:rPr lang="zh-CN" altLang="zh-CN" sz="1400" dirty="0">
                  <a:latin typeface="微软雅黑" panose="020B0503020204020204" charset="-122"/>
                  <a:ea typeface="微软雅黑" panose="020B0503020204020204" charset="-122"/>
                  <a:sym typeface="黑体" panose="02010609060101010101" charset="-122"/>
                </a:rPr>
                <a:t>绕组产生磁通，感应磁通产生电流。绕组是变压器的电路部分，</a:t>
              </a:r>
              <a:r>
                <a:rPr lang="zh-CN" altLang="zh-CN" sz="1400" dirty="0">
                  <a:solidFill>
                    <a:srgbClr val="FF0000"/>
                  </a:solidFill>
                  <a:latin typeface="微软雅黑" panose="020B0503020204020204" charset="-122"/>
                  <a:ea typeface="微软雅黑" panose="020B0503020204020204" charset="-122"/>
                  <a:sym typeface="黑体" panose="02010609060101010101" charset="-122"/>
                </a:rPr>
                <a:t>用绝缘铜线或铝线绕制而成 。</a:t>
              </a:r>
              <a:r>
                <a:rPr lang="zh-CN" altLang="zh-CN" sz="1400" dirty="0">
                  <a:latin typeface="微软雅黑" panose="020B0503020204020204" charset="-122"/>
                  <a:ea typeface="微软雅黑" panose="020B0503020204020204" charset="-122"/>
                  <a:sym typeface="黑体" panose="02010609060101010101" charset="-122"/>
                </a:rPr>
                <a:t>绕组的作用是电流的载体，产生磁通和感应电动势。</a:t>
              </a:r>
              <a:endParaRPr lang="zh-CN" altLang="zh-CN" sz="1400" dirty="0">
                <a:latin typeface="微软雅黑" panose="020B0503020204020204" charset="-122"/>
                <a:ea typeface="微软雅黑" panose="020B0503020204020204" charset="-122"/>
                <a:sym typeface="黑体" panose="02010609060101010101" charset="-122"/>
              </a:endParaRPr>
            </a:p>
          </p:txBody>
        </p:sp>
        <p:sp>
          <p:nvSpPr>
            <p:cNvPr id="50186" name="文本框 2"/>
            <p:cNvSpPr txBox="1"/>
            <p:nvPr/>
          </p:nvSpPr>
          <p:spPr>
            <a:xfrm>
              <a:off x="1600237" y="4074710"/>
              <a:ext cx="1116908" cy="337185"/>
            </a:xfrm>
            <a:prstGeom prst="rect">
              <a:avLst/>
            </a:prstGeom>
            <a:noFill/>
            <a:ln w="9525">
              <a:noFill/>
            </a:ln>
          </p:spPr>
          <p:txBody>
            <a:bodyPr wrap="square" anchor="t" anchorCtr="0">
              <a:spAutoFit/>
            </a:bodyPr>
            <a:p>
              <a:pPr algn="r"/>
              <a:r>
                <a:rPr lang="zh-CN" altLang="da-DK" sz="1600" b="1" dirty="0">
                  <a:latin typeface="微软雅黑" panose="020B0503020204020204" charset="-122"/>
                  <a:ea typeface="微软雅黑" panose="020B0503020204020204" charset="-122"/>
                </a:rPr>
                <a:t>绕组</a:t>
              </a:r>
              <a:endParaRPr lang="zh-CN" altLang="da-DK" sz="1600" b="1" dirty="0">
                <a:latin typeface="微软雅黑" panose="020B0503020204020204" charset="-122"/>
                <a:ea typeface="微软雅黑" panose="020B0503020204020204" charset="-122"/>
              </a:endParaRPr>
            </a:p>
          </p:txBody>
        </p:sp>
      </p:grpSp>
      <p:sp>
        <p:nvSpPr>
          <p:cNvPr id="50187" name="文本框 18"/>
          <p:cNvSpPr txBox="1"/>
          <p:nvPr>
            <p:custDataLst>
              <p:tags r:id="rId1"/>
            </p:custDataLst>
          </p:nvPr>
        </p:nvSpPr>
        <p:spPr>
          <a:xfrm>
            <a:off x="273050" y="228600"/>
            <a:ext cx="3016250" cy="460375"/>
          </a:xfrm>
          <a:prstGeom prst="rect">
            <a:avLst/>
          </a:prstGeom>
          <a:noFill/>
          <a:ln w="9525">
            <a:noFill/>
          </a:ln>
        </p:spPr>
        <p:txBody>
          <a:bodyPr wrap="square" anchor="t" anchorCtr="0">
            <a:spAutoFit/>
          </a:bodyPr>
          <a:p>
            <a:r>
              <a:rPr lang="zh-CN" altLang="en-US" sz="2400" b="1" dirty="0">
                <a:latin typeface="微软雅黑" panose="020B0503020204020204" charset="-122"/>
                <a:ea typeface="微软雅黑" panose="020B0503020204020204" charset="-122"/>
                <a:sym typeface="黑体" panose="02010609060101010101" charset="-122"/>
              </a:rPr>
              <a:t>变压器组成</a:t>
            </a:r>
            <a:endParaRPr lang="zh-CN" altLang="en-US"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20" name="矩形 19"/>
          <p:cNvSpPr/>
          <p:nvPr>
            <p:custDataLst>
              <p:tags r:id="rId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21" name="矩形 20"/>
          <p:cNvSpPr/>
          <p:nvPr>
            <p:custDataLst>
              <p:tags r:id="rId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grpSp>
        <p:nvGrpSpPr>
          <p:cNvPr id="50190" name="组合 8"/>
          <p:cNvGrpSpPr/>
          <p:nvPr/>
        </p:nvGrpSpPr>
        <p:grpSpPr>
          <a:xfrm>
            <a:off x="6215063" y="1952625"/>
            <a:ext cx="2455862" cy="2641600"/>
            <a:chOff x="6214511" y="1936333"/>
            <a:chExt cx="2456146" cy="2641970"/>
          </a:xfrm>
        </p:grpSpPr>
        <p:sp>
          <p:nvSpPr>
            <p:cNvPr id="50191" name="文本框 21"/>
            <p:cNvSpPr txBox="1"/>
            <p:nvPr/>
          </p:nvSpPr>
          <p:spPr>
            <a:xfrm>
              <a:off x="6214511" y="2332773"/>
              <a:ext cx="2456146" cy="2245530"/>
            </a:xfrm>
            <a:prstGeom prst="rect">
              <a:avLst/>
            </a:prstGeom>
            <a:noFill/>
            <a:ln w="9525">
              <a:noFill/>
            </a:ln>
          </p:spPr>
          <p:txBody>
            <a:bodyPr wrap="square" anchor="t" anchorCtr="0">
              <a:spAutoFit/>
            </a:bodyPr>
            <a:p>
              <a:r>
                <a:rPr lang="zh-CN" altLang="zh-CN" sz="1400" dirty="0">
                  <a:latin typeface="微软雅黑" panose="020B0503020204020204" charset="-122"/>
                  <a:ea typeface="微软雅黑" panose="020B0503020204020204" charset="-122"/>
                  <a:sym typeface="黑体" panose="02010609060101010101" charset="-122"/>
                </a:rPr>
                <a:t>铁心是变压器磁路的主体，铁心分为铁心柱和铁轭，铁心柱上套装绕组，铁轭的作用是使磁路闭合。为减少铁心内的磁滞损耗和涡流损耗，提高铁心导磁能力，铁心采用含硅量约为5%，厚度为0.35mm或0.5mm，</a:t>
              </a:r>
              <a:r>
                <a:rPr lang="zh-CN" altLang="zh-CN" sz="1400" dirty="0">
                  <a:solidFill>
                    <a:srgbClr val="FF0000"/>
                  </a:solidFill>
                  <a:latin typeface="微软雅黑" panose="020B0503020204020204" charset="-122"/>
                  <a:ea typeface="微软雅黑" panose="020B0503020204020204" charset="-122"/>
                  <a:sym typeface="黑体" panose="02010609060101010101" charset="-122"/>
                </a:rPr>
                <a:t>两面涂绝缘漆或氧化处理的硅钢片叠装而成。非晶合金</a:t>
              </a:r>
              <a:endParaRPr lang="zh-CN" altLang="zh-CN" sz="1400" dirty="0">
                <a:solidFill>
                  <a:srgbClr val="FF0000"/>
                </a:solidFill>
                <a:latin typeface="微软雅黑" panose="020B0503020204020204" charset="-122"/>
                <a:ea typeface="微软雅黑" panose="020B0503020204020204" charset="-122"/>
                <a:sym typeface="黑体" panose="02010609060101010101" charset="-122"/>
              </a:endParaRPr>
            </a:p>
          </p:txBody>
        </p:sp>
        <p:sp>
          <p:nvSpPr>
            <p:cNvPr id="50192" name="文本框 22"/>
            <p:cNvSpPr txBox="1"/>
            <p:nvPr/>
          </p:nvSpPr>
          <p:spPr>
            <a:xfrm>
              <a:off x="6214511" y="1936333"/>
              <a:ext cx="1220452" cy="337185"/>
            </a:xfrm>
            <a:prstGeom prst="rect">
              <a:avLst/>
            </a:prstGeom>
            <a:noFill/>
            <a:ln w="9525">
              <a:noFill/>
            </a:ln>
          </p:spPr>
          <p:txBody>
            <a:bodyPr wrap="square" anchor="t" anchorCtr="0">
              <a:spAutoFit/>
            </a:bodyPr>
            <a:p>
              <a:r>
                <a:rPr lang="zh-CN" altLang="da-DK" sz="1600" b="1" dirty="0">
                  <a:latin typeface="微软雅黑" panose="020B0503020204020204" charset="-122"/>
                  <a:ea typeface="微软雅黑" panose="020B0503020204020204" charset="-122"/>
                </a:rPr>
                <a:t>铁芯</a:t>
              </a:r>
              <a:endParaRPr lang="zh-CN" altLang="da-DK" sz="1600" b="1" dirty="0">
                <a:latin typeface="微软雅黑" panose="020B0503020204020204" charset="-122"/>
                <a:ea typeface="微软雅黑" panose="020B0503020204020204" charset="-122"/>
              </a:endParaRPr>
            </a:p>
          </p:txBody>
        </p:sp>
      </p:grpSp>
      <p:grpSp>
        <p:nvGrpSpPr>
          <p:cNvPr id="50193" name="组合 11"/>
          <p:cNvGrpSpPr/>
          <p:nvPr/>
        </p:nvGrpSpPr>
        <p:grpSpPr>
          <a:xfrm>
            <a:off x="6265863" y="4860925"/>
            <a:ext cx="2506662" cy="704850"/>
            <a:chOff x="6214511" y="4041750"/>
            <a:chExt cx="2505553" cy="703671"/>
          </a:xfrm>
        </p:grpSpPr>
        <p:sp>
          <p:nvSpPr>
            <p:cNvPr id="50194" name="文本框 23"/>
            <p:cNvSpPr txBox="1"/>
            <p:nvPr/>
          </p:nvSpPr>
          <p:spPr>
            <a:xfrm>
              <a:off x="6214511" y="4438716"/>
              <a:ext cx="2505553" cy="306705"/>
            </a:xfrm>
            <a:prstGeom prst="rect">
              <a:avLst/>
            </a:prstGeom>
            <a:noFill/>
            <a:ln w="9525">
              <a:noFill/>
            </a:ln>
          </p:spPr>
          <p:txBody>
            <a:bodyPr wrap="square" anchor="t" anchorCtr="0">
              <a:spAutoFit/>
            </a:bodyPr>
            <a:p>
              <a:r>
                <a:rPr lang="zh-CN" altLang="zh-CN" sz="1400" dirty="0">
                  <a:latin typeface="微软雅黑" panose="020B0503020204020204" charset="-122"/>
                  <a:ea typeface="微软雅黑" panose="020B0503020204020204" charset="-122"/>
                  <a:sym typeface="黑体" panose="02010609060101010101" charset="-122"/>
                </a:rPr>
                <a:t>加快散发变电产生的热量。</a:t>
              </a:r>
              <a:endParaRPr lang="zh-CN" altLang="zh-CN" sz="1400" dirty="0">
                <a:latin typeface="微软雅黑" panose="020B0503020204020204" charset="-122"/>
                <a:ea typeface="微软雅黑" panose="020B0503020204020204" charset="-122"/>
                <a:sym typeface="黑体" panose="02010609060101010101" charset="-122"/>
              </a:endParaRPr>
            </a:p>
          </p:txBody>
        </p:sp>
        <p:sp>
          <p:nvSpPr>
            <p:cNvPr id="50195" name="文本框 24"/>
            <p:cNvSpPr txBox="1"/>
            <p:nvPr/>
          </p:nvSpPr>
          <p:spPr>
            <a:xfrm>
              <a:off x="6214511" y="4041750"/>
              <a:ext cx="1116908" cy="337185"/>
            </a:xfrm>
            <a:prstGeom prst="rect">
              <a:avLst/>
            </a:prstGeom>
            <a:noFill/>
            <a:ln w="9525">
              <a:noFill/>
            </a:ln>
          </p:spPr>
          <p:txBody>
            <a:bodyPr wrap="square" anchor="t" anchorCtr="0">
              <a:spAutoFit/>
            </a:bodyPr>
            <a:p>
              <a:r>
                <a:rPr lang="zh-CN" altLang="da-DK" sz="1600" b="1" dirty="0">
                  <a:latin typeface="微软雅黑" panose="020B0503020204020204" charset="-122"/>
                  <a:ea typeface="微软雅黑" panose="020B0503020204020204" charset="-122"/>
                </a:rPr>
                <a:t>散热器</a:t>
              </a:r>
              <a:endParaRPr lang="zh-CN" altLang="da-DK" sz="1600" b="1" dirty="0">
                <a:latin typeface="微软雅黑" panose="020B0503020204020204" charset="-122"/>
                <a:ea typeface="微软雅黑" panose="020B0503020204020204" charset="-122"/>
              </a:endParaRPr>
            </a:p>
          </p:txBody>
        </p:sp>
      </p:grpSp>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MH_SubTitle_1"/>
          <p:cNvSpPr/>
          <p:nvPr/>
        </p:nvSpPr>
        <p:spPr>
          <a:xfrm>
            <a:off x="2816225" y="1808163"/>
            <a:ext cx="1700213" cy="1695450"/>
          </a:xfrm>
          <a:custGeom>
            <a:avLst/>
            <a:gdLst>
              <a:gd name="txL" fmla="*/ 0 w 1426918"/>
              <a:gd name="txT" fmla="*/ 0 h 1426918"/>
              <a:gd name="txR" fmla="*/ 1426918 w 1426918"/>
              <a:gd name="txB" fmla="*/ 1426918 h 1426918"/>
            </a:gdLst>
            <a:ahLst/>
            <a:cxnLst>
              <a:cxn ang="0">
                <a:pos x="850106" y="0"/>
              </a:cxn>
              <a:cxn ang="0">
                <a:pos x="850106" y="1"/>
              </a:cxn>
              <a:cxn ang="0">
                <a:pos x="1700212" y="847726"/>
              </a:cxn>
              <a:cxn ang="0">
                <a:pos x="1700212" y="1695450"/>
              </a:cxn>
              <a:cxn ang="0">
                <a:pos x="850106" y="1695450"/>
              </a:cxn>
              <a:cxn ang="0">
                <a:pos x="0" y="847725"/>
              </a:cxn>
              <a:cxn ang="0">
                <a:pos x="850106" y="0"/>
              </a:cxn>
            </a:cxnLst>
            <a:rect l="txL" t="txT" r="txR" b="txB"/>
            <a:pathLst>
              <a:path w="1426918" h="1426918">
                <a:moveTo>
                  <a:pt x="713459" y="0"/>
                </a:moveTo>
                <a:lnTo>
                  <a:pt x="713459" y="1"/>
                </a:lnTo>
                <a:cubicBezTo>
                  <a:pt x="1107492" y="1"/>
                  <a:pt x="1426918" y="319427"/>
                  <a:pt x="1426918" y="713460"/>
                </a:cubicBezTo>
                <a:lnTo>
                  <a:pt x="1426918" y="1426918"/>
                </a:lnTo>
                <a:lnTo>
                  <a:pt x="713459" y="1426918"/>
                </a:lnTo>
                <a:cubicBezTo>
                  <a:pt x="319426" y="1426918"/>
                  <a:pt x="0" y="1107492"/>
                  <a:pt x="0" y="713459"/>
                </a:cubicBezTo>
                <a:cubicBezTo>
                  <a:pt x="0" y="319426"/>
                  <a:pt x="319426" y="0"/>
                  <a:pt x="713459" y="0"/>
                </a:cubicBezTo>
                <a:close/>
              </a:path>
            </a:pathLst>
          </a:custGeom>
          <a:solidFill>
            <a:srgbClr val="578B18"/>
          </a:solidFill>
          <a:ln w="12700">
            <a:noFill/>
          </a:ln>
        </p:spPr>
        <p:txBody>
          <a:bodyPr anchor="ctr" anchorCtr="0"/>
          <a:p>
            <a:pPr algn="ctr" defTabSz="685800"/>
            <a:r>
              <a:rPr lang="en-US" altLang="zh-CN" sz="2400" b="1" dirty="0">
                <a:solidFill>
                  <a:schemeClr val="bg1"/>
                </a:solidFill>
                <a:latin typeface="Times New Roman" panose="02020603050405020304"/>
                <a:ea typeface="幼圆" panose="02010509060101010101" charset="-122"/>
              </a:rPr>
              <a:t>Conser-vator</a:t>
            </a:r>
            <a:endParaRPr lang="en-US" altLang="zh-CN" sz="2400" b="1" dirty="0">
              <a:solidFill>
                <a:schemeClr val="bg1"/>
              </a:solidFill>
              <a:latin typeface="Times New Roman" panose="02020603050405020304"/>
              <a:ea typeface="幼圆" panose="02010509060101010101" charset="-122"/>
            </a:endParaRPr>
          </a:p>
        </p:txBody>
      </p:sp>
      <p:sp>
        <p:nvSpPr>
          <p:cNvPr id="51202" name="MH_SubTitle_2"/>
          <p:cNvSpPr/>
          <p:nvPr/>
        </p:nvSpPr>
        <p:spPr>
          <a:xfrm>
            <a:off x="4513263" y="1808163"/>
            <a:ext cx="1701800" cy="1695450"/>
          </a:xfrm>
          <a:custGeom>
            <a:avLst/>
            <a:gdLst>
              <a:gd name="txL" fmla="*/ 0 w 1426918"/>
              <a:gd name="txT" fmla="*/ 0 h 1426918"/>
              <a:gd name="txR" fmla="*/ 1426918 w 1426918"/>
              <a:gd name="txB" fmla="*/ 1426918 h 1426918"/>
            </a:gdLst>
            <a:ahLst/>
            <a:cxnLst>
              <a:cxn ang="0">
                <a:pos x="850900" y="0"/>
              </a:cxn>
              <a:cxn ang="0">
                <a:pos x="1701800" y="847725"/>
              </a:cxn>
              <a:cxn ang="0">
                <a:pos x="1701798" y="847725"/>
              </a:cxn>
              <a:cxn ang="0">
                <a:pos x="850898" y="1695450"/>
              </a:cxn>
              <a:cxn ang="0">
                <a:pos x="0" y="1695450"/>
              </a:cxn>
              <a:cxn ang="0">
                <a:pos x="0" y="847725"/>
              </a:cxn>
              <a:cxn ang="0">
                <a:pos x="850900" y="0"/>
              </a:cxn>
            </a:cxnLst>
            <a:rect l="txL" t="txT" r="txR" b="txB"/>
            <a:pathLst>
              <a:path w="1426918" h="1426918">
                <a:moveTo>
                  <a:pt x="713459" y="0"/>
                </a:moveTo>
                <a:cubicBezTo>
                  <a:pt x="1107492" y="0"/>
                  <a:pt x="1426918" y="319426"/>
                  <a:pt x="1426918" y="713459"/>
                </a:cubicBezTo>
                <a:lnTo>
                  <a:pt x="1426917" y="713459"/>
                </a:lnTo>
                <a:cubicBezTo>
                  <a:pt x="1426917" y="1107492"/>
                  <a:pt x="1107491" y="1426918"/>
                  <a:pt x="713458" y="1426918"/>
                </a:cubicBezTo>
                <a:lnTo>
                  <a:pt x="0" y="1426918"/>
                </a:lnTo>
                <a:lnTo>
                  <a:pt x="0" y="713459"/>
                </a:lnTo>
                <a:cubicBezTo>
                  <a:pt x="0" y="319426"/>
                  <a:pt x="319426" y="0"/>
                  <a:pt x="713459" y="0"/>
                </a:cubicBezTo>
                <a:close/>
              </a:path>
            </a:pathLst>
          </a:custGeom>
          <a:solidFill>
            <a:srgbClr val="BADA5C"/>
          </a:solidFill>
          <a:ln w="12700">
            <a:noFill/>
          </a:ln>
        </p:spPr>
        <p:txBody>
          <a:bodyPr anchor="ctr" anchorCtr="0"/>
          <a:p>
            <a:pPr algn="ctr" defTabSz="685800"/>
            <a:r>
              <a:rPr lang="en-US" altLang="zh-CN" sz="2400" b="1" dirty="0">
                <a:solidFill>
                  <a:schemeClr val="bg1"/>
                </a:solidFill>
                <a:latin typeface="Times New Roman" panose="02020603050405020304"/>
                <a:ea typeface="幼圆" panose="02010509060101010101" charset="-122"/>
              </a:rPr>
              <a:t>Insulation Bushing</a:t>
            </a:r>
            <a:endParaRPr lang="en-US" altLang="zh-CN" sz="2400" b="1" dirty="0">
              <a:solidFill>
                <a:schemeClr val="bg1"/>
              </a:solidFill>
              <a:latin typeface="Times New Roman" panose="02020603050405020304"/>
              <a:ea typeface="幼圆" panose="02010509060101010101" charset="-122"/>
            </a:endParaRPr>
          </a:p>
        </p:txBody>
      </p:sp>
      <p:sp>
        <p:nvSpPr>
          <p:cNvPr id="51203" name="MH_SubTitle_3"/>
          <p:cNvSpPr/>
          <p:nvPr/>
        </p:nvSpPr>
        <p:spPr>
          <a:xfrm>
            <a:off x="2816225" y="3503613"/>
            <a:ext cx="1700213" cy="1695450"/>
          </a:xfrm>
          <a:custGeom>
            <a:avLst/>
            <a:gdLst>
              <a:gd name="txL" fmla="*/ 0 w 1426918"/>
              <a:gd name="txT" fmla="*/ 0 h 1426918"/>
              <a:gd name="txR" fmla="*/ 1426918 w 1426918"/>
              <a:gd name="txB" fmla="*/ 1426918 h 1426918"/>
            </a:gdLst>
            <a:ahLst/>
            <a:cxnLst>
              <a:cxn ang="0">
                <a:pos x="850107" y="0"/>
              </a:cxn>
              <a:cxn ang="0">
                <a:pos x="1700212" y="0"/>
              </a:cxn>
              <a:cxn ang="0">
                <a:pos x="1700212" y="847725"/>
              </a:cxn>
              <a:cxn ang="0">
                <a:pos x="850106" y="1695450"/>
              </a:cxn>
              <a:cxn ang="0">
                <a:pos x="0" y="847725"/>
              </a:cxn>
              <a:cxn ang="0">
                <a:pos x="1" y="847725"/>
              </a:cxn>
              <a:cxn ang="0">
                <a:pos x="850107" y="0"/>
              </a:cxn>
            </a:cxnLst>
            <a:rect l="txL" t="txT" r="txR" b="txB"/>
            <a:pathLst>
              <a:path w="1426918" h="1426918">
                <a:moveTo>
                  <a:pt x="713460" y="0"/>
                </a:moveTo>
                <a:lnTo>
                  <a:pt x="1426918" y="0"/>
                </a:lnTo>
                <a:lnTo>
                  <a:pt x="1426918" y="713459"/>
                </a:lnTo>
                <a:cubicBezTo>
                  <a:pt x="1426918" y="1107492"/>
                  <a:pt x="1107492" y="1426918"/>
                  <a:pt x="713459" y="1426918"/>
                </a:cubicBezTo>
                <a:cubicBezTo>
                  <a:pt x="319426" y="1426918"/>
                  <a:pt x="0" y="1107492"/>
                  <a:pt x="0" y="713459"/>
                </a:cubicBezTo>
                <a:lnTo>
                  <a:pt x="1" y="713459"/>
                </a:lnTo>
                <a:cubicBezTo>
                  <a:pt x="1" y="319426"/>
                  <a:pt x="319427" y="0"/>
                  <a:pt x="713460" y="0"/>
                </a:cubicBezTo>
                <a:close/>
              </a:path>
            </a:pathLst>
          </a:custGeom>
          <a:solidFill>
            <a:srgbClr val="BADA5C"/>
          </a:solidFill>
          <a:ln w="12700">
            <a:noFill/>
          </a:ln>
        </p:spPr>
        <p:txBody>
          <a:bodyPr anchor="ctr" anchorCtr="0"/>
          <a:p>
            <a:pPr algn="ctr" defTabSz="685800"/>
            <a:r>
              <a:rPr lang="en-US" altLang="zh-CN" sz="2800" b="1" dirty="0">
                <a:solidFill>
                  <a:schemeClr val="bg1"/>
                </a:solidFill>
                <a:latin typeface="Times New Roman" panose="02020603050405020304"/>
                <a:ea typeface="幼圆" panose="02010509060101010101" charset="-122"/>
              </a:rPr>
              <a:t>Tap changer</a:t>
            </a:r>
            <a:endParaRPr lang="en-US" altLang="zh-CN" sz="2800" b="1" dirty="0">
              <a:solidFill>
                <a:schemeClr val="bg1"/>
              </a:solidFill>
              <a:latin typeface="Times New Roman" panose="02020603050405020304"/>
              <a:ea typeface="幼圆" panose="02010509060101010101" charset="-122"/>
            </a:endParaRPr>
          </a:p>
        </p:txBody>
      </p:sp>
      <p:sp>
        <p:nvSpPr>
          <p:cNvPr id="18" name="MH_SubTitle_4"/>
          <p:cNvSpPr/>
          <p:nvPr/>
        </p:nvSpPr>
        <p:spPr>
          <a:xfrm>
            <a:off x="4516438" y="3503613"/>
            <a:ext cx="1700213" cy="1695450"/>
          </a:xfrm>
          <a:custGeom>
            <a:avLst/>
            <a:gdLst>
              <a:gd name="connsiteX0" fmla="*/ 0 w 1426918"/>
              <a:gd name="connsiteY0" fmla="*/ 0 h 1426918"/>
              <a:gd name="connsiteX1" fmla="*/ 713459 w 1426918"/>
              <a:gd name="connsiteY1" fmla="*/ 0 h 1426918"/>
              <a:gd name="connsiteX2" fmla="*/ 1426918 w 1426918"/>
              <a:gd name="connsiteY2" fmla="*/ 713459 h 1426918"/>
              <a:gd name="connsiteX3" fmla="*/ 713459 w 1426918"/>
              <a:gd name="connsiteY3" fmla="*/ 1426918 h 1426918"/>
              <a:gd name="connsiteX4" fmla="*/ 713459 w 1426918"/>
              <a:gd name="connsiteY4" fmla="*/ 1426917 h 1426918"/>
              <a:gd name="connsiteX5" fmla="*/ 0 w 1426918"/>
              <a:gd name="connsiteY5" fmla="*/ 713458 h 142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6918" h="1426918">
                <a:moveTo>
                  <a:pt x="0" y="0"/>
                </a:moveTo>
                <a:lnTo>
                  <a:pt x="713459" y="0"/>
                </a:lnTo>
                <a:cubicBezTo>
                  <a:pt x="1107492" y="0"/>
                  <a:pt x="1426918" y="319426"/>
                  <a:pt x="1426918" y="713459"/>
                </a:cubicBezTo>
                <a:cubicBezTo>
                  <a:pt x="1426918" y="1107492"/>
                  <a:pt x="1107492" y="1426918"/>
                  <a:pt x="713459" y="1426918"/>
                </a:cubicBezTo>
                <a:lnTo>
                  <a:pt x="713459" y="1426917"/>
                </a:lnTo>
                <a:cubicBezTo>
                  <a:pt x="319426" y="1426917"/>
                  <a:pt x="0" y="1107491"/>
                  <a:pt x="0" y="713458"/>
                </a:cubicBezTo>
                <a:close/>
              </a:path>
            </a:pathLst>
          </a:custGeom>
          <a:solidFill>
            <a:srgbClr val="578B18"/>
          </a:solidFill>
          <a:ln w="12700" cap="flat" cmpd="sng" algn="ctr">
            <a:noFill/>
            <a:prstDash val="solid"/>
            <a:miter lim="800000"/>
          </a:ln>
          <a:effectLst/>
        </p:spPr>
        <p:txBody>
          <a:bodyPr anchor="ctr"/>
          <a:lstStyle/>
          <a:p>
            <a:pPr algn="ctr" defTabSz="685800" fontAlgn="base">
              <a:defRPr/>
            </a:pPr>
            <a:r>
              <a:rPr lang="en-US" altLang="zh-CN" sz="4050" b="1" strike="noStrike" kern="0" noProof="1" dirty="0">
                <a:solidFill>
                  <a:schemeClr val="bg1"/>
                </a:solidFill>
                <a:latin typeface="Times New Roman" panose="02020603050405020304"/>
                <a:ea typeface="幼圆" panose="02010509060101010101" charset="-122"/>
                <a:cs typeface="+mn-cs"/>
              </a:rPr>
              <a:t>Gas Relay</a:t>
            </a:r>
            <a:endParaRPr lang="en-US" altLang="zh-CN" sz="4050" b="1" strike="noStrike" kern="0" noProof="1" dirty="0">
              <a:solidFill>
                <a:schemeClr val="bg1"/>
              </a:solidFill>
              <a:latin typeface="Times New Roman" panose="02020603050405020304"/>
              <a:ea typeface="幼圆" panose="02010509060101010101" charset="-122"/>
            </a:endParaRPr>
          </a:p>
        </p:txBody>
      </p:sp>
      <p:grpSp>
        <p:nvGrpSpPr>
          <p:cNvPr id="51205" name="组合 13"/>
          <p:cNvGrpSpPr/>
          <p:nvPr/>
        </p:nvGrpSpPr>
        <p:grpSpPr>
          <a:xfrm>
            <a:off x="260350" y="1952625"/>
            <a:ext cx="2457450" cy="1133475"/>
            <a:chOff x="260999" y="1969293"/>
            <a:chExt cx="2456146" cy="1133675"/>
          </a:xfrm>
        </p:grpSpPr>
        <p:sp>
          <p:nvSpPr>
            <p:cNvPr id="51206" name="文本框 9"/>
            <p:cNvSpPr txBox="1"/>
            <p:nvPr/>
          </p:nvSpPr>
          <p:spPr>
            <a:xfrm>
              <a:off x="260999" y="2365733"/>
              <a:ext cx="2456146" cy="737235"/>
            </a:xfrm>
            <a:prstGeom prst="rect">
              <a:avLst/>
            </a:prstGeom>
            <a:noFill/>
            <a:ln w="9525">
              <a:noFill/>
            </a:ln>
          </p:spPr>
          <p:txBody>
            <a:bodyPr wrap="square" anchor="t" anchorCtr="0">
              <a:spAutoFit/>
            </a:bodyPr>
            <a:p>
              <a:pPr algn="r"/>
              <a:r>
                <a:rPr lang="zh-CN" altLang="zh-CN" sz="1400" dirty="0">
                  <a:latin typeface="微软雅黑" panose="020B0503020204020204" charset="-122"/>
                  <a:ea typeface="微软雅黑" panose="020B0503020204020204" charset="-122"/>
                  <a:sym typeface="黑体" panose="02010609060101010101" charset="-122"/>
                </a:rPr>
                <a:t>储油，与油箱相通保证油箱中绝缘油的充足。装在油箱上，使油箱内部与外界隔绝。</a:t>
              </a:r>
              <a:endParaRPr lang="zh-CN" altLang="zh-CN" sz="1400" dirty="0">
                <a:latin typeface="微软雅黑" panose="020B0503020204020204" charset="-122"/>
                <a:ea typeface="微软雅黑" panose="020B0503020204020204" charset="-122"/>
                <a:sym typeface="黑体" panose="02010609060101010101" charset="-122"/>
              </a:endParaRPr>
            </a:p>
          </p:txBody>
        </p:sp>
        <p:sp>
          <p:nvSpPr>
            <p:cNvPr id="51207" name="文本框 10"/>
            <p:cNvSpPr txBox="1"/>
            <p:nvPr/>
          </p:nvSpPr>
          <p:spPr>
            <a:xfrm>
              <a:off x="1496693" y="1969293"/>
              <a:ext cx="1220452" cy="337185"/>
            </a:xfrm>
            <a:prstGeom prst="rect">
              <a:avLst/>
            </a:prstGeom>
            <a:noFill/>
            <a:ln w="9525">
              <a:noFill/>
            </a:ln>
          </p:spPr>
          <p:txBody>
            <a:bodyPr wrap="square" anchor="t" anchorCtr="0">
              <a:spAutoFit/>
            </a:bodyPr>
            <a:p>
              <a:pPr algn="r"/>
              <a:r>
                <a:rPr lang="zh-CN" altLang="da-DK" sz="1600" b="1" dirty="0">
                  <a:latin typeface="微软雅黑" panose="020B0503020204020204" charset="-122"/>
                  <a:ea typeface="微软雅黑" panose="020B0503020204020204" charset="-122"/>
                </a:rPr>
                <a:t>油枕</a:t>
              </a:r>
              <a:endParaRPr lang="zh-CN" altLang="da-DK" sz="1600" b="1" dirty="0">
                <a:latin typeface="微软雅黑" panose="020B0503020204020204" charset="-122"/>
                <a:ea typeface="微软雅黑" panose="020B0503020204020204" charset="-122"/>
              </a:endParaRPr>
            </a:p>
          </p:txBody>
        </p:sp>
      </p:grpSp>
      <p:grpSp>
        <p:nvGrpSpPr>
          <p:cNvPr id="51208" name="组合 12"/>
          <p:cNvGrpSpPr/>
          <p:nvPr/>
        </p:nvGrpSpPr>
        <p:grpSpPr>
          <a:xfrm>
            <a:off x="211138" y="3856038"/>
            <a:ext cx="2506662" cy="2641600"/>
            <a:chOff x="211592" y="4074710"/>
            <a:chExt cx="2505553" cy="2642326"/>
          </a:xfrm>
        </p:grpSpPr>
        <p:sp>
          <p:nvSpPr>
            <p:cNvPr id="51209" name="文本框 4"/>
            <p:cNvSpPr txBox="1"/>
            <p:nvPr/>
          </p:nvSpPr>
          <p:spPr>
            <a:xfrm>
              <a:off x="211592" y="4471676"/>
              <a:ext cx="2505553" cy="2245360"/>
            </a:xfrm>
            <a:prstGeom prst="rect">
              <a:avLst/>
            </a:prstGeom>
            <a:noFill/>
            <a:ln w="9525">
              <a:noFill/>
            </a:ln>
          </p:spPr>
          <p:txBody>
            <a:bodyPr wrap="square" anchor="t" anchorCtr="0">
              <a:spAutoFit/>
            </a:bodyPr>
            <a:p>
              <a:pPr algn="r"/>
              <a:r>
                <a:rPr lang="zh-CN" altLang="zh-CN" sz="1400" dirty="0">
                  <a:latin typeface="微软雅黑" panose="020B0503020204020204" charset="-122"/>
                  <a:ea typeface="微软雅黑" panose="020B0503020204020204" charset="-122"/>
                  <a:sym typeface="黑体" panose="02010609060101010101" charset="-122"/>
                </a:rPr>
                <a:t>在电力系统，为了使变压器的输出电压控制在允许变化的范围内，变压器的原边绕组匝数要求在一定范围内调节，因而原绕组一般备有抽头，称为分接头。利用开关与不同接头连接，可改变原绕组的匝数，达到调节电压的目的。 分接开关分为有载调压分接开关和无载调压分接开关。</a:t>
              </a:r>
              <a:endParaRPr lang="zh-CN" altLang="zh-CN" sz="1400" dirty="0">
                <a:latin typeface="微软雅黑" panose="020B0503020204020204" charset="-122"/>
                <a:ea typeface="微软雅黑" panose="020B0503020204020204" charset="-122"/>
                <a:sym typeface="黑体" panose="02010609060101010101" charset="-122"/>
              </a:endParaRPr>
            </a:p>
          </p:txBody>
        </p:sp>
        <p:sp>
          <p:nvSpPr>
            <p:cNvPr id="51210" name="文本框 2"/>
            <p:cNvSpPr txBox="1"/>
            <p:nvPr/>
          </p:nvSpPr>
          <p:spPr>
            <a:xfrm>
              <a:off x="1600237" y="4074710"/>
              <a:ext cx="1116908" cy="337185"/>
            </a:xfrm>
            <a:prstGeom prst="rect">
              <a:avLst/>
            </a:prstGeom>
            <a:noFill/>
            <a:ln w="9525">
              <a:noFill/>
            </a:ln>
          </p:spPr>
          <p:txBody>
            <a:bodyPr wrap="square" anchor="t" anchorCtr="0">
              <a:spAutoFit/>
            </a:bodyPr>
            <a:p>
              <a:pPr algn="r"/>
              <a:r>
                <a:rPr lang="zh-CN" altLang="da-DK" sz="1600" b="1" dirty="0">
                  <a:latin typeface="微软雅黑" panose="020B0503020204020204" charset="-122"/>
                  <a:ea typeface="微软雅黑" panose="020B0503020204020204" charset="-122"/>
                </a:rPr>
                <a:t>分接开关</a:t>
              </a:r>
              <a:endParaRPr lang="zh-CN" altLang="da-DK" sz="1600" b="1" dirty="0">
                <a:latin typeface="微软雅黑" panose="020B0503020204020204" charset="-122"/>
                <a:ea typeface="微软雅黑" panose="020B0503020204020204" charset="-122"/>
              </a:endParaRPr>
            </a:p>
          </p:txBody>
        </p:sp>
      </p:grpSp>
      <p:sp>
        <p:nvSpPr>
          <p:cNvPr id="51211" name="文本框 18"/>
          <p:cNvSpPr txBox="1"/>
          <p:nvPr>
            <p:custDataLst>
              <p:tags r:id="rId1"/>
            </p:custDataLst>
          </p:nvPr>
        </p:nvSpPr>
        <p:spPr>
          <a:xfrm>
            <a:off x="273050" y="228600"/>
            <a:ext cx="3016250" cy="460375"/>
          </a:xfrm>
          <a:prstGeom prst="rect">
            <a:avLst/>
          </a:prstGeom>
          <a:noFill/>
          <a:ln w="9525">
            <a:noFill/>
          </a:ln>
        </p:spPr>
        <p:txBody>
          <a:bodyPr wrap="square" anchor="t" anchorCtr="0">
            <a:spAutoFit/>
          </a:bodyPr>
          <a:p>
            <a:r>
              <a:rPr lang="zh-CN" altLang="en-US" sz="2400" b="1" dirty="0">
                <a:latin typeface="微软雅黑" panose="020B0503020204020204" charset="-122"/>
                <a:ea typeface="微软雅黑" panose="020B0503020204020204" charset="-122"/>
                <a:sym typeface="黑体" panose="02010609060101010101" charset="-122"/>
              </a:rPr>
              <a:t>变压器组成</a:t>
            </a:r>
            <a:endParaRPr lang="zh-CN" altLang="en-US"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20" name="矩形 19"/>
          <p:cNvSpPr/>
          <p:nvPr>
            <p:custDataLst>
              <p:tags r:id="rId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21" name="矩形 20"/>
          <p:cNvSpPr/>
          <p:nvPr>
            <p:custDataLst>
              <p:tags r:id="rId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grpSp>
        <p:nvGrpSpPr>
          <p:cNvPr id="51214" name="组合 8"/>
          <p:cNvGrpSpPr/>
          <p:nvPr/>
        </p:nvGrpSpPr>
        <p:grpSpPr>
          <a:xfrm>
            <a:off x="6215063" y="1952625"/>
            <a:ext cx="2455862" cy="1995488"/>
            <a:chOff x="6214511" y="1936333"/>
            <a:chExt cx="2456146" cy="1996005"/>
          </a:xfrm>
        </p:grpSpPr>
        <p:sp>
          <p:nvSpPr>
            <p:cNvPr id="51215" name="文本框 21"/>
            <p:cNvSpPr txBox="1"/>
            <p:nvPr/>
          </p:nvSpPr>
          <p:spPr>
            <a:xfrm>
              <a:off x="6214511" y="2332773"/>
              <a:ext cx="2456146" cy="1599565"/>
            </a:xfrm>
            <a:prstGeom prst="rect">
              <a:avLst/>
            </a:prstGeom>
            <a:noFill/>
            <a:ln w="9525">
              <a:noFill/>
            </a:ln>
          </p:spPr>
          <p:txBody>
            <a:bodyPr wrap="square" anchor="t" anchorCtr="0">
              <a:spAutoFit/>
            </a:bodyPr>
            <a:p>
              <a:r>
                <a:rPr lang="zh-CN" altLang="zh-CN" sz="1400" dirty="0">
                  <a:latin typeface="微软雅黑" panose="020B0503020204020204" charset="-122"/>
                  <a:ea typeface="微软雅黑" panose="020B0503020204020204" charset="-122"/>
                  <a:sym typeface="黑体" panose="02010609060101010101" charset="-122"/>
                </a:rPr>
                <a:t>装在变压器的油箱盖上作用是把线圈引线端头从油箱中引出，并使引线与油箱绝缘。电压低于1KV采用瓷质绝缘套管，电压在10-35KV采用充气或充油套管，电压高于110KV采用电容式套管。</a:t>
              </a:r>
              <a:endParaRPr lang="zh-CN" altLang="zh-CN" sz="1400" dirty="0">
                <a:latin typeface="微软雅黑" panose="020B0503020204020204" charset="-122"/>
                <a:ea typeface="微软雅黑" panose="020B0503020204020204" charset="-122"/>
                <a:sym typeface="黑体" panose="02010609060101010101" charset="-122"/>
              </a:endParaRPr>
            </a:p>
          </p:txBody>
        </p:sp>
        <p:sp>
          <p:nvSpPr>
            <p:cNvPr id="51216" name="文本框 22"/>
            <p:cNvSpPr txBox="1"/>
            <p:nvPr/>
          </p:nvSpPr>
          <p:spPr>
            <a:xfrm>
              <a:off x="6214511" y="1936333"/>
              <a:ext cx="1220452" cy="337185"/>
            </a:xfrm>
            <a:prstGeom prst="rect">
              <a:avLst/>
            </a:prstGeom>
            <a:noFill/>
            <a:ln w="9525">
              <a:noFill/>
            </a:ln>
          </p:spPr>
          <p:txBody>
            <a:bodyPr wrap="square" anchor="t" anchorCtr="0">
              <a:spAutoFit/>
            </a:bodyPr>
            <a:p>
              <a:r>
                <a:rPr lang="zh-CN" altLang="da-DK" sz="1600" b="1" dirty="0">
                  <a:latin typeface="微软雅黑" panose="020B0503020204020204" charset="-122"/>
                  <a:ea typeface="微软雅黑" panose="020B0503020204020204" charset="-122"/>
                </a:rPr>
                <a:t>绝缘套管</a:t>
              </a:r>
              <a:endParaRPr lang="zh-CN" altLang="da-DK" sz="1600" b="1" dirty="0">
                <a:latin typeface="微软雅黑" panose="020B0503020204020204" charset="-122"/>
                <a:ea typeface="微软雅黑" panose="020B0503020204020204" charset="-122"/>
              </a:endParaRPr>
            </a:p>
          </p:txBody>
        </p:sp>
      </p:grpSp>
      <p:grpSp>
        <p:nvGrpSpPr>
          <p:cNvPr id="51217" name="组合 11"/>
          <p:cNvGrpSpPr/>
          <p:nvPr/>
        </p:nvGrpSpPr>
        <p:grpSpPr>
          <a:xfrm>
            <a:off x="6216650" y="4860925"/>
            <a:ext cx="2555875" cy="919163"/>
            <a:chOff x="6164346" y="4041750"/>
            <a:chExt cx="2555718" cy="918936"/>
          </a:xfrm>
        </p:grpSpPr>
        <p:sp>
          <p:nvSpPr>
            <p:cNvPr id="51218" name="文本框 23"/>
            <p:cNvSpPr txBox="1"/>
            <p:nvPr/>
          </p:nvSpPr>
          <p:spPr>
            <a:xfrm>
              <a:off x="6214511" y="4438716"/>
              <a:ext cx="2505553" cy="521970"/>
            </a:xfrm>
            <a:prstGeom prst="rect">
              <a:avLst/>
            </a:prstGeom>
            <a:noFill/>
            <a:ln w="9525">
              <a:noFill/>
            </a:ln>
          </p:spPr>
          <p:txBody>
            <a:bodyPr wrap="square" anchor="t" anchorCtr="0">
              <a:spAutoFit/>
            </a:bodyPr>
            <a:p>
              <a:r>
                <a:rPr lang="zh-CN" altLang="zh-CN" sz="1400" dirty="0">
                  <a:latin typeface="微软雅黑" panose="020B0503020204020204" charset="-122"/>
                  <a:ea typeface="微软雅黑" panose="020B0503020204020204" charset="-122"/>
                  <a:sym typeface="黑体" panose="02010609060101010101" charset="-122"/>
                </a:rPr>
                <a:t>装在变压器的油箱和储油柜间的管道中，主要保护装置。</a:t>
              </a:r>
              <a:endParaRPr lang="zh-CN" altLang="zh-CN" sz="1400" dirty="0">
                <a:latin typeface="微软雅黑" panose="020B0503020204020204" charset="-122"/>
                <a:ea typeface="微软雅黑" panose="020B0503020204020204" charset="-122"/>
                <a:sym typeface="黑体" panose="02010609060101010101" charset="-122"/>
              </a:endParaRPr>
            </a:p>
          </p:txBody>
        </p:sp>
        <p:sp>
          <p:nvSpPr>
            <p:cNvPr id="51219" name="文本框 24"/>
            <p:cNvSpPr txBox="1"/>
            <p:nvPr/>
          </p:nvSpPr>
          <p:spPr>
            <a:xfrm>
              <a:off x="6164346" y="4041750"/>
              <a:ext cx="1575435" cy="337185"/>
            </a:xfrm>
            <a:prstGeom prst="rect">
              <a:avLst/>
            </a:prstGeom>
            <a:noFill/>
            <a:ln w="9525">
              <a:noFill/>
            </a:ln>
          </p:spPr>
          <p:txBody>
            <a:bodyPr wrap="square" anchor="t" anchorCtr="0">
              <a:spAutoFit/>
            </a:bodyPr>
            <a:p>
              <a:r>
                <a:rPr lang="zh-CN" altLang="da-DK" sz="1600" b="1" dirty="0">
                  <a:latin typeface="微软雅黑" panose="020B0503020204020204" charset="-122"/>
                  <a:ea typeface="微软雅黑" panose="020B0503020204020204" charset="-122"/>
                </a:rPr>
                <a:t>气体继电器</a:t>
              </a:r>
              <a:endParaRPr lang="zh-CN" altLang="da-DK" sz="1600" b="1" dirty="0">
                <a:latin typeface="微软雅黑" panose="020B0503020204020204" charset="-122"/>
                <a:ea typeface="微软雅黑" panose="020B0503020204020204" charset="-122"/>
              </a:endParaRPr>
            </a:p>
          </p:txBody>
        </p:sp>
      </p:gr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MH_Other_1"/>
          <p:cNvSpPr/>
          <p:nvPr>
            <p:custDataLst>
              <p:tags r:id="rId1"/>
            </p:custDataLst>
          </p:nvPr>
        </p:nvSpPr>
        <p:spPr>
          <a:xfrm>
            <a:off x="3390900" y="1963738"/>
            <a:ext cx="1127125" cy="1300162"/>
          </a:xfrm>
          <a:custGeom>
            <a:avLst/>
            <a:gdLst/>
            <a:ahLst/>
            <a:cxnLst>
              <a:cxn ang="0">
                <a:pos x="0" y="649715"/>
              </a:cxn>
              <a:cxn ang="0">
                <a:pos x="245438" y="0"/>
              </a:cxn>
              <a:cxn ang="0">
                <a:pos x="883014" y="0"/>
              </a:cxn>
              <a:cxn ang="0">
                <a:pos x="1128452" y="649715"/>
              </a:cxn>
              <a:cxn ang="0">
                <a:pos x="883014" y="1299430"/>
              </a:cxn>
              <a:cxn ang="0">
                <a:pos x="245438" y="1299430"/>
              </a:cxn>
              <a:cxn ang="0">
                <a:pos x="0" y="649715"/>
              </a:cxn>
            </a:cxnLst>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469F26"/>
          </a:solidFill>
          <a:ln w="12700">
            <a:noFill/>
          </a:ln>
        </p:spPr>
        <p:txBody>
          <a:bodyPr/>
          <a:p>
            <a:endParaRPr lang="zh-CN" altLang="en-US"/>
          </a:p>
        </p:txBody>
      </p:sp>
      <p:sp>
        <p:nvSpPr>
          <p:cNvPr id="52226" name="MH_Other_2"/>
          <p:cNvSpPr/>
          <p:nvPr>
            <p:custDataLst>
              <p:tags r:id="rId2"/>
            </p:custDataLst>
          </p:nvPr>
        </p:nvSpPr>
        <p:spPr>
          <a:xfrm>
            <a:off x="5218113" y="3067050"/>
            <a:ext cx="1128712" cy="1298575"/>
          </a:xfrm>
          <a:custGeom>
            <a:avLst/>
            <a:gdLst/>
            <a:ahLst/>
            <a:cxnLst>
              <a:cxn ang="0">
                <a:pos x="0" y="649715"/>
              </a:cxn>
              <a:cxn ang="0">
                <a:pos x="245438" y="0"/>
              </a:cxn>
              <a:cxn ang="0">
                <a:pos x="883014" y="0"/>
              </a:cxn>
              <a:cxn ang="0">
                <a:pos x="1128452" y="649715"/>
              </a:cxn>
              <a:cxn ang="0">
                <a:pos x="883014" y="1299430"/>
              </a:cxn>
              <a:cxn ang="0">
                <a:pos x="245438" y="1299430"/>
              </a:cxn>
              <a:cxn ang="0">
                <a:pos x="0" y="649715"/>
              </a:cxn>
            </a:cxnLst>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469F26"/>
          </a:solidFill>
          <a:ln w="12700">
            <a:noFill/>
          </a:ln>
        </p:spPr>
        <p:txBody>
          <a:bodyPr/>
          <a:p>
            <a:endParaRPr lang="zh-CN" altLang="en-US"/>
          </a:p>
        </p:txBody>
      </p:sp>
      <p:sp>
        <p:nvSpPr>
          <p:cNvPr id="52227" name="MH_Other_3"/>
          <p:cNvSpPr/>
          <p:nvPr>
            <p:custDataLst>
              <p:tags r:id="rId3"/>
            </p:custDataLst>
          </p:nvPr>
        </p:nvSpPr>
        <p:spPr>
          <a:xfrm>
            <a:off x="3390900" y="4168775"/>
            <a:ext cx="1127125" cy="1298575"/>
          </a:xfrm>
          <a:custGeom>
            <a:avLst/>
            <a:gdLst/>
            <a:ahLst/>
            <a:cxnLst>
              <a:cxn ang="0">
                <a:pos x="0" y="649017"/>
              </a:cxn>
              <a:cxn ang="0">
                <a:pos x="245438" y="0"/>
              </a:cxn>
              <a:cxn ang="0">
                <a:pos x="883014" y="0"/>
              </a:cxn>
              <a:cxn ang="0">
                <a:pos x="1128452" y="649017"/>
              </a:cxn>
              <a:cxn ang="0">
                <a:pos x="883014" y="1298034"/>
              </a:cxn>
              <a:cxn ang="0">
                <a:pos x="245438" y="1298034"/>
              </a:cxn>
              <a:cxn ang="0">
                <a:pos x="0" y="649017"/>
              </a:cxn>
            </a:cxnLst>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469F26"/>
          </a:solidFill>
          <a:ln w="12700">
            <a:noFill/>
          </a:ln>
        </p:spPr>
        <p:txBody>
          <a:bodyPr/>
          <a:p>
            <a:endParaRPr lang="zh-CN" altLang="en-US"/>
          </a:p>
        </p:txBody>
      </p:sp>
      <p:sp>
        <p:nvSpPr>
          <p:cNvPr id="3078" name="MH_Other_4"/>
          <p:cNvSpPr>
            <a:spLocks noEditPoints="1"/>
          </p:cNvSpPr>
          <p:nvPr>
            <p:custDataLst>
              <p:tags r:id="rId4"/>
            </p:custDataLst>
          </p:nvPr>
        </p:nvSpPr>
        <p:spPr>
          <a:xfrm>
            <a:off x="3751263" y="4616450"/>
            <a:ext cx="406400" cy="4048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28" h="128">
                <a:moveTo>
                  <a:pt x="54" y="52"/>
                </a:moveTo>
                <a:cubicBezTo>
                  <a:pt x="57" y="52"/>
                  <a:pt x="60" y="49"/>
                  <a:pt x="60" y="46"/>
                </a:cubicBezTo>
                <a:cubicBezTo>
                  <a:pt x="60" y="43"/>
                  <a:pt x="57" y="40"/>
                  <a:pt x="54" y="40"/>
                </a:cubicBezTo>
                <a:cubicBezTo>
                  <a:pt x="51" y="40"/>
                  <a:pt x="48" y="43"/>
                  <a:pt x="48" y="46"/>
                </a:cubicBezTo>
                <a:cubicBezTo>
                  <a:pt x="48" y="49"/>
                  <a:pt x="51" y="52"/>
                  <a:pt x="54" y="52"/>
                </a:cubicBezTo>
                <a:close/>
                <a:moveTo>
                  <a:pt x="78" y="52"/>
                </a:moveTo>
                <a:cubicBezTo>
                  <a:pt x="81" y="52"/>
                  <a:pt x="84" y="49"/>
                  <a:pt x="84" y="46"/>
                </a:cubicBezTo>
                <a:cubicBezTo>
                  <a:pt x="84" y="43"/>
                  <a:pt x="81" y="40"/>
                  <a:pt x="78" y="40"/>
                </a:cubicBezTo>
                <a:cubicBezTo>
                  <a:pt x="75" y="40"/>
                  <a:pt x="72" y="43"/>
                  <a:pt x="72" y="46"/>
                </a:cubicBezTo>
                <a:cubicBezTo>
                  <a:pt x="72" y="49"/>
                  <a:pt x="75" y="52"/>
                  <a:pt x="78" y="52"/>
                </a:cubicBezTo>
                <a:close/>
                <a:moveTo>
                  <a:pt x="42" y="90"/>
                </a:moveTo>
                <a:cubicBezTo>
                  <a:pt x="46" y="91"/>
                  <a:pt x="49" y="91"/>
                  <a:pt x="52" y="91"/>
                </a:cubicBezTo>
                <a:cubicBezTo>
                  <a:pt x="81" y="91"/>
                  <a:pt x="104" y="71"/>
                  <a:pt x="104" y="45"/>
                </a:cubicBezTo>
                <a:cubicBezTo>
                  <a:pt x="104" y="20"/>
                  <a:pt x="81" y="0"/>
                  <a:pt x="52" y="0"/>
                </a:cubicBezTo>
                <a:cubicBezTo>
                  <a:pt x="23" y="0"/>
                  <a:pt x="0" y="20"/>
                  <a:pt x="0" y="45"/>
                </a:cubicBezTo>
                <a:cubicBezTo>
                  <a:pt x="0" y="60"/>
                  <a:pt x="8" y="73"/>
                  <a:pt x="20" y="81"/>
                </a:cubicBezTo>
                <a:cubicBezTo>
                  <a:pt x="20" y="104"/>
                  <a:pt x="20" y="104"/>
                  <a:pt x="20" y="104"/>
                </a:cubicBezTo>
                <a:lnTo>
                  <a:pt x="42" y="90"/>
                </a:lnTo>
                <a:close/>
                <a:moveTo>
                  <a:pt x="8" y="46"/>
                </a:moveTo>
                <a:cubicBezTo>
                  <a:pt x="8" y="25"/>
                  <a:pt x="28" y="8"/>
                  <a:pt x="52" y="8"/>
                </a:cubicBezTo>
                <a:cubicBezTo>
                  <a:pt x="76" y="8"/>
                  <a:pt x="96" y="25"/>
                  <a:pt x="96" y="46"/>
                </a:cubicBezTo>
                <a:cubicBezTo>
                  <a:pt x="96" y="67"/>
                  <a:pt x="76" y="84"/>
                  <a:pt x="52" y="84"/>
                </a:cubicBezTo>
                <a:cubicBezTo>
                  <a:pt x="48" y="84"/>
                  <a:pt x="45" y="84"/>
                  <a:pt x="42" y="83"/>
                </a:cubicBezTo>
                <a:cubicBezTo>
                  <a:pt x="34" y="88"/>
                  <a:pt x="34" y="88"/>
                  <a:pt x="34" y="88"/>
                </a:cubicBezTo>
                <a:cubicBezTo>
                  <a:pt x="34" y="88"/>
                  <a:pt x="34" y="88"/>
                  <a:pt x="34" y="88"/>
                </a:cubicBezTo>
                <a:cubicBezTo>
                  <a:pt x="28" y="92"/>
                  <a:pt x="28" y="92"/>
                  <a:pt x="28" y="92"/>
                </a:cubicBezTo>
                <a:cubicBezTo>
                  <a:pt x="28" y="86"/>
                  <a:pt x="28" y="86"/>
                  <a:pt x="28" y="86"/>
                </a:cubicBezTo>
                <a:cubicBezTo>
                  <a:pt x="28" y="78"/>
                  <a:pt x="28" y="78"/>
                  <a:pt x="28" y="78"/>
                </a:cubicBezTo>
                <a:cubicBezTo>
                  <a:pt x="16" y="71"/>
                  <a:pt x="8" y="59"/>
                  <a:pt x="8" y="46"/>
                </a:cubicBezTo>
                <a:close/>
                <a:moveTo>
                  <a:pt x="36" y="46"/>
                </a:moveTo>
                <a:cubicBezTo>
                  <a:pt x="36" y="43"/>
                  <a:pt x="33" y="40"/>
                  <a:pt x="30" y="40"/>
                </a:cubicBezTo>
                <a:cubicBezTo>
                  <a:pt x="27" y="40"/>
                  <a:pt x="24" y="43"/>
                  <a:pt x="24" y="46"/>
                </a:cubicBezTo>
                <a:cubicBezTo>
                  <a:pt x="24" y="49"/>
                  <a:pt x="27" y="52"/>
                  <a:pt x="30" y="52"/>
                </a:cubicBezTo>
                <a:cubicBezTo>
                  <a:pt x="33" y="52"/>
                  <a:pt x="36" y="49"/>
                  <a:pt x="36" y="46"/>
                </a:cubicBezTo>
                <a:close/>
                <a:moveTo>
                  <a:pt x="112" y="37"/>
                </a:moveTo>
                <a:cubicBezTo>
                  <a:pt x="112" y="38"/>
                  <a:pt x="112" y="39"/>
                  <a:pt x="112" y="40"/>
                </a:cubicBezTo>
                <a:cubicBezTo>
                  <a:pt x="112" y="43"/>
                  <a:pt x="112" y="45"/>
                  <a:pt x="111" y="47"/>
                </a:cubicBezTo>
                <a:cubicBezTo>
                  <a:pt x="117" y="54"/>
                  <a:pt x="120" y="62"/>
                  <a:pt x="120" y="70"/>
                </a:cubicBezTo>
                <a:cubicBezTo>
                  <a:pt x="120" y="83"/>
                  <a:pt x="112" y="95"/>
                  <a:pt x="100" y="102"/>
                </a:cubicBezTo>
                <a:cubicBezTo>
                  <a:pt x="100" y="110"/>
                  <a:pt x="100" y="110"/>
                  <a:pt x="100" y="110"/>
                </a:cubicBezTo>
                <a:cubicBezTo>
                  <a:pt x="100" y="116"/>
                  <a:pt x="100" y="116"/>
                  <a:pt x="100" y="116"/>
                </a:cubicBezTo>
                <a:cubicBezTo>
                  <a:pt x="94" y="112"/>
                  <a:pt x="94" y="112"/>
                  <a:pt x="94" y="112"/>
                </a:cubicBezTo>
                <a:cubicBezTo>
                  <a:pt x="94" y="112"/>
                  <a:pt x="94" y="112"/>
                  <a:pt x="94" y="112"/>
                </a:cubicBezTo>
                <a:cubicBezTo>
                  <a:pt x="86" y="107"/>
                  <a:pt x="86" y="107"/>
                  <a:pt x="86" y="107"/>
                </a:cubicBezTo>
                <a:cubicBezTo>
                  <a:pt x="83" y="108"/>
                  <a:pt x="80" y="108"/>
                  <a:pt x="76" y="108"/>
                </a:cubicBezTo>
                <a:cubicBezTo>
                  <a:pt x="66" y="108"/>
                  <a:pt x="56" y="105"/>
                  <a:pt x="49" y="100"/>
                </a:cubicBezTo>
                <a:cubicBezTo>
                  <a:pt x="46" y="100"/>
                  <a:pt x="44" y="100"/>
                  <a:pt x="42" y="100"/>
                </a:cubicBezTo>
                <a:cubicBezTo>
                  <a:pt x="40" y="100"/>
                  <a:pt x="39" y="100"/>
                  <a:pt x="37" y="100"/>
                </a:cubicBezTo>
                <a:cubicBezTo>
                  <a:pt x="47" y="109"/>
                  <a:pt x="61" y="115"/>
                  <a:pt x="76" y="115"/>
                </a:cubicBezTo>
                <a:cubicBezTo>
                  <a:pt x="79" y="115"/>
                  <a:pt x="82" y="115"/>
                  <a:pt x="86" y="114"/>
                </a:cubicBezTo>
                <a:cubicBezTo>
                  <a:pt x="108" y="128"/>
                  <a:pt x="108" y="128"/>
                  <a:pt x="108" y="128"/>
                </a:cubicBezTo>
                <a:cubicBezTo>
                  <a:pt x="108" y="105"/>
                  <a:pt x="108" y="105"/>
                  <a:pt x="108" y="105"/>
                </a:cubicBezTo>
                <a:cubicBezTo>
                  <a:pt x="120" y="97"/>
                  <a:pt x="128" y="84"/>
                  <a:pt x="128" y="69"/>
                </a:cubicBezTo>
                <a:cubicBezTo>
                  <a:pt x="128" y="57"/>
                  <a:pt x="122" y="45"/>
                  <a:pt x="112" y="37"/>
                </a:cubicBezTo>
                <a:close/>
              </a:path>
            </a:pathLst>
          </a:custGeom>
          <a:solidFill>
            <a:srgbClr val="FFFFFF">
              <a:alpha val="100000"/>
            </a:srgbClr>
          </a:solidFill>
          <a:ln w="9525">
            <a:noFill/>
          </a:ln>
        </p:spPr>
        <p:txBody>
          <a:bodyPr lIns="90000" tIns="46800" rIns="90000" bIns="46800">
            <a:normAutofit fontScale="25000" lnSpcReduction="20000"/>
          </a:bodyPr>
          <a:lstStyle/>
          <a:p>
            <a:pPr fontAlgn="base"/>
            <a:endParaRPr lang="zh-CN" altLang="en-US" sz="1350" strike="noStrike" noProof="1"/>
          </a:p>
        </p:txBody>
      </p:sp>
      <p:sp>
        <p:nvSpPr>
          <p:cNvPr id="3079" name="MH_Other_5"/>
          <p:cNvSpPr>
            <a:spLocks noEditPoints="1"/>
          </p:cNvSpPr>
          <p:nvPr>
            <p:custDataLst>
              <p:tags r:id="rId5"/>
            </p:custDataLst>
          </p:nvPr>
        </p:nvSpPr>
        <p:spPr>
          <a:xfrm>
            <a:off x="5580063" y="3532188"/>
            <a:ext cx="404813" cy="406400"/>
          </a:xfrm>
          <a:custGeom>
            <a:avLst/>
            <a:gdLst/>
            <a:ahLst/>
            <a:cxnLst>
              <a:cxn ang="0">
                <a:pos x="2147483646" y="0"/>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28" h="128">
                <a:moveTo>
                  <a:pt x="112" y="0"/>
                </a:moveTo>
                <a:cubicBezTo>
                  <a:pt x="112" y="0"/>
                  <a:pt x="89" y="6"/>
                  <a:pt x="68" y="12"/>
                </a:cubicBezTo>
                <a:cubicBezTo>
                  <a:pt x="65" y="12"/>
                  <a:pt x="63" y="12"/>
                  <a:pt x="60" y="12"/>
                </a:cubicBezTo>
                <a:cubicBezTo>
                  <a:pt x="40" y="7"/>
                  <a:pt x="16" y="0"/>
                  <a:pt x="16" y="0"/>
                </a:cubicBezTo>
                <a:cubicBezTo>
                  <a:pt x="7" y="0"/>
                  <a:pt x="0" y="7"/>
                  <a:pt x="0" y="16"/>
                </a:cubicBezTo>
                <a:cubicBezTo>
                  <a:pt x="0" y="100"/>
                  <a:pt x="0" y="100"/>
                  <a:pt x="0" y="100"/>
                </a:cubicBezTo>
                <a:cubicBezTo>
                  <a:pt x="0" y="109"/>
                  <a:pt x="8" y="113"/>
                  <a:pt x="16" y="116"/>
                </a:cubicBezTo>
                <a:cubicBezTo>
                  <a:pt x="16" y="116"/>
                  <a:pt x="38" y="122"/>
                  <a:pt x="60" y="128"/>
                </a:cubicBezTo>
                <a:cubicBezTo>
                  <a:pt x="63" y="128"/>
                  <a:pt x="65" y="128"/>
                  <a:pt x="68" y="128"/>
                </a:cubicBezTo>
                <a:cubicBezTo>
                  <a:pt x="90" y="122"/>
                  <a:pt x="112" y="116"/>
                  <a:pt x="112" y="116"/>
                </a:cubicBezTo>
                <a:cubicBezTo>
                  <a:pt x="120" y="114"/>
                  <a:pt x="128" y="109"/>
                  <a:pt x="128" y="100"/>
                </a:cubicBezTo>
                <a:cubicBezTo>
                  <a:pt x="128" y="16"/>
                  <a:pt x="128" y="16"/>
                  <a:pt x="128" y="16"/>
                </a:cubicBezTo>
                <a:cubicBezTo>
                  <a:pt x="128" y="7"/>
                  <a:pt x="121" y="0"/>
                  <a:pt x="112" y="0"/>
                </a:cubicBezTo>
                <a:close/>
                <a:moveTo>
                  <a:pt x="60" y="120"/>
                </a:moveTo>
                <a:cubicBezTo>
                  <a:pt x="38" y="114"/>
                  <a:pt x="16" y="108"/>
                  <a:pt x="16" y="108"/>
                </a:cubicBezTo>
                <a:cubicBezTo>
                  <a:pt x="11" y="107"/>
                  <a:pt x="8" y="104"/>
                  <a:pt x="8" y="100"/>
                </a:cubicBezTo>
                <a:cubicBezTo>
                  <a:pt x="8" y="16"/>
                  <a:pt x="8" y="16"/>
                  <a:pt x="8" y="16"/>
                </a:cubicBezTo>
                <a:cubicBezTo>
                  <a:pt x="8" y="12"/>
                  <a:pt x="12" y="8"/>
                  <a:pt x="16" y="8"/>
                </a:cubicBezTo>
                <a:cubicBezTo>
                  <a:pt x="60" y="20"/>
                  <a:pt x="60" y="20"/>
                  <a:pt x="60" y="20"/>
                </a:cubicBezTo>
                <a:lnTo>
                  <a:pt x="60" y="120"/>
                </a:lnTo>
                <a:close/>
                <a:moveTo>
                  <a:pt x="120" y="100"/>
                </a:moveTo>
                <a:cubicBezTo>
                  <a:pt x="120" y="104"/>
                  <a:pt x="116" y="107"/>
                  <a:pt x="112" y="108"/>
                </a:cubicBezTo>
                <a:cubicBezTo>
                  <a:pt x="112" y="108"/>
                  <a:pt x="90" y="114"/>
                  <a:pt x="68" y="120"/>
                </a:cubicBezTo>
                <a:cubicBezTo>
                  <a:pt x="68" y="20"/>
                  <a:pt x="68" y="20"/>
                  <a:pt x="68" y="20"/>
                </a:cubicBezTo>
                <a:cubicBezTo>
                  <a:pt x="112" y="8"/>
                  <a:pt x="112" y="8"/>
                  <a:pt x="112" y="8"/>
                </a:cubicBezTo>
                <a:cubicBezTo>
                  <a:pt x="116" y="8"/>
                  <a:pt x="120" y="12"/>
                  <a:pt x="120" y="16"/>
                </a:cubicBezTo>
                <a:lnTo>
                  <a:pt x="120" y="100"/>
                </a:lnTo>
                <a:close/>
              </a:path>
            </a:pathLst>
          </a:custGeom>
          <a:solidFill>
            <a:srgbClr val="FFFFFF">
              <a:alpha val="100000"/>
            </a:srgbClr>
          </a:solidFill>
          <a:ln w="9525">
            <a:noFill/>
          </a:ln>
        </p:spPr>
        <p:txBody>
          <a:bodyPr lIns="90000" tIns="46800" rIns="90000" bIns="46800">
            <a:normAutofit fontScale="25000" lnSpcReduction="20000"/>
          </a:bodyPr>
          <a:lstStyle/>
          <a:p>
            <a:pPr fontAlgn="base"/>
            <a:endParaRPr lang="zh-CN" altLang="en-US" sz="1350" strike="noStrike" noProof="1"/>
          </a:p>
        </p:txBody>
      </p:sp>
      <p:sp>
        <p:nvSpPr>
          <p:cNvPr id="3080" name="MH_Other_6"/>
          <p:cNvSpPr>
            <a:spLocks noEditPoints="1"/>
          </p:cNvSpPr>
          <p:nvPr>
            <p:custDataLst>
              <p:tags r:id="rId6"/>
            </p:custDataLst>
          </p:nvPr>
        </p:nvSpPr>
        <p:spPr>
          <a:xfrm>
            <a:off x="3751263" y="2424113"/>
            <a:ext cx="406400" cy="4048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28" h="128">
                <a:moveTo>
                  <a:pt x="96" y="56"/>
                </a:moveTo>
                <a:cubicBezTo>
                  <a:pt x="32" y="56"/>
                  <a:pt x="32" y="56"/>
                  <a:pt x="32" y="56"/>
                </a:cubicBezTo>
                <a:cubicBezTo>
                  <a:pt x="30" y="56"/>
                  <a:pt x="28" y="58"/>
                  <a:pt x="28" y="60"/>
                </a:cubicBezTo>
                <a:cubicBezTo>
                  <a:pt x="28" y="62"/>
                  <a:pt x="30" y="64"/>
                  <a:pt x="32" y="64"/>
                </a:cubicBezTo>
                <a:cubicBezTo>
                  <a:pt x="96" y="64"/>
                  <a:pt x="96" y="64"/>
                  <a:pt x="96" y="64"/>
                </a:cubicBezTo>
                <a:cubicBezTo>
                  <a:pt x="98" y="64"/>
                  <a:pt x="100" y="62"/>
                  <a:pt x="100" y="60"/>
                </a:cubicBezTo>
                <a:cubicBezTo>
                  <a:pt x="100" y="58"/>
                  <a:pt x="98" y="56"/>
                  <a:pt x="96" y="56"/>
                </a:cubicBezTo>
                <a:close/>
                <a:moveTo>
                  <a:pt x="96" y="80"/>
                </a:moveTo>
                <a:cubicBezTo>
                  <a:pt x="32" y="80"/>
                  <a:pt x="32" y="80"/>
                  <a:pt x="32" y="80"/>
                </a:cubicBezTo>
                <a:cubicBezTo>
                  <a:pt x="30" y="80"/>
                  <a:pt x="28" y="82"/>
                  <a:pt x="28" y="84"/>
                </a:cubicBezTo>
                <a:cubicBezTo>
                  <a:pt x="28" y="86"/>
                  <a:pt x="30" y="88"/>
                  <a:pt x="32" y="88"/>
                </a:cubicBezTo>
                <a:cubicBezTo>
                  <a:pt x="96" y="88"/>
                  <a:pt x="96" y="88"/>
                  <a:pt x="96" y="88"/>
                </a:cubicBezTo>
                <a:cubicBezTo>
                  <a:pt x="98" y="88"/>
                  <a:pt x="100" y="86"/>
                  <a:pt x="100" y="84"/>
                </a:cubicBezTo>
                <a:cubicBezTo>
                  <a:pt x="100" y="82"/>
                  <a:pt x="98" y="80"/>
                  <a:pt x="96" y="80"/>
                </a:cubicBezTo>
                <a:close/>
                <a:moveTo>
                  <a:pt x="96" y="32"/>
                </a:moveTo>
                <a:cubicBezTo>
                  <a:pt x="32" y="32"/>
                  <a:pt x="32" y="32"/>
                  <a:pt x="32" y="32"/>
                </a:cubicBezTo>
                <a:cubicBezTo>
                  <a:pt x="30" y="32"/>
                  <a:pt x="28" y="34"/>
                  <a:pt x="28" y="36"/>
                </a:cubicBezTo>
                <a:cubicBezTo>
                  <a:pt x="28" y="38"/>
                  <a:pt x="30" y="40"/>
                  <a:pt x="32" y="40"/>
                </a:cubicBezTo>
                <a:cubicBezTo>
                  <a:pt x="96" y="40"/>
                  <a:pt x="96" y="40"/>
                  <a:pt x="96" y="40"/>
                </a:cubicBezTo>
                <a:cubicBezTo>
                  <a:pt x="98" y="40"/>
                  <a:pt x="100" y="38"/>
                  <a:pt x="100" y="36"/>
                </a:cubicBezTo>
                <a:cubicBezTo>
                  <a:pt x="100" y="34"/>
                  <a:pt x="98" y="32"/>
                  <a:pt x="96" y="32"/>
                </a:cubicBezTo>
                <a:close/>
                <a:moveTo>
                  <a:pt x="112" y="0"/>
                </a:moveTo>
                <a:cubicBezTo>
                  <a:pt x="16" y="0"/>
                  <a:pt x="16" y="0"/>
                  <a:pt x="16" y="0"/>
                </a:cubicBezTo>
                <a:cubicBezTo>
                  <a:pt x="7" y="0"/>
                  <a:pt x="0" y="8"/>
                  <a:pt x="0" y="17"/>
                </a:cubicBezTo>
                <a:cubicBezTo>
                  <a:pt x="0" y="112"/>
                  <a:pt x="0" y="112"/>
                  <a:pt x="0" y="112"/>
                </a:cubicBezTo>
                <a:cubicBezTo>
                  <a:pt x="0" y="121"/>
                  <a:pt x="7" y="128"/>
                  <a:pt x="16" y="128"/>
                </a:cubicBezTo>
                <a:cubicBezTo>
                  <a:pt x="111" y="128"/>
                  <a:pt x="111" y="128"/>
                  <a:pt x="111" y="128"/>
                </a:cubicBezTo>
                <a:cubicBezTo>
                  <a:pt x="120" y="128"/>
                  <a:pt x="128" y="121"/>
                  <a:pt x="128" y="112"/>
                </a:cubicBezTo>
                <a:cubicBezTo>
                  <a:pt x="128" y="16"/>
                  <a:pt x="128" y="16"/>
                  <a:pt x="128" y="16"/>
                </a:cubicBezTo>
                <a:cubicBezTo>
                  <a:pt x="128" y="7"/>
                  <a:pt x="121" y="0"/>
                  <a:pt x="112" y="0"/>
                </a:cubicBezTo>
                <a:close/>
                <a:moveTo>
                  <a:pt x="120" y="112"/>
                </a:moveTo>
                <a:cubicBezTo>
                  <a:pt x="120" y="116"/>
                  <a:pt x="116" y="120"/>
                  <a:pt x="111" y="120"/>
                </a:cubicBezTo>
                <a:cubicBezTo>
                  <a:pt x="16" y="120"/>
                  <a:pt x="16" y="120"/>
                  <a:pt x="16" y="120"/>
                </a:cubicBezTo>
                <a:cubicBezTo>
                  <a:pt x="12" y="120"/>
                  <a:pt x="8" y="116"/>
                  <a:pt x="8" y="112"/>
                </a:cubicBezTo>
                <a:cubicBezTo>
                  <a:pt x="8" y="17"/>
                  <a:pt x="8" y="17"/>
                  <a:pt x="8" y="17"/>
                </a:cubicBezTo>
                <a:cubicBezTo>
                  <a:pt x="8" y="12"/>
                  <a:pt x="12" y="8"/>
                  <a:pt x="16" y="8"/>
                </a:cubicBezTo>
                <a:cubicBezTo>
                  <a:pt x="112" y="8"/>
                  <a:pt x="112" y="8"/>
                  <a:pt x="112" y="8"/>
                </a:cubicBezTo>
                <a:cubicBezTo>
                  <a:pt x="116" y="8"/>
                  <a:pt x="120" y="12"/>
                  <a:pt x="120" y="16"/>
                </a:cubicBezTo>
                <a:lnTo>
                  <a:pt x="120" y="112"/>
                </a:lnTo>
                <a:close/>
              </a:path>
            </a:pathLst>
          </a:custGeom>
          <a:solidFill>
            <a:srgbClr val="FFFFFF">
              <a:alpha val="100000"/>
            </a:srgbClr>
          </a:solidFill>
          <a:ln w="9525">
            <a:noFill/>
          </a:ln>
        </p:spPr>
        <p:txBody>
          <a:bodyPr lIns="90000" tIns="46800" rIns="90000" bIns="46800">
            <a:normAutofit fontScale="25000" lnSpcReduction="20000"/>
          </a:bodyPr>
          <a:lstStyle/>
          <a:p>
            <a:pPr fontAlgn="base"/>
            <a:endParaRPr lang="zh-CN" altLang="en-US" sz="1350" strike="noStrike" noProof="1"/>
          </a:p>
        </p:txBody>
      </p:sp>
      <p:sp>
        <p:nvSpPr>
          <p:cNvPr id="52231" name="MH_Other_7"/>
          <p:cNvSpPr/>
          <p:nvPr>
            <p:custDataLst>
              <p:tags r:id="rId7"/>
            </p:custDataLst>
          </p:nvPr>
        </p:nvSpPr>
        <p:spPr>
          <a:xfrm>
            <a:off x="4603750" y="1963738"/>
            <a:ext cx="1131888" cy="1300162"/>
          </a:xfrm>
          <a:custGeom>
            <a:avLst/>
            <a:gdLst/>
            <a:ahLst/>
            <a:cxnLst>
              <a:cxn ang="0">
                <a:pos x="0" y="649715"/>
              </a:cxn>
              <a:cxn ang="0">
                <a:pos x="245893" y="0"/>
              </a:cxn>
              <a:cxn ang="0">
                <a:pos x="884652" y="0"/>
              </a:cxn>
              <a:cxn ang="0">
                <a:pos x="1130546" y="649715"/>
              </a:cxn>
              <a:cxn ang="0">
                <a:pos x="884652" y="1299430"/>
              </a:cxn>
              <a:cxn ang="0">
                <a:pos x="245893" y="1299430"/>
              </a:cxn>
              <a:cxn ang="0">
                <a:pos x="0" y="649715"/>
              </a:cxn>
            </a:cxnLst>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70B327"/>
          </a:solidFill>
          <a:ln w="12700">
            <a:noFill/>
          </a:ln>
        </p:spPr>
        <p:txBody>
          <a:bodyPr/>
          <a:p>
            <a:endParaRPr lang="zh-CN" altLang="en-US"/>
          </a:p>
        </p:txBody>
      </p:sp>
      <p:sp>
        <p:nvSpPr>
          <p:cNvPr id="52232" name="MH_Other_8"/>
          <p:cNvSpPr/>
          <p:nvPr>
            <p:custDataLst>
              <p:tags r:id="rId8"/>
            </p:custDataLst>
          </p:nvPr>
        </p:nvSpPr>
        <p:spPr>
          <a:xfrm>
            <a:off x="4603750" y="4162425"/>
            <a:ext cx="1131888" cy="1300163"/>
          </a:xfrm>
          <a:custGeom>
            <a:avLst/>
            <a:gdLst/>
            <a:ahLst/>
            <a:cxnLst>
              <a:cxn ang="0">
                <a:pos x="0" y="649715"/>
              </a:cxn>
              <a:cxn ang="0">
                <a:pos x="245893" y="0"/>
              </a:cxn>
              <a:cxn ang="0">
                <a:pos x="884652" y="0"/>
              </a:cxn>
              <a:cxn ang="0">
                <a:pos x="1130546" y="649715"/>
              </a:cxn>
              <a:cxn ang="0">
                <a:pos x="884652" y="1299430"/>
              </a:cxn>
              <a:cxn ang="0">
                <a:pos x="245893" y="1299430"/>
              </a:cxn>
              <a:cxn ang="0">
                <a:pos x="0" y="649715"/>
              </a:cxn>
            </a:cxnLst>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70B327"/>
          </a:solidFill>
          <a:ln w="12700">
            <a:noFill/>
          </a:ln>
        </p:spPr>
        <p:txBody>
          <a:bodyPr/>
          <a:p>
            <a:endParaRPr lang="zh-CN" altLang="en-US"/>
          </a:p>
        </p:txBody>
      </p:sp>
      <p:sp>
        <p:nvSpPr>
          <p:cNvPr id="52233" name="MH_Other_9"/>
          <p:cNvSpPr/>
          <p:nvPr>
            <p:custDataLst>
              <p:tags r:id="rId9"/>
            </p:custDataLst>
          </p:nvPr>
        </p:nvSpPr>
        <p:spPr>
          <a:xfrm>
            <a:off x="2778125" y="3067050"/>
            <a:ext cx="1128713" cy="1298575"/>
          </a:xfrm>
          <a:custGeom>
            <a:avLst/>
            <a:gdLst/>
            <a:ahLst/>
            <a:cxnLst>
              <a:cxn ang="0">
                <a:pos x="0" y="649715"/>
              </a:cxn>
              <a:cxn ang="0">
                <a:pos x="245590" y="0"/>
              </a:cxn>
              <a:cxn ang="0">
                <a:pos x="883560" y="0"/>
              </a:cxn>
              <a:cxn ang="0">
                <a:pos x="1129151" y="649715"/>
              </a:cxn>
              <a:cxn ang="0">
                <a:pos x="883560" y="1299430"/>
              </a:cxn>
              <a:cxn ang="0">
                <a:pos x="245590" y="1299430"/>
              </a:cxn>
              <a:cxn ang="0">
                <a:pos x="0" y="649715"/>
              </a:cxn>
            </a:cxnLst>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70B327"/>
          </a:solidFill>
          <a:ln w="12700">
            <a:noFill/>
          </a:ln>
        </p:spPr>
        <p:txBody>
          <a:bodyPr/>
          <a:p>
            <a:endParaRPr lang="zh-CN" altLang="en-US"/>
          </a:p>
        </p:txBody>
      </p:sp>
      <p:sp>
        <p:nvSpPr>
          <p:cNvPr id="52234" name="MH_SubTitle_1"/>
          <p:cNvSpPr/>
          <p:nvPr>
            <p:custDataLst>
              <p:tags r:id="rId10"/>
            </p:custDataLst>
          </p:nvPr>
        </p:nvSpPr>
        <p:spPr>
          <a:xfrm>
            <a:off x="744538" y="2251075"/>
            <a:ext cx="2538412" cy="711200"/>
          </a:xfrm>
          <a:prstGeom prst="rect">
            <a:avLst/>
          </a:prstGeom>
          <a:noFill/>
          <a:ln w="9525">
            <a:noFill/>
          </a:ln>
        </p:spPr>
        <p:txBody>
          <a:bodyPr lIns="90000" tIns="46800" rIns="90000" bIns="46800" anchor="t" anchorCtr="0"/>
          <a:p>
            <a:pPr algn="r"/>
            <a:r>
              <a:rPr lang="zh-CN" altLang="en-US" dirty="0">
                <a:solidFill>
                  <a:srgbClr val="595959"/>
                </a:solidFill>
                <a:latin typeface="Calibri" panose="020F0502020204030204" charset="0"/>
                <a:ea typeface="微软雅黑" panose="020B0503020204020204" charset="-122"/>
                <a:sym typeface="黑体" panose="02010609060101010101" charset="-122"/>
              </a:rPr>
              <a:t>绝缘油：绝缘、散热。</a:t>
            </a:r>
            <a:endParaRPr lang="en-US" altLang="zh-CN" dirty="0">
              <a:solidFill>
                <a:srgbClr val="595959"/>
              </a:solidFill>
              <a:latin typeface="Calibri" panose="020F0502020204030204" charset="0"/>
              <a:ea typeface="微软雅黑" panose="020B0503020204020204" charset="-122"/>
              <a:sym typeface="黑体" panose="02010609060101010101" charset="-122"/>
            </a:endParaRPr>
          </a:p>
        </p:txBody>
      </p:sp>
      <p:sp>
        <p:nvSpPr>
          <p:cNvPr id="52235" name="MH_SubTitle_2"/>
          <p:cNvSpPr/>
          <p:nvPr>
            <p:custDataLst>
              <p:tags r:id="rId11"/>
            </p:custDataLst>
          </p:nvPr>
        </p:nvSpPr>
        <p:spPr>
          <a:xfrm>
            <a:off x="138113" y="2962275"/>
            <a:ext cx="2538412" cy="709613"/>
          </a:xfrm>
          <a:prstGeom prst="rect">
            <a:avLst/>
          </a:prstGeom>
          <a:noFill/>
          <a:ln w="9525">
            <a:noFill/>
          </a:ln>
        </p:spPr>
        <p:txBody>
          <a:bodyPr lIns="90000" tIns="46800" rIns="90000" bIns="46800" anchor="t" anchorCtr="0"/>
          <a:p>
            <a:pPr algn="r"/>
            <a:r>
              <a:rPr lang="zh-CN" altLang="en-US" dirty="0">
                <a:solidFill>
                  <a:srgbClr val="595959"/>
                </a:solidFill>
                <a:latin typeface="Calibri" panose="020F0502020204030204" charset="0"/>
                <a:ea typeface="微软雅黑" panose="020B0503020204020204" charset="-122"/>
              </a:rPr>
              <a:t>安全气道（防爆管） 装在油箱顶盖上，保护设备，防止出现故障时损坏油箱。当变压器发生故障而产生大量气体时，油箱内的压强增大，气体和油将冲破防爆膜向外喷出，避免油箱爆裂。</a:t>
            </a:r>
            <a:endParaRPr lang="zh-CN" altLang="en-US" dirty="0">
              <a:solidFill>
                <a:srgbClr val="595959"/>
              </a:solidFill>
              <a:latin typeface="Calibri" panose="020F0502020204030204" charset="0"/>
              <a:ea typeface="微软雅黑" panose="020B0503020204020204" charset="-122"/>
            </a:endParaRPr>
          </a:p>
        </p:txBody>
      </p:sp>
      <p:sp>
        <p:nvSpPr>
          <p:cNvPr id="52236" name="MH_SubTitle_3"/>
          <p:cNvSpPr/>
          <p:nvPr>
            <p:custDataLst>
              <p:tags r:id="rId12"/>
            </p:custDataLst>
          </p:nvPr>
        </p:nvSpPr>
        <p:spPr>
          <a:xfrm>
            <a:off x="750888" y="5327650"/>
            <a:ext cx="2538412" cy="709613"/>
          </a:xfrm>
          <a:prstGeom prst="rect">
            <a:avLst/>
          </a:prstGeom>
          <a:noFill/>
          <a:ln w="9525">
            <a:noFill/>
          </a:ln>
        </p:spPr>
        <p:txBody>
          <a:bodyPr lIns="90000" tIns="46800" rIns="90000" bIns="46800" anchor="t" anchorCtr="0"/>
          <a:p>
            <a:pPr algn="r"/>
            <a:r>
              <a:rPr lang="zh-CN" altLang="en-US" dirty="0">
                <a:solidFill>
                  <a:srgbClr val="595959"/>
                </a:solidFill>
                <a:latin typeface="Calibri" panose="020F0502020204030204" charset="0"/>
                <a:ea typeface="微软雅黑" panose="020B0503020204020204" charset="-122"/>
                <a:sym typeface="黑体" panose="02010609060101010101" charset="-122"/>
              </a:rPr>
              <a:t>风扇 </a:t>
            </a:r>
            <a:endParaRPr lang="zh-CN" altLang="en-US" dirty="0">
              <a:solidFill>
                <a:srgbClr val="595959"/>
              </a:solidFill>
              <a:latin typeface="Calibri" panose="020F0502020204030204" charset="0"/>
              <a:ea typeface="微软雅黑" panose="020B0503020204020204" charset="-122"/>
              <a:sym typeface="黑体" panose="02010609060101010101" charset="-122"/>
            </a:endParaRPr>
          </a:p>
        </p:txBody>
      </p:sp>
      <p:sp>
        <p:nvSpPr>
          <p:cNvPr id="52237" name="MH_SubTitle_4"/>
          <p:cNvSpPr/>
          <p:nvPr>
            <p:custDataLst>
              <p:tags r:id="rId13"/>
            </p:custDataLst>
          </p:nvPr>
        </p:nvSpPr>
        <p:spPr>
          <a:xfrm>
            <a:off x="5840413" y="2251075"/>
            <a:ext cx="2536825" cy="711200"/>
          </a:xfrm>
          <a:prstGeom prst="rect">
            <a:avLst/>
          </a:prstGeom>
          <a:noFill/>
          <a:ln w="9525">
            <a:noFill/>
          </a:ln>
        </p:spPr>
        <p:txBody>
          <a:bodyPr lIns="90000" tIns="46800" rIns="90000" bIns="46800" anchor="t" anchorCtr="0"/>
          <a:p>
            <a:r>
              <a:rPr lang="zh-CN" altLang="en-US" dirty="0">
                <a:solidFill>
                  <a:srgbClr val="595959"/>
                </a:solidFill>
                <a:latin typeface="Calibri" panose="020F0502020204030204" charset="0"/>
                <a:ea typeface="微软雅黑" panose="020B0503020204020204" charset="-122"/>
                <a:sym typeface="黑体" panose="02010609060101010101" charset="-122"/>
              </a:rPr>
              <a:t>测温装置：监测变压器油面、绕组温度；</a:t>
            </a:r>
            <a:endParaRPr lang="zh-CN" altLang="en-US" dirty="0">
              <a:solidFill>
                <a:srgbClr val="595959"/>
              </a:solidFill>
              <a:latin typeface="Calibri" panose="020F0502020204030204" charset="0"/>
              <a:ea typeface="微软雅黑" panose="020B0503020204020204" charset="-122"/>
              <a:sym typeface="黑体" panose="02010609060101010101" charset="-122"/>
            </a:endParaRPr>
          </a:p>
        </p:txBody>
      </p:sp>
      <p:sp>
        <p:nvSpPr>
          <p:cNvPr id="52238" name="MH_SubTitle_5"/>
          <p:cNvSpPr/>
          <p:nvPr>
            <p:custDataLst>
              <p:tags r:id="rId14"/>
            </p:custDataLst>
          </p:nvPr>
        </p:nvSpPr>
        <p:spPr>
          <a:xfrm>
            <a:off x="6462713" y="3363913"/>
            <a:ext cx="2538412" cy="709612"/>
          </a:xfrm>
          <a:prstGeom prst="rect">
            <a:avLst/>
          </a:prstGeom>
          <a:noFill/>
          <a:ln w="9525">
            <a:noFill/>
          </a:ln>
        </p:spPr>
        <p:txBody>
          <a:bodyPr lIns="90000" tIns="46800" rIns="90000" bIns="46800" anchor="t" anchorCtr="0"/>
          <a:p>
            <a:r>
              <a:rPr lang="zh-CN" altLang="en-US" dirty="0">
                <a:solidFill>
                  <a:srgbClr val="595959"/>
                </a:solidFill>
                <a:latin typeface="Calibri" panose="020F0502020204030204" charset="0"/>
                <a:ea typeface="微软雅黑" panose="020B0503020204020204" charset="-122"/>
                <a:sym typeface="黑体" panose="02010609060101010101" charset="-122"/>
              </a:rPr>
              <a:t>避雷器 电流互感器 </a:t>
            </a:r>
            <a:endParaRPr lang="zh-CN" altLang="en-US" dirty="0">
              <a:solidFill>
                <a:srgbClr val="595959"/>
              </a:solidFill>
              <a:latin typeface="Calibri" panose="020F0502020204030204" charset="0"/>
              <a:ea typeface="微软雅黑" panose="020B0503020204020204" charset="-122"/>
              <a:sym typeface="黑体" panose="02010609060101010101" charset="-122"/>
            </a:endParaRPr>
          </a:p>
        </p:txBody>
      </p:sp>
      <p:sp>
        <p:nvSpPr>
          <p:cNvPr id="52239" name="MH_SubTitle_6"/>
          <p:cNvSpPr/>
          <p:nvPr>
            <p:custDataLst>
              <p:tags r:id="rId15"/>
            </p:custDataLst>
          </p:nvPr>
        </p:nvSpPr>
        <p:spPr>
          <a:xfrm>
            <a:off x="5840413" y="4478338"/>
            <a:ext cx="2536825" cy="709612"/>
          </a:xfrm>
          <a:prstGeom prst="rect">
            <a:avLst/>
          </a:prstGeom>
          <a:noFill/>
          <a:ln w="9525">
            <a:noFill/>
          </a:ln>
        </p:spPr>
        <p:txBody>
          <a:bodyPr lIns="90000" tIns="46800" rIns="90000" bIns="46800" anchor="t" anchorCtr="0"/>
          <a:p>
            <a:r>
              <a:rPr lang="zh-CN" altLang="en-US" sz="1600" dirty="0">
                <a:solidFill>
                  <a:srgbClr val="595959"/>
                </a:solidFill>
                <a:latin typeface="Calibri" panose="020F0502020204030204" charset="0"/>
                <a:ea typeface="微软雅黑" panose="020B0503020204020204" charset="-122"/>
              </a:rPr>
              <a:t>风控箱 气体在线监测系统  </a:t>
            </a:r>
            <a:endParaRPr lang="zh-CN" altLang="en-US" sz="1600" dirty="0">
              <a:solidFill>
                <a:srgbClr val="595959"/>
              </a:solidFill>
              <a:latin typeface="Calibri" panose="020F0502020204030204" charset="0"/>
              <a:ea typeface="微软雅黑" panose="020B0503020204020204" charset="-122"/>
            </a:endParaRPr>
          </a:p>
        </p:txBody>
      </p:sp>
      <p:sp>
        <p:nvSpPr>
          <p:cNvPr id="52240" name="MH_Title_1"/>
          <p:cNvSpPr/>
          <p:nvPr>
            <p:custDataLst>
              <p:tags r:id="rId16"/>
            </p:custDataLst>
          </p:nvPr>
        </p:nvSpPr>
        <p:spPr>
          <a:xfrm>
            <a:off x="4002088" y="3067050"/>
            <a:ext cx="1128712" cy="1298575"/>
          </a:xfrm>
          <a:custGeom>
            <a:avLst/>
            <a:gdLst>
              <a:gd name="txL" fmla="*/ 0 w 2008628"/>
              <a:gd name="txT" fmla="*/ 0 h 1747506"/>
              <a:gd name="txR" fmla="*/ 2008628 w 2008628"/>
              <a:gd name="txB" fmla="*/ 1747506 h 1747506"/>
            </a:gdLst>
            <a:ahLst/>
            <a:cxnLst>
              <a:cxn ang="0">
                <a:pos x="0" y="649715"/>
              </a:cxn>
              <a:cxn ang="0">
                <a:pos x="245590" y="0"/>
              </a:cxn>
              <a:cxn ang="0">
                <a:pos x="883560" y="0"/>
              </a:cxn>
              <a:cxn ang="0">
                <a:pos x="1129151" y="649715"/>
              </a:cxn>
              <a:cxn ang="0">
                <a:pos x="883560" y="1299430"/>
              </a:cxn>
              <a:cxn ang="0">
                <a:pos x="245590" y="1299430"/>
              </a:cxn>
              <a:cxn ang="0">
                <a:pos x="0" y="649715"/>
              </a:cxn>
            </a:cxnLst>
            <a:rect l="txL" t="txT" r="txR" b="tx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70B327"/>
          </a:solidFill>
          <a:ln w="12700">
            <a:noFill/>
          </a:ln>
        </p:spPr>
        <p:txBody>
          <a:bodyPr lIns="90000" tIns="46800" rIns="90000" bIns="46800" anchor="ctr" anchorCtr="0"/>
          <a:p>
            <a:pPr algn="ctr" defTabSz="1200150">
              <a:lnSpc>
                <a:spcPct val="90000"/>
              </a:lnSpc>
              <a:spcAft>
                <a:spcPct val="35000"/>
              </a:spcAft>
            </a:pPr>
            <a:r>
              <a:rPr lang="zh-CN" altLang="en-US" sz="2700">
                <a:solidFill>
                  <a:schemeClr val="bg1"/>
                </a:solidFill>
                <a:latin typeface="Times New Roman" panose="02020603050405020304"/>
                <a:ea typeface="幼圆" panose="02010509060101010101" charset="-122"/>
                <a:sym typeface="黑体" panose="02010609060101010101" charset="-122"/>
              </a:rPr>
              <a:t>关键词</a:t>
            </a:r>
            <a:endParaRPr lang="zh-CN" altLang="en-US" sz="2700">
              <a:solidFill>
                <a:schemeClr val="bg1"/>
              </a:solidFill>
              <a:latin typeface="Times New Roman" panose="02020603050405020304"/>
              <a:ea typeface="幼圆" panose="02010509060101010101" charset="-122"/>
              <a:sym typeface="黑体" panose="02010609060101010101" charset="-122"/>
            </a:endParaRPr>
          </a:p>
        </p:txBody>
      </p:sp>
      <p:sp>
        <p:nvSpPr>
          <p:cNvPr id="70" name="MH_Other_10"/>
          <p:cNvSpPr/>
          <p:nvPr>
            <p:custDataLst>
              <p:tags r:id="rId17"/>
            </p:custDataLst>
          </p:nvPr>
        </p:nvSpPr>
        <p:spPr>
          <a:xfrm>
            <a:off x="3178175" y="3527425"/>
            <a:ext cx="327025" cy="392113"/>
          </a:xfrm>
          <a:custGeom>
            <a:avLst/>
            <a:gdLst/>
            <a:ahLst/>
            <a:cxnLst/>
            <a:rect l="l" t="t" r="r" b="b"/>
            <a:pathLst>
              <a:path w="1674290" h="2018114">
                <a:moveTo>
                  <a:pt x="307141" y="691642"/>
                </a:moveTo>
                <a:lnTo>
                  <a:pt x="1378912" y="691642"/>
                </a:lnTo>
                <a:lnTo>
                  <a:pt x="1369387" y="1458335"/>
                </a:lnTo>
                <a:cubicBezTo>
                  <a:pt x="1369387" y="1541769"/>
                  <a:pt x="1301750" y="1609406"/>
                  <a:pt x="1218316" y="1609406"/>
                </a:cubicBezTo>
                <a:lnTo>
                  <a:pt x="1158892" y="1609406"/>
                </a:lnTo>
                <a:lnTo>
                  <a:pt x="1158892" y="1898352"/>
                </a:lnTo>
                <a:cubicBezTo>
                  <a:pt x="1158892" y="1964495"/>
                  <a:pt x="1105273" y="2018114"/>
                  <a:pt x="1039130" y="2018114"/>
                </a:cubicBezTo>
                <a:cubicBezTo>
                  <a:pt x="972987" y="2018114"/>
                  <a:pt x="919368" y="1964495"/>
                  <a:pt x="919368" y="1898352"/>
                </a:cubicBezTo>
                <a:lnTo>
                  <a:pt x="919368" y="1609406"/>
                </a:lnTo>
                <a:lnTo>
                  <a:pt x="765901" y="1609406"/>
                </a:lnTo>
                <a:lnTo>
                  <a:pt x="765901" y="1898351"/>
                </a:lnTo>
                <a:cubicBezTo>
                  <a:pt x="765901" y="1964494"/>
                  <a:pt x="712282" y="2018113"/>
                  <a:pt x="646139" y="2018113"/>
                </a:cubicBezTo>
                <a:cubicBezTo>
                  <a:pt x="579996" y="2018113"/>
                  <a:pt x="526377" y="1964494"/>
                  <a:pt x="526377" y="1898351"/>
                </a:cubicBezTo>
                <a:lnTo>
                  <a:pt x="526377" y="1609406"/>
                </a:lnTo>
                <a:lnTo>
                  <a:pt x="458213" y="1609406"/>
                </a:lnTo>
                <a:cubicBezTo>
                  <a:pt x="374779" y="1609406"/>
                  <a:pt x="307141" y="1541769"/>
                  <a:pt x="307141" y="1458335"/>
                </a:cubicBezTo>
                <a:lnTo>
                  <a:pt x="307141" y="1156202"/>
                </a:lnTo>
                <a:lnTo>
                  <a:pt x="307141" y="854070"/>
                </a:lnTo>
                <a:close/>
                <a:moveTo>
                  <a:pt x="1554528" y="683951"/>
                </a:moveTo>
                <a:cubicBezTo>
                  <a:pt x="1620671" y="683951"/>
                  <a:pt x="1674290" y="737570"/>
                  <a:pt x="1674290" y="803713"/>
                </a:cubicBezTo>
                <a:lnTo>
                  <a:pt x="1674290" y="1299148"/>
                </a:lnTo>
                <a:cubicBezTo>
                  <a:pt x="1674290" y="1365291"/>
                  <a:pt x="1620671" y="1418910"/>
                  <a:pt x="1554528" y="1418910"/>
                </a:cubicBezTo>
                <a:cubicBezTo>
                  <a:pt x="1488385" y="1418910"/>
                  <a:pt x="1434766" y="1365291"/>
                  <a:pt x="1434766" y="1299148"/>
                </a:cubicBezTo>
                <a:lnTo>
                  <a:pt x="1434766" y="803713"/>
                </a:lnTo>
                <a:cubicBezTo>
                  <a:pt x="1434766" y="737570"/>
                  <a:pt x="1488385" y="683951"/>
                  <a:pt x="1554528" y="683951"/>
                </a:cubicBezTo>
                <a:close/>
                <a:moveTo>
                  <a:pt x="119762" y="683950"/>
                </a:moveTo>
                <a:cubicBezTo>
                  <a:pt x="185905" y="683950"/>
                  <a:pt x="239524" y="737569"/>
                  <a:pt x="239524" y="803712"/>
                </a:cubicBezTo>
                <a:lnTo>
                  <a:pt x="239524" y="1299147"/>
                </a:lnTo>
                <a:cubicBezTo>
                  <a:pt x="239524" y="1365290"/>
                  <a:pt x="185905" y="1418909"/>
                  <a:pt x="119762" y="1418909"/>
                </a:cubicBezTo>
                <a:cubicBezTo>
                  <a:pt x="53619" y="1418909"/>
                  <a:pt x="0" y="1365290"/>
                  <a:pt x="0" y="1299147"/>
                </a:cubicBezTo>
                <a:lnTo>
                  <a:pt x="0" y="803712"/>
                </a:lnTo>
                <a:cubicBezTo>
                  <a:pt x="0" y="737569"/>
                  <a:pt x="53619" y="683950"/>
                  <a:pt x="119762" y="683950"/>
                </a:cubicBezTo>
                <a:close/>
                <a:moveTo>
                  <a:pt x="1058285" y="381191"/>
                </a:moveTo>
                <a:cubicBezTo>
                  <a:pt x="1028091" y="381191"/>
                  <a:pt x="1003614" y="405668"/>
                  <a:pt x="1003614" y="435862"/>
                </a:cubicBezTo>
                <a:cubicBezTo>
                  <a:pt x="1003614" y="466056"/>
                  <a:pt x="1028091" y="490533"/>
                  <a:pt x="1058285" y="490533"/>
                </a:cubicBezTo>
                <a:cubicBezTo>
                  <a:pt x="1088479" y="490533"/>
                  <a:pt x="1112956" y="466056"/>
                  <a:pt x="1112956" y="435862"/>
                </a:cubicBezTo>
                <a:cubicBezTo>
                  <a:pt x="1112956" y="405668"/>
                  <a:pt x="1088479" y="381191"/>
                  <a:pt x="1058285" y="381191"/>
                </a:cubicBezTo>
                <a:close/>
                <a:moveTo>
                  <a:pt x="620445" y="381191"/>
                </a:moveTo>
                <a:cubicBezTo>
                  <a:pt x="590251" y="381191"/>
                  <a:pt x="565774" y="405668"/>
                  <a:pt x="565774" y="435862"/>
                </a:cubicBezTo>
                <a:cubicBezTo>
                  <a:pt x="565774" y="466056"/>
                  <a:pt x="590251" y="490533"/>
                  <a:pt x="620445" y="490533"/>
                </a:cubicBezTo>
                <a:cubicBezTo>
                  <a:pt x="650639" y="490533"/>
                  <a:pt x="675116" y="466056"/>
                  <a:pt x="675116" y="435862"/>
                </a:cubicBezTo>
                <a:cubicBezTo>
                  <a:pt x="675116" y="405668"/>
                  <a:pt x="650639" y="381191"/>
                  <a:pt x="620445" y="381191"/>
                </a:cubicBezTo>
                <a:close/>
                <a:moveTo>
                  <a:pt x="508384" y="1373"/>
                </a:moveTo>
                <a:cubicBezTo>
                  <a:pt x="515956" y="3701"/>
                  <a:pt x="522639" y="8917"/>
                  <a:pt x="526639" y="16470"/>
                </a:cubicBezTo>
                <a:lnTo>
                  <a:pt x="615978" y="185144"/>
                </a:lnTo>
                <a:cubicBezTo>
                  <a:pt x="687009" y="148129"/>
                  <a:pt x="767930" y="128483"/>
                  <a:pt x="853439" y="128483"/>
                </a:cubicBezTo>
                <a:cubicBezTo>
                  <a:pt x="932860" y="128483"/>
                  <a:pt x="1008322" y="145431"/>
                  <a:pt x="1075718" y="177325"/>
                </a:cubicBezTo>
                <a:lnTo>
                  <a:pt x="1150798" y="40824"/>
                </a:lnTo>
                <a:cubicBezTo>
                  <a:pt x="1154917" y="33335"/>
                  <a:pt x="1161682" y="28224"/>
                  <a:pt x="1169289" y="26016"/>
                </a:cubicBezTo>
                <a:cubicBezTo>
                  <a:pt x="1176896" y="23808"/>
                  <a:pt x="1185346" y="24501"/>
                  <a:pt x="1192835" y="28621"/>
                </a:cubicBezTo>
                <a:cubicBezTo>
                  <a:pt x="1207813" y="36859"/>
                  <a:pt x="1213277" y="55680"/>
                  <a:pt x="1205038" y="70658"/>
                </a:cubicBezTo>
                <a:lnTo>
                  <a:pt x="1130773" y="205677"/>
                </a:lnTo>
                <a:cubicBezTo>
                  <a:pt x="1280708" y="293097"/>
                  <a:pt x="1383706" y="450928"/>
                  <a:pt x="1395615" y="633899"/>
                </a:cubicBezTo>
                <a:lnTo>
                  <a:pt x="311263" y="633899"/>
                </a:lnTo>
                <a:cubicBezTo>
                  <a:pt x="322782" y="456918"/>
                  <a:pt x="419524" y="303459"/>
                  <a:pt x="560939" y="213488"/>
                </a:cubicBezTo>
                <a:lnTo>
                  <a:pt x="471935" y="45445"/>
                </a:lnTo>
                <a:cubicBezTo>
                  <a:pt x="463934" y="30339"/>
                  <a:pt x="469694" y="11606"/>
                  <a:pt x="484800" y="3605"/>
                </a:cubicBezTo>
                <a:cubicBezTo>
                  <a:pt x="492353" y="-395"/>
                  <a:pt x="500812" y="-955"/>
                  <a:pt x="508384" y="1373"/>
                </a:cubicBezTo>
                <a:close/>
              </a:path>
            </a:pathLst>
          </a:custGeom>
          <a:solidFill>
            <a:srgbClr val="FFFFFF"/>
          </a:solidFill>
          <a:ln w="12700" cap="flat" cmpd="sng" algn="ctr">
            <a:noFill/>
            <a:prstDash val="solid"/>
            <a:miter lim="800000"/>
          </a:ln>
          <a:effectLst/>
        </p:spPr>
        <p:txBody>
          <a:bodyPr lIns="90000" tIns="46800" rIns="90000" bIns="46800" anchor="ctr">
            <a:normAutofit/>
            <a:scene3d>
              <a:camera prst="orthographicFront"/>
              <a:lightRig rig="threePt" dir="t"/>
            </a:scene3d>
            <a:sp3d contourW="12700">
              <a:contourClr>
                <a:srgbClr val="FFFFFF"/>
              </a:contourClr>
            </a:sp3d>
          </a:bodyPr>
          <a:lstStyle/>
          <a:p>
            <a:pPr algn="ctr" defTabSz="685800" fontAlgn="base">
              <a:defRPr/>
            </a:pPr>
            <a:endParaRPr lang="zh-CN" altLang="en-US" sz="1350" strike="noStrike" kern="0" noProof="1" dirty="0">
              <a:latin typeface="Times New Roman" panose="02020603050405020304"/>
              <a:ea typeface="幼圆" panose="02010509060101010101" charset="-122"/>
            </a:endParaRPr>
          </a:p>
        </p:txBody>
      </p:sp>
      <p:sp>
        <p:nvSpPr>
          <p:cNvPr id="71" name="MH_Other_11"/>
          <p:cNvSpPr/>
          <p:nvPr>
            <p:custDataLst>
              <p:tags r:id="rId18"/>
            </p:custDataLst>
          </p:nvPr>
        </p:nvSpPr>
        <p:spPr bwMode="auto">
          <a:xfrm>
            <a:off x="4916488" y="2455863"/>
            <a:ext cx="506413" cy="374650"/>
          </a:xfrm>
          <a:custGeom>
            <a:avLst/>
            <a:gdLst>
              <a:gd name="T0" fmla="*/ 2147483646 w 257"/>
              <a:gd name="T1" fmla="*/ 2147483646 h 191"/>
              <a:gd name="T2" fmla="*/ 2147483646 w 257"/>
              <a:gd name="T3" fmla="*/ 2147483646 h 191"/>
              <a:gd name="T4" fmla="*/ 2147483646 w 257"/>
              <a:gd name="T5" fmla="*/ 2147483646 h 191"/>
              <a:gd name="T6" fmla="*/ 2147483646 w 257"/>
              <a:gd name="T7" fmla="*/ 2147483646 h 191"/>
              <a:gd name="T8" fmla="*/ 2147483646 w 257"/>
              <a:gd name="T9" fmla="*/ 2147483646 h 191"/>
              <a:gd name="T10" fmla="*/ 2147483646 w 257"/>
              <a:gd name="T11" fmla="*/ 2147483646 h 191"/>
              <a:gd name="T12" fmla="*/ 2147483646 w 257"/>
              <a:gd name="T13" fmla="*/ 2147483646 h 191"/>
              <a:gd name="T14" fmla="*/ 2147483646 w 257"/>
              <a:gd name="T15" fmla="*/ 2147483646 h 191"/>
              <a:gd name="T16" fmla="*/ 2147483646 w 257"/>
              <a:gd name="T17" fmla="*/ 2147483646 h 191"/>
              <a:gd name="T18" fmla="*/ 2147483646 w 257"/>
              <a:gd name="T19" fmla="*/ 2147483646 h 191"/>
              <a:gd name="T20" fmla="*/ 2147483646 w 257"/>
              <a:gd name="T21" fmla="*/ 2147483646 h 191"/>
              <a:gd name="T22" fmla="*/ 2147483646 w 257"/>
              <a:gd name="T23" fmla="*/ 2147483646 h 191"/>
              <a:gd name="T24" fmla="*/ 2147483646 w 257"/>
              <a:gd name="T25" fmla="*/ 2147483646 h 191"/>
              <a:gd name="T26" fmla="*/ 2147483646 w 257"/>
              <a:gd name="T27" fmla="*/ 2147483646 h 191"/>
              <a:gd name="T28" fmla="*/ 2147483646 w 257"/>
              <a:gd name="T29" fmla="*/ 2147483646 h 191"/>
              <a:gd name="T30" fmla="*/ 2147483646 w 257"/>
              <a:gd name="T31" fmla="*/ 2147483646 h 191"/>
              <a:gd name="T32" fmla="*/ 2147483646 w 257"/>
              <a:gd name="T33" fmla="*/ 2147483646 h 191"/>
              <a:gd name="T34" fmla="*/ 2147483646 w 257"/>
              <a:gd name="T35" fmla="*/ 2147483646 h 191"/>
              <a:gd name="T36" fmla="*/ 2147483646 w 257"/>
              <a:gd name="T37" fmla="*/ 2147483646 h 191"/>
              <a:gd name="T38" fmla="*/ 2147483646 w 257"/>
              <a:gd name="T39" fmla="*/ 2147483646 h 191"/>
              <a:gd name="T40" fmla="*/ 2147483646 w 257"/>
              <a:gd name="T41" fmla="*/ 2147483646 h 191"/>
              <a:gd name="T42" fmla="*/ 2147483646 w 257"/>
              <a:gd name="T43" fmla="*/ 2147483646 h 191"/>
              <a:gd name="T44" fmla="*/ 2147483646 w 257"/>
              <a:gd name="T45" fmla="*/ 2147483646 h 191"/>
              <a:gd name="T46" fmla="*/ 2147483646 w 257"/>
              <a:gd name="T47" fmla="*/ 2147483646 h 191"/>
              <a:gd name="T48" fmla="*/ 2147483646 w 257"/>
              <a:gd name="T49" fmla="*/ 2147483646 h 191"/>
              <a:gd name="T50" fmla="*/ 2147483646 w 257"/>
              <a:gd name="T51" fmla="*/ 2147483646 h 191"/>
              <a:gd name="T52" fmla="*/ 2147483646 w 257"/>
              <a:gd name="T53" fmla="*/ 2147483646 h 191"/>
              <a:gd name="T54" fmla="*/ 2147483646 w 257"/>
              <a:gd name="T55" fmla="*/ 2147483646 h 191"/>
              <a:gd name="T56" fmla="*/ 2147483646 w 257"/>
              <a:gd name="T57" fmla="*/ 2147483646 h 191"/>
              <a:gd name="T58" fmla="*/ 2147483646 w 257"/>
              <a:gd name="T59" fmla="*/ 2147483646 h 191"/>
              <a:gd name="T60" fmla="*/ 2147483646 w 257"/>
              <a:gd name="T61" fmla="*/ 2147483646 h 191"/>
              <a:gd name="T62" fmla="*/ 2147483646 w 257"/>
              <a:gd name="T63" fmla="*/ 2147483646 h 191"/>
              <a:gd name="T64" fmla="*/ 2147483646 w 257"/>
              <a:gd name="T65" fmla="*/ 2147483646 h 191"/>
              <a:gd name="T66" fmla="*/ 2147483646 w 257"/>
              <a:gd name="T67" fmla="*/ 2147483646 h 191"/>
              <a:gd name="T68" fmla="*/ 2147483646 w 257"/>
              <a:gd name="T69" fmla="*/ 2147483646 h 191"/>
              <a:gd name="T70" fmla="*/ 2147483646 w 257"/>
              <a:gd name="T71" fmla="*/ 2147483646 h 191"/>
              <a:gd name="T72" fmla="*/ 2147483646 w 257"/>
              <a:gd name="T73" fmla="*/ 2147483646 h 191"/>
              <a:gd name="T74" fmla="*/ 2147483646 w 257"/>
              <a:gd name="T75" fmla="*/ 2147483646 h 191"/>
              <a:gd name="T76" fmla="*/ 2147483646 w 257"/>
              <a:gd name="T77" fmla="*/ 2147483646 h 191"/>
              <a:gd name="T78" fmla="*/ 2147483646 w 257"/>
              <a:gd name="T79" fmla="*/ 2147483646 h 191"/>
              <a:gd name="T80" fmla="*/ 2147483646 w 257"/>
              <a:gd name="T81" fmla="*/ 2147483646 h 191"/>
              <a:gd name="T82" fmla="*/ 2147483646 w 257"/>
              <a:gd name="T83" fmla="*/ 2147483646 h 191"/>
              <a:gd name="T84" fmla="*/ 2147483646 w 257"/>
              <a:gd name="T85" fmla="*/ 2147483646 h 191"/>
              <a:gd name="T86" fmla="*/ 2147483646 w 257"/>
              <a:gd name="T87" fmla="*/ 2147483646 h 191"/>
              <a:gd name="T88" fmla="*/ 2147483646 w 257"/>
              <a:gd name="T89" fmla="*/ 2147483646 h 191"/>
              <a:gd name="T90" fmla="*/ 2147483646 w 257"/>
              <a:gd name="T91" fmla="*/ 2147483646 h 191"/>
              <a:gd name="T92" fmla="*/ 2147483646 w 257"/>
              <a:gd name="T93" fmla="*/ 2147483646 h 191"/>
              <a:gd name="T94" fmla="*/ 2147483646 w 257"/>
              <a:gd name="T95" fmla="*/ 2147483646 h 191"/>
              <a:gd name="T96" fmla="*/ 2147483646 w 257"/>
              <a:gd name="T97" fmla="*/ 2147483646 h 191"/>
              <a:gd name="T98" fmla="*/ 2147483646 w 257"/>
              <a:gd name="T99" fmla="*/ 2147483646 h 19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57" h="191">
                <a:moveTo>
                  <a:pt x="33" y="125"/>
                </a:moveTo>
                <a:cubicBezTo>
                  <a:pt x="55" y="125"/>
                  <a:pt x="55" y="125"/>
                  <a:pt x="55" y="125"/>
                </a:cubicBezTo>
                <a:cubicBezTo>
                  <a:pt x="55" y="122"/>
                  <a:pt x="55" y="122"/>
                  <a:pt x="55" y="122"/>
                </a:cubicBezTo>
                <a:cubicBezTo>
                  <a:pt x="45" y="122"/>
                  <a:pt x="45" y="122"/>
                  <a:pt x="45" y="122"/>
                </a:cubicBezTo>
                <a:cubicBezTo>
                  <a:pt x="41" y="122"/>
                  <a:pt x="37" y="120"/>
                  <a:pt x="34" y="118"/>
                </a:cubicBezTo>
                <a:cubicBezTo>
                  <a:pt x="32" y="115"/>
                  <a:pt x="30" y="111"/>
                  <a:pt x="30" y="107"/>
                </a:cubicBezTo>
                <a:cubicBezTo>
                  <a:pt x="30" y="15"/>
                  <a:pt x="30" y="15"/>
                  <a:pt x="30" y="15"/>
                </a:cubicBezTo>
                <a:cubicBezTo>
                  <a:pt x="30" y="11"/>
                  <a:pt x="32" y="7"/>
                  <a:pt x="34" y="5"/>
                </a:cubicBezTo>
                <a:cubicBezTo>
                  <a:pt x="34" y="5"/>
                  <a:pt x="34" y="5"/>
                  <a:pt x="34" y="5"/>
                </a:cubicBezTo>
                <a:cubicBezTo>
                  <a:pt x="37" y="2"/>
                  <a:pt x="41" y="0"/>
                  <a:pt x="45" y="0"/>
                </a:cubicBezTo>
                <a:cubicBezTo>
                  <a:pt x="209" y="0"/>
                  <a:pt x="209" y="0"/>
                  <a:pt x="209" y="0"/>
                </a:cubicBezTo>
                <a:cubicBezTo>
                  <a:pt x="213" y="0"/>
                  <a:pt x="217" y="2"/>
                  <a:pt x="220" y="5"/>
                </a:cubicBezTo>
                <a:cubicBezTo>
                  <a:pt x="220" y="5"/>
                  <a:pt x="220" y="5"/>
                  <a:pt x="220" y="5"/>
                </a:cubicBezTo>
                <a:cubicBezTo>
                  <a:pt x="222" y="7"/>
                  <a:pt x="224" y="11"/>
                  <a:pt x="224" y="15"/>
                </a:cubicBezTo>
                <a:cubicBezTo>
                  <a:pt x="224" y="107"/>
                  <a:pt x="224" y="107"/>
                  <a:pt x="224" y="107"/>
                </a:cubicBezTo>
                <a:cubicBezTo>
                  <a:pt x="224" y="111"/>
                  <a:pt x="222" y="115"/>
                  <a:pt x="220" y="118"/>
                </a:cubicBezTo>
                <a:cubicBezTo>
                  <a:pt x="217" y="120"/>
                  <a:pt x="213" y="122"/>
                  <a:pt x="209" y="122"/>
                </a:cubicBezTo>
                <a:cubicBezTo>
                  <a:pt x="198" y="122"/>
                  <a:pt x="198" y="122"/>
                  <a:pt x="198" y="122"/>
                </a:cubicBezTo>
                <a:cubicBezTo>
                  <a:pt x="198" y="125"/>
                  <a:pt x="198" y="125"/>
                  <a:pt x="198" y="125"/>
                </a:cubicBezTo>
                <a:cubicBezTo>
                  <a:pt x="221" y="125"/>
                  <a:pt x="221" y="125"/>
                  <a:pt x="221" y="125"/>
                </a:cubicBezTo>
                <a:cubicBezTo>
                  <a:pt x="257" y="173"/>
                  <a:pt x="257" y="173"/>
                  <a:pt x="257" y="173"/>
                </a:cubicBezTo>
                <a:cubicBezTo>
                  <a:pt x="256" y="173"/>
                  <a:pt x="256" y="173"/>
                  <a:pt x="256" y="173"/>
                </a:cubicBezTo>
                <a:cubicBezTo>
                  <a:pt x="248" y="191"/>
                  <a:pt x="248" y="191"/>
                  <a:pt x="248" y="191"/>
                </a:cubicBezTo>
                <a:cubicBezTo>
                  <a:pt x="9" y="191"/>
                  <a:pt x="9" y="191"/>
                  <a:pt x="9" y="191"/>
                </a:cubicBezTo>
                <a:cubicBezTo>
                  <a:pt x="0" y="173"/>
                  <a:pt x="0" y="173"/>
                  <a:pt x="0" y="173"/>
                </a:cubicBezTo>
                <a:cubicBezTo>
                  <a:pt x="33" y="125"/>
                  <a:pt x="33" y="125"/>
                  <a:pt x="33" y="125"/>
                </a:cubicBezTo>
                <a:close/>
                <a:moveTo>
                  <a:pt x="77" y="125"/>
                </a:moveTo>
                <a:cubicBezTo>
                  <a:pt x="176" y="125"/>
                  <a:pt x="176" y="125"/>
                  <a:pt x="176" y="125"/>
                </a:cubicBezTo>
                <a:cubicBezTo>
                  <a:pt x="176" y="122"/>
                  <a:pt x="176" y="122"/>
                  <a:pt x="176" y="122"/>
                </a:cubicBezTo>
                <a:cubicBezTo>
                  <a:pt x="77" y="122"/>
                  <a:pt x="77" y="122"/>
                  <a:pt x="77" y="122"/>
                </a:cubicBezTo>
                <a:cubicBezTo>
                  <a:pt x="77" y="125"/>
                  <a:pt x="77" y="125"/>
                  <a:pt x="77" y="125"/>
                </a:cubicBezTo>
                <a:close/>
                <a:moveTo>
                  <a:pt x="209" y="15"/>
                </a:moveTo>
                <a:cubicBezTo>
                  <a:pt x="45" y="15"/>
                  <a:pt x="45" y="15"/>
                  <a:pt x="45" y="15"/>
                </a:cubicBezTo>
                <a:cubicBezTo>
                  <a:pt x="45" y="15"/>
                  <a:pt x="45" y="15"/>
                  <a:pt x="45" y="15"/>
                </a:cubicBezTo>
                <a:cubicBezTo>
                  <a:pt x="45" y="15"/>
                  <a:pt x="45" y="15"/>
                  <a:pt x="45" y="15"/>
                </a:cubicBezTo>
                <a:cubicBezTo>
                  <a:pt x="45" y="15"/>
                  <a:pt x="45" y="15"/>
                  <a:pt x="45" y="15"/>
                </a:cubicBezTo>
                <a:cubicBezTo>
                  <a:pt x="45" y="107"/>
                  <a:pt x="45" y="107"/>
                  <a:pt x="45" y="107"/>
                </a:cubicBezTo>
                <a:cubicBezTo>
                  <a:pt x="45" y="107"/>
                  <a:pt x="45" y="107"/>
                  <a:pt x="45" y="107"/>
                </a:cubicBezTo>
                <a:cubicBezTo>
                  <a:pt x="45" y="107"/>
                  <a:pt x="45" y="107"/>
                  <a:pt x="45" y="107"/>
                </a:cubicBezTo>
                <a:cubicBezTo>
                  <a:pt x="209" y="107"/>
                  <a:pt x="209" y="107"/>
                  <a:pt x="209" y="107"/>
                </a:cubicBezTo>
                <a:cubicBezTo>
                  <a:pt x="209" y="107"/>
                  <a:pt x="209" y="107"/>
                  <a:pt x="209" y="107"/>
                </a:cubicBezTo>
                <a:cubicBezTo>
                  <a:pt x="209" y="107"/>
                  <a:pt x="210" y="107"/>
                  <a:pt x="210" y="107"/>
                </a:cubicBezTo>
                <a:cubicBezTo>
                  <a:pt x="210" y="15"/>
                  <a:pt x="210" y="15"/>
                  <a:pt x="210" y="15"/>
                </a:cubicBezTo>
                <a:cubicBezTo>
                  <a:pt x="210" y="15"/>
                  <a:pt x="210" y="15"/>
                  <a:pt x="209" y="15"/>
                </a:cubicBezTo>
                <a:cubicBezTo>
                  <a:pt x="209" y="15"/>
                  <a:pt x="209" y="15"/>
                  <a:pt x="209" y="15"/>
                </a:cubicBezTo>
                <a:cubicBezTo>
                  <a:pt x="209" y="15"/>
                  <a:pt x="209" y="15"/>
                  <a:pt x="209" y="15"/>
                </a:cubicBezTo>
                <a:close/>
                <a:moveTo>
                  <a:pt x="39" y="155"/>
                </a:moveTo>
                <a:cubicBezTo>
                  <a:pt x="37" y="158"/>
                  <a:pt x="35" y="160"/>
                  <a:pt x="34" y="163"/>
                </a:cubicBezTo>
                <a:cubicBezTo>
                  <a:pt x="42" y="163"/>
                  <a:pt x="51" y="163"/>
                  <a:pt x="60" y="163"/>
                </a:cubicBezTo>
                <a:cubicBezTo>
                  <a:pt x="61" y="160"/>
                  <a:pt x="62" y="158"/>
                  <a:pt x="63" y="155"/>
                </a:cubicBezTo>
                <a:cubicBezTo>
                  <a:pt x="55" y="155"/>
                  <a:pt x="47" y="155"/>
                  <a:pt x="39" y="155"/>
                </a:cubicBezTo>
                <a:close/>
                <a:moveTo>
                  <a:pt x="51" y="135"/>
                </a:moveTo>
                <a:cubicBezTo>
                  <a:pt x="50" y="137"/>
                  <a:pt x="49" y="139"/>
                  <a:pt x="48" y="141"/>
                </a:cubicBezTo>
                <a:cubicBezTo>
                  <a:pt x="57" y="141"/>
                  <a:pt x="66" y="141"/>
                  <a:pt x="75" y="141"/>
                </a:cubicBezTo>
                <a:cubicBezTo>
                  <a:pt x="76" y="139"/>
                  <a:pt x="77" y="137"/>
                  <a:pt x="78" y="135"/>
                </a:cubicBezTo>
                <a:cubicBezTo>
                  <a:pt x="69" y="135"/>
                  <a:pt x="60" y="135"/>
                  <a:pt x="51" y="135"/>
                </a:cubicBezTo>
                <a:close/>
                <a:moveTo>
                  <a:pt x="192" y="135"/>
                </a:moveTo>
                <a:cubicBezTo>
                  <a:pt x="193" y="137"/>
                  <a:pt x="194" y="139"/>
                  <a:pt x="195" y="141"/>
                </a:cubicBezTo>
                <a:cubicBezTo>
                  <a:pt x="201" y="141"/>
                  <a:pt x="207" y="141"/>
                  <a:pt x="213" y="141"/>
                </a:cubicBezTo>
                <a:cubicBezTo>
                  <a:pt x="212" y="139"/>
                  <a:pt x="210" y="137"/>
                  <a:pt x="209" y="135"/>
                </a:cubicBezTo>
                <a:cubicBezTo>
                  <a:pt x="204" y="135"/>
                  <a:pt x="198" y="135"/>
                  <a:pt x="192" y="135"/>
                </a:cubicBezTo>
                <a:close/>
                <a:moveTo>
                  <a:pt x="171" y="135"/>
                </a:moveTo>
                <a:cubicBezTo>
                  <a:pt x="171" y="137"/>
                  <a:pt x="172" y="139"/>
                  <a:pt x="173" y="141"/>
                </a:cubicBezTo>
                <a:cubicBezTo>
                  <a:pt x="179" y="141"/>
                  <a:pt x="184" y="141"/>
                  <a:pt x="190" y="141"/>
                </a:cubicBezTo>
                <a:cubicBezTo>
                  <a:pt x="189" y="139"/>
                  <a:pt x="188" y="137"/>
                  <a:pt x="187" y="135"/>
                </a:cubicBezTo>
                <a:cubicBezTo>
                  <a:pt x="182" y="135"/>
                  <a:pt x="176" y="135"/>
                  <a:pt x="171" y="135"/>
                </a:cubicBezTo>
                <a:close/>
                <a:moveTo>
                  <a:pt x="149" y="135"/>
                </a:moveTo>
                <a:cubicBezTo>
                  <a:pt x="149" y="137"/>
                  <a:pt x="149" y="139"/>
                  <a:pt x="150" y="141"/>
                </a:cubicBezTo>
                <a:cubicBezTo>
                  <a:pt x="155" y="141"/>
                  <a:pt x="161" y="141"/>
                  <a:pt x="167" y="141"/>
                </a:cubicBezTo>
                <a:cubicBezTo>
                  <a:pt x="167" y="139"/>
                  <a:pt x="166" y="137"/>
                  <a:pt x="165" y="135"/>
                </a:cubicBezTo>
                <a:cubicBezTo>
                  <a:pt x="160" y="135"/>
                  <a:pt x="154" y="135"/>
                  <a:pt x="149" y="135"/>
                </a:cubicBezTo>
                <a:close/>
                <a:moveTo>
                  <a:pt x="127" y="135"/>
                </a:moveTo>
                <a:cubicBezTo>
                  <a:pt x="127" y="137"/>
                  <a:pt x="127" y="139"/>
                  <a:pt x="127" y="141"/>
                </a:cubicBezTo>
                <a:cubicBezTo>
                  <a:pt x="133" y="141"/>
                  <a:pt x="139" y="141"/>
                  <a:pt x="144" y="141"/>
                </a:cubicBezTo>
                <a:cubicBezTo>
                  <a:pt x="144" y="139"/>
                  <a:pt x="144" y="137"/>
                  <a:pt x="144" y="135"/>
                </a:cubicBezTo>
                <a:cubicBezTo>
                  <a:pt x="138" y="135"/>
                  <a:pt x="133" y="135"/>
                  <a:pt x="127" y="135"/>
                </a:cubicBezTo>
                <a:close/>
                <a:moveTo>
                  <a:pt x="105" y="135"/>
                </a:moveTo>
                <a:cubicBezTo>
                  <a:pt x="105" y="137"/>
                  <a:pt x="104" y="139"/>
                  <a:pt x="104" y="141"/>
                </a:cubicBezTo>
                <a:cubicBezTo>
                  <a:pt x="110" y="141"/>
                  <a:pt x="115" y="141"/>
                  <a:pt x="121" y="141"/>
                </a:cubicBezTo>
                <a:cubicBezTo>
                  <a:pt x="121" y="139"/>
                  <a:pt x="122" y="137"/>
                  <a:pt x="122" y="135"/>
                </a:cubicBezTo>
                <a:cubicBezTo>
                  <a:pt x="116" y="135"/>
                  <a:pt x="111" y="135"/>
                  <a:pt x="105" y="135"/>
                </a:cubicBezTo>
                <a:close/>
                <a:moveTo>
                  <a:pt x="83" y="135"/>
                </a:moveTo>
                <a:cubicBezTo>
                  <a:pt x="83" y="137"/>
                  <a:pt x="82" y="139"/>
                  <a:pt x="81" y="141"/>
                </a:cubicBezTo>
                <a:cubicBezTo>
                  <a:pt x="87" y="141"/>
                  <a:pt x="93" y="141"/>
                  <a:pt x="99" y="141"/>
                </a:cubicBezTo>
                <a:cubicBezTo>
                  <a:pt x="99" y="139"/>
                  <a:pt x="100" y="137"/>
                  <a:pt x="100" y="135"/>
                </a:cubicBezTo>
                <a:cubicBezTo>
                  <a:pt x="94" y="135"/>
                  <a:pt x="89" y="135"/>
                  <a:pt x="83" y="135"/>
                </a:cubicBezTo>
                <a:close/>
                <a:moveTo>
                  <a:pt x="187" y="144"/>
                </a:moveTo>
                <a:cubicBezTo>
                  <a:pt x="188" y="146"/>
                  <a:pt x="189" y="149"/>
                  <a:pt x="190" y="151"/>
                </a:cubicBezTo>
                <a:cubicBezTo>
                  <a:pt x="200" y="151"/>
                  <a:pt x="209" y="151"/>
                  <a:pt x="219" y="151"/>
                </a:cubicBezTo>
                <a:cubicBezTo>
                  <a:pt x="218" y="149"/>
                  <a:pt x="216" y="146"/>
                  <a:pt x="215" y="144"/>
                </a:cubicBezTo>
                <a:cubicBezTo>
                  <a:pt x="205" y="144"/>
                  <a:pt x="196" y="144"/>
                  <a:pt x="187" y="144"/>
                </a:cubicBezTo>
                <a:close/>
                <a:moveTo>
                  <a:pt x="163" y="144"/>
                </a:moveTo>
                <a:cubicBezTo>
                  <a:pt x="163" y="146"/>
                  <a:pt x="164" y="149"/>
                  <a:pt x="165" y="151"/>
                </a:cubicBezTo>
                <a:cubicBezTo>
                  <a:pt x="171" y="151"/>
                  <a:pt x="177" y="151"/>
                  <a:pt x="183" y="151"/>
                </a:cubicBezTo>
                <a:cubicBezTo>
                  <a:pt x="183" y="149"/>
                  <a:pt x="182" y="146"/>
                  <a:pt x="181" y="144"/>
                </a:cubicBezTo>
                <a:cubicBezTo>
                  <a:pt x="175" y="144"/>
                  <a:pt x="169" y="144"/>
                  <a:pt x="163" y="144"/>
                </a:cubicBezTo>
                <a:close/>
                <a:moveTo>
                  <a:pt x="139" y="144"/>
                </a:moveTo>
                <a:cubicBezTo>
                  <a:pt x="140" y="146"/>
                  <a:pt x="140" y="149"/>
                  <a:pt x="140" y="151"/>
                </a:cubicBezTo>
                <a:cubicBezTo>
                  <a:pt x="146" y="151"/>
                  <a:pt x="153" y="151"/>
                  <a:pt x="159" y="151"/>
                </a:cubicBezTo>
                <a:cubicBezTo>
                  <a:pt x="158" y="149"/>
                  <a:pt x="158" y="146"/>
                  <a:pt x="157" y="144"/>
                </a:cubicBezTo>
                <a:cubicBezTo>
                  <a:pt x="151" y="144"/>
                  <a:pt x="145" y="144"/>
                  <a:pt x="139" y="144"/>
                </a:cubicBezTo>
                <a:close/>
                <a:moveTo>
                  <a:pt x="116" y="144"/>
                </a:moveTo>
                <a:cubicBezTo>
                  <a:pt x="116" y="146"/>
                  <a:pt x="115" y="149"/>
                  <a:pt x="115" y="151"/>
                </a:cubicBezTo>
                <a:cubicBezTo>
                  <a:pt x="121" y="151"/>
                  <a:pt x="128" y="151"/>
                  <a:pt x="134" y="151"/>
                </a:cubicBezTo>
                <a:cubicBezTo>
                  <a:pt x="134" y="149"/>
                  <a:pt x="134" y="146"/>
                  <a:pt x="134" y="144"/>
                </a:cubicBezTo>
                <a:cubicBezTo>
                  <a:pt x="128" y="144"/>
                  <a:pt x="122" y="144"/>
                  <a:pt x="116" y="144"/>
                </a:cubicBezTo>
                <a:close/>
                <a:moveTo>
                  <a:pt x="92" y="144"/>
                </a:moveTo>
                <a:cubicBezTo>
                  <a:pt x="92" y="146"/>
                  <a:pt x="91" y="149"/>
                  <a:pt x="91" y="151"/>
                </a:cubicBezTo>
                <a:cubicBezTo>
                  <a:pt x="97" y="151"/>
                  <a:pt x="103" y="151"/>
                  <a:pt x="109" y="151"/>
                </a:cubicBezTo>
                <a:cubicBezTo>
                  <a:pt x="110" y="149"/>
                  <a:pt x="110" y="146"/>
                  <a:pt x="110" y="144"/>
                </a:cubicBezTo>
                <a:cubicBezTo>
                  <a:pt x="104" y="144"/>
                  <a:pt x="98" y="144"/>
                  <a:pt x="92" y="144"/>
                </a:cubicBezTo>
                <a:close/>
                <a:moveTo>
                  <a:pt x="69" y="144"/>
                </a:moveTo>
                <a:cubicBezTo>
                  <a:pt x="68" y="146"/>
                  <a:pt x="67" y="149"/>
                  <a:pt x="66" y="151"/>
                </a:cubicBezTo>
                <a:cubicBezTo>
                  <a:pt x="72" y="151"/>
                  <a:pt x="78" y="151"/>
                  <a:pt x="84" y="151"/>
                </a:cubicBezTo>
                <a:cubicBezTo>
                  <a:pt x="85" y="149"/>
                  <a:pt x="86" y="146"/>
                  <a:pt x="87" y="144"/>
                </a:cubicBezTo>
                <a:cubicBezTo>
                  <a:pt x="81" y="144"/>
                  <a:pt x="75" y="144"/>
                  <a:pt x="69" y="144"/>
                </a:cubicBezTo>
                <a:close/>
                <a:moveTo>
                  <a:pt x="45" y="144"/>
                </a:moveTo>
                <a:cubicBezTo>
                  <a:pt x="44" y="146"/>
                  <a:pt x="43" y="149"/>
                  <a:pt x="41" y="151"/>
                </a:cubicBezTo>
                <a:cubicBezTo>
                  <a:pt x="47" y="151"/>
                  <a:pt x="54" y="151"/>
                  <a:pt x="60" y="151"/>
                </a:cubicBezTo>
                <a:cubicBezTo>
                  <a:pt x="61" y="149"/>
                  <a:pt x="62" y="146"/>
                  <a:pt x="63" y="144"/>
                </a:cubicBezTo>
                <a:cubicBezTo>
                  <a:pt x="57" y="144"/>
                  <a:pt x="51" y="144"/>
                  <a:pt x="45" y="144"/>
                </a:cubicBezTo>
                <a:close/>
                <a:moveTo>
                  <a:pt x="197" y="155"/>
                </a:moveTo>
                <a:cubicBezTo>
                  <a:pt x="198" y="158"/>
                  <a:pt x="199" y="160"/>
                  <a:pt x="201" y="163"/>
                </a:cubicBezTo>
                <a:cubicBezTo>
                  <a:pt x="209" y="163"/>
                  <a:pt x="218" y="163"/>
                  <a:pt x="227" y="163"/>
                </a:cubicBezTo>
                <a:cubicBezTo>
                  <a:pt x="225" y="160"/>
                  <a:pt x="223" y="158"/>
                  <a:pt x="222" y="155"/>
                </a:cubicBezTo>
                <a:cubicBezTo>
                  <a:pt x="213" y="155"/>
                  <a:pt x="205" y="155"/>
                  <a:pt x="197" y="155"/>
                </a:cubicBezTo>
                <a:close/>
                <a:moveTo>
                  <a:pt x="171" y="155"/>
                </a:moveTo>
                <a:cubicBezTo>
                  <a:pt x="172" y="158"/>
                  <a:pt x="173" y="160"/>
                  <a:pt x="174" y="163"/>
                </a:cubicBezTo>
                <a:cubicBezTo>
                  <a:pt x="180" y="163"/>
                  <a:pt x="187" y="163"/>
                  <a:pt x="194" y="163"/>
                </a:cubicBezTo>
                <a:cubicBezTo>
                  <a:pt x="193" y="160"/>
                  <a:pt x="192" y="158"/>
                  <a:pt x="191" y="155"/>
                </a:cubicBezTo>
                <a:cubicBezTo>
                  <a:pt x="184" y="155"/>
                  <a:pt x="178" y="155"/>
                  <a:pt x="171" y="155"/>
                </a:cubicBezTo>
                <a:close/>
                <a:moveTo>
                  <a:pt x="146" y="155"/>
                </a:moveTo>
                <a:cubicBezTo>
                  <a:pt x="146" y="158"/>
                  <a:pt x="147" y="160"/>
                  <a:pt x="147" y="163"/>
                </a:cubicBezTo>
                <a:cubicBezTo>
                  <a:pt x="154" y="163"/>
                  <a:pt x="161" y="163"/>
                  <a:pt x="168" y="163"/>
                </a:cubicBezTo>
                <a:cubicBezTo>
                  <a:pt x="167" y="160"/>
                  <a:pt x="166" y="158"/>
                  <a:pt x="165" y="155"/>
                </a:cubicBezTo>
                <a:cubicBezTo>
                  <a:pt x="159" y="155"/>
                  <a:pt x="153" y="155"/>
                  <a:pt x="146" y="155"/>
                </a:cubicBezTo>
                <a:close/>
                <a:moveTo>
                  <a:pt x="121" y="155"/>
                </a:moveTo>
                <a:cubicBezTo>
                  <a:pt x="121" y="158"/>
                  <a:pt x="121" y="160"/>
                  <a:pt x="120" y="163"/>
                </a:cubicBezTo>
                <a:cubicBezTo>
                  <a:pt x="127" y="163"/>
                  <a:pt x="134" y="163"/>
                  <a:pt x="141" y="163"/>
                </a:cubicBezTo>
                <a:cubicBezTo>
                  <a:pt x="141" y="160"/>
                  <a:pt x="141" y="158"/>
                  <a:pt x="140" y="155"/>
                </a:cubicBezTo>
                <a:cubicBezTo>
                  <a:pt x="134" y="155"/>
                  <a:pt x="127" y="155"/>
                  <a:pt x="121" y="155"/>
                </a:cubicBezTo>
                <a:close/>
                <a:moveTo>
                  <a:pt x="95" y="155"/>
                </a:moveTo>
                <a:cubicBezTo>
                  <a:pt x="95" y="158"/>
                  <a:pt x="94" y="160"/>
                  <a:pt x="93" y="163"/>
                </a:cubicBezTo>
                <a:cubicBezTo>
                  <a:pt x="100" y="163"/>
                  <a:pt x="107" y="163"/>
                  <a:pt x="114" y="163"/>
                </a:cubicBezTo>
                <a:cubicBezTo>
                  <a:pt x="114" y="160"/>
                  <a:pt x="114" y="158"/>
                  <a:pt x="115" y="155"/>
                </a:cubicBezTo>
                <a:cubicBezTo>
                  <a:pt x="108" y="155"/>
                  <a:pt x="102" y="155"/>
                  <a:pt x="95" y="155"/>
                </a:cubicBezTo>
                <a:close/>
                <a:moveTo>
                  <a:pt x="70" y="155"/>
                </a:moveTo>
                <a:cubicBezTo>
                  <a:pt x="69" y="158"/>
                  <a:pt x="68" y="160"/>
                  <a:pt x="67" y="163"/>
                </a:cubicBezTo>
                <a:cubicBezTo>
                  <a:pt x="74" y="163"/>
                  <a:pt x="81" y="163"/>
                  <a:pt x="87" y="163"/>
                </a:cubicBezTo>
                <a:cubicBezTo>
                  <a:pt x="88" y="160"/>
                  <a:pt x="89" y="158"/>
                  <a:pt x="90" y="155"/>
                </a:cubicBezTo>
                <a:cubicBezTo>
                  <a:pt x="83" y="155"/>
                  <a:pt x="77" y="155"/>
                  <a:pt x="70" y="155"/>
                </a:cubicBezTo>
                <a:close/>
              </a:path>
            </a:pathLst>
          </a:custGeom>
          <a:solidFill>
            <a:srgbClr val="FFFFFF"/>
          </a:solidFill>
          <a:ln>
            <a:noFill/>
          </a:ln>
        </p:spPr>
        <p:txBody>
          <a:bodyPr lIns="90000" tIns="46800" rIns="90000" bIns="46800" anchor="ctr">
            <a:normAutofit/>
            <a:scene3d>
              <a:camera prst="orthographicFront"/>
              <a:lightRig rig="threePt" dir="t"/>
            </a:scene3d>
            <a:sp3d contourW="12700">
              <a:contourClr>
                <a:srgbClr val="FFFFFF"/>
              </a:contourClr>
            </a:sp3d>
          </a:bodyPr>
          <a:lstStyle/>
          <a:p>
            <a:pPr algn="ctr" defTabSz="685800" fontAlgn="base">
              <a:defRPr/>
            </a:pPr>
            <a:endParaRPr lang="zh-CN" altLang="en-US" sz="1350" strike="noStrike" noProof="1" dirty="0">
              <a:latin typeface="Times New Roman" panose="02020603050405020304"/>
              <a:ea typeface="幼圆" panose="02010509060101010101" charset="-122"/>
            </a:endParaRPr>
          </a:p>
        </p:txBody>
      </p:sp>
      <p:sp>
        <p:nvSpPr>
          <p:cNvPr id="72" name="MH_Other_12"/>
          <p:cNvSpPr/>
          <p:nvPr>
            <p:custDataLst>
              <p:tags r:id="rId19"/>
            </p:custDataLst>
          </p:nvPr>
        </p:nvSpPr>
        <p:spPr bwMode="auto">
          <a:xfrm>
            <a:off x="4973638" y="4608513"/>
            <a:ext cx="392113" cy="404813"/>
          </a:xfrm>
          <a:custGeom>
            <a:avLst/>
            <a:gdLst>
              <a:gd name="T0" fmla="*/ 2147483646 w 90"/>
              <a:gd name="T1" fmla="*/ 2147483646 h 93"/>
              <a:gd name="T2" fmla="*/ 2147483646 w 90"/>
              <a:gd name="T3" fmla="*/ 2147483646 h 93"/>
              <a:gd name="T4" fmla="*/ 2147483646 w 90"/>
              <a:gd name="T5" fmla="*/ 2147483646 h 93"/>
              <a:gd name="T6" fmla="*/ 2147483646 w 90"/>
              <a:gd name="T7" fmla="*/ 2147483646 h 93"/>
              <a:gd name="T8" fmla="*/ 2147483646 w 90"/>
              <a:gd name="T9" fmla="*/ 2147483646 h 93"/>
              <a:gd name="T10" fmla="*/ 0 w 90"/>
              <a:gd name="T11" fmla="*/ 2147483646 h 93"/>
              <a:gd name="T12" fmla="*/ 0 w 90"/>
              <a:gd name="T13" fmla="*/ 2147483646 h 93"/>
              <a:gd name="T14" fmla="*/ 2147483646 w 90"/>
              <a:gd name="T15" fmla="*/ 2147483646 h 93"/>
              <a:gd name="T16" fmla="*/ 2147483646 w 90"/>
              <a:gd name="T17" fmla="*/ 2147483646 h 93"/>
              <a:gd name="T18" fmla="*/ 2147483646 w 90"/>
              <a:gd name="T19" fmla="*/ 2147483646 h 93"/>
              <a:gd name="T20" fmla="*/ 2147483646 w 90"/>
              <a:gd name="T21" fmla="*/ 2147483646 h 93"/>
              <a:gd name="T22" fmla="*/ 2147483646 w 90"/>
              <a:gd name="T23" fmla="*/ 2147483646 h 93"/>
              <a:gd name="T24" fmla="*/ 2147483646 w 90"/>
              <a:gd name="T25" fmla="*/ 2147483646 h 93"/>
              <a:gd name="T26" fmla="*/ 2147483646 w 90"/>
              <a:gd name="T27" fmla="*/ 2147483646 h 93"/>
              <a:gd name="T28" fmla="*/ 2147483646 w 90"/>
              <a:gd name="T29" fmla="*/ 2147483646 h 93"/>
              <a:gd name="T30" fmla="*/ 2147483646 w 90"/>
              <a:gd name="T31" fmla="*/ 2147483646 h 93"/>
              <a:gd name="T32" fmla="*/ 2147483646 w 90"/>
              <a:gd name="T33" fmla="*/ 2147483646 h 93"/>
              <a:gd name="T34" fmla="*/ 2147483646 w 90"/>
              <a:gd name="T35" fmla="*/ 2147483646 h 93"/>
              <a:gd name="T36" fmla="*/ 2147483646 w 90"/>
              <a:gd name="T37" fmla="*/ 2147483646 h 93"/>
              <a:gd name="T38" fmla="*/ 2147483646 w 90"/>
              <a:gd name="T39" fmla="*/ 2147483646 h 93"/>
              <a:gd name="T40" fmla="*/ 2147483646 w 90"/>
              <a:gd name="T41" fmla="*/ 2147483646 h 93"/>
              <a:gd name="T42" fmla="*/ 2147483646 w 90"/>
              <a:gd name="T43" fmla="*/ 2147483646 h 93"/>
              <a:gd name="T44" fmla="*/ 2147483646 w 90"/>
              <a:gd name="T45" fmla="*/ 2147483646 h 93"/>
              <a:gd name="T46" fmla="*/ 2147483646 w 90"/>
              <a:gd name="T47" fmla="*/ 2147483646 h 93"/>
              <a:gd name="T48" fmla="*/ 2147483646 w 90"/>
              <a:gd name="T49" fmla="*/ 2147483646 h 93"/>
              <a:gd name="T50" fmla="*/ 2147483646 w 90"/>
              <a:gd name="T51" fmla="*/ 2147483646 h 93"/>
              <a:gd name="T52" fmla="*/ 2147483646 w 90"/>
              <a:gd name="T53" fmla="*/ 2147483646 h 93"/>
              <a:gd name="T54" fmla="*/ 2147483646 w 90"/>
              <a:gd name="T55" fmla="*/ 2147483646 h 93"/>
              <a:gd name="T56" fmla="*/ 2147483646 w 90"/>
              <a:gd name="T57" fmla="*/ 2147483646 h 93"/>
              <a:gd name="T58" fmla="*/ 2147483646 w 90"/>
              <a:gd name="T59" fmla="*/ 2147483646 h 93"/>
              <a:gd name="T60" fmla="*/ 2147483646 w 90"/>
              <a:gd name="T61" fmla="*/ 2147483646 h 93"/>
              <a:gd name="T62" fmla="*/ 2147483646 w 90"/>
              <a:gd name="T63" fmla="*/ 2147483646 h 93"/>
              <a:gd name="T64" fmla="*/ 2147483646 w 90"/>
              <a:gd name="T65" fmla="*/ 2147483646 h 93"/>
              <a:gd name="T66" fmla="*/ 2147483646 w 90"/>
              <a:gd name="T67" fmla="*/ 2147483646 h 93"/>
              <a:gd name="T68" fmla="*/ 2147483646 w 90"/>
              <a:gd name="T69" fmla="*/ 2147483646 h 93"/>
              <a:gd name="T70" fmla="*/ 2147483646 w 90"/>
              <a:gd name="T71" fmla="*/ 2147483646 h 93"/>
              <a:gd name="T72" fmla="*/ 2147483646 w 90"/>
              <a:gd name="T73" fmla="*/ 2147483646 h 93"/>
              <a:gd name="T74" fmla="*/ 2147483646 w 90"/>
              <a:gd name="T75" fmla="*/ 2147483646 h 93"/>
              <a:gd name="T76" fmla="*/ 2147483646 w 90"/>
              <a:gd name="T77" fmla="*/ 2147483646 h 93"/>
              <a:gd name="T78" fmla="*/ 2147483646 w 90"/>
              <a:gd name="T79" fmla="*/ 2147483646 h 93"/>
              <a:gd name="T80" fmla="*/ 2147483646 w 90"/>
              <a:gd name="T81" fmla="*/ 2147483646 h 93"/>
              <a:gd name="T82" fmla="*/ 2147483646 w 90"/>
              <a:gd name="T83" fmla="*/ 2147483646 h 93"/>
              <a:gd name="T84" fmla="*/ 2147483646 w 90"/>
              <a:gd name="T85" fmla="*/ 2147483646 h 93"/>
              <a:gd name="T86" fmla="*/ 2147483646 w 90"/>
              <a:gd name="T87" fmla="*/ 2147483646 h 93"/>
              <a:gd name="T88" fmla="*/ 2147483646 w 90"/>
              <a:gd name="T89" fmla="*/ 2147483646 h 93"/>
              <a:gd name="T90" fmla="*/ 2147483646 w 90"/>
              <a:gd name="T91" fmla="*/ 2147483646 h 93"/>
              <a:gd name="T92" fmla="*/ 2147483646 w 90"/>
              <a:gd name="T93" fmla="*/ 2147483646 h 93"/>
              <a:gd name="T94" fmla="*/ 2147483646 w 90"/>
              <a:gd name="T95" fmla="*/ 2147483646 h 93"/>
              <a:gd name="T96" fmla="*/ 2147483646 w 90"/>
              <a:gd name="T97" fmla="*/ 2147483646 h 9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90" h="93">
                <a:moveTo>
                  <a:pt x="86" y="38"/>
                </a:moveTo>
                <a:cubicBezTo>
                  <a:pt x="88" y="40"/>
                  <a:pt x="90" y="43"/>
                  <a:pt x="90" y="46"/>
                </a:cubicBezTo>
                <a:cubicBezTo>
                  <a:pt x="90" y="83"/>
                  <a:pt x="90" y="83"/>
                  <a:pt x="90" y="83"/>
                </a:cubicBezTo>
                <a:cubicBezTo>
                  <a:pt x="90" y="88"/>
                  <a:pt x="86" y="93"/>
                  <a:pt x="81" y="93"/>
                </a:cubicBezTo>
                <a:cubicBezTo>
                  <a:pt x="9" y="93"/>
                  <a:pt x="9" y="93"/>
                  <a:pt x="9" y="93"/>
                </a:cubicBezTo>
                <a:cubicBezTo>
                  <a:pt x="4" y="93"/>
                  <a:pt x="0" y="88"/>
                  <a:pt x="0" y="83"/>
                </a:cubicBezTo>
                <a:cubicBezTo>
                  <a:pt x="0" y="46"/>
                  <a:pt x="0" y="46"/>
                  <a:pt x="0" y="46"/>
                </a:cubicBezTo>
                <a:cubicBezTo>
                  <a:pt x="0" y="44"/>
                  <a:pt x="1" y="41"/>
                  <a:pt x="2" y="40"/>
                </a:cubicBezTo>
                <a:cubicBezTo>
                  <a:pt x="2" y="40"/>
                  <a:pt x="2" y="40"/>
                  <a:pt x="2" y="40"/>
                </a:cubicBezTo>
                <a:cubicBezTo>
                  <a:pt x="2" y="40"/>
                  <a:pt x="2" y="40"/>
                  <a:pt x="2" y="40"/>
                </a:cubicBezTo>
                <a:cubicBezTo>
                  <a:pt x="2" y="39"/>
                  <a:pt x="2" y="39"/>
                  <a:pt x="3" y="39"/>
                </a:cubicBezTo>
                <a:cubicBezTo>
                  <a:pt x="39" y="3"/>
                  <a:pt x="39" y="3"/>
                  <a:pt x="39" y="3"/>
                </a:cubicBezTo>
                <a:cubicBezTo>
                  <a:pt x="43" y="0"/>
                  <a:pt x="46" y="0"/>
                  <a:pt x="50" y="3"/>
                </a:cubicBezTo>
                <a:cubicBezTo>
                  <a:pt x="86" y="38"/>
                  <a:pt x="86" y="38"/>
                  <a:pt x="86" y="38"/>
                </a:cubicBezTo>
                <a:close/>
                <a:moveTo>
                  <a:pt x="15" y="30"/>
                </a:moveTo>
                <a:cubicBezTo>
                  <a:pt x="15" y="52"/>
                  <a:pt x="15" y="52"/>
                  <a:pt x="15" y="52"/>
                </a:cubicBezTo>
                <a:cubicBezTo>
                  <a:pt x="45" y="75"/>
                  <a:pt x="45" y="75"/>
                  <a:pt x="45" y="75"/>
                </a:cubicBezTo>
                <a:cubicBezTo>
                  <a:pt x="72" y="54"/>
                  <a:pt x="72" y="54"/>
                  <a:pt x="72" y="54"/>
                </a:cubicBezTo>
                <a:cubicBezTo>
                  <a:pt x="72" y="30"/>
                  <a:pt x="72" y="30"/>
                  <a:pt x="72" y="30"/>
                </a:cubicBezTo>
                <a:cubicBezTo>
                  <a:pt x="15" y="30"/>
                  <a:pt x="15" y="30"/>
                  <a:pt x="15" y="30"/>
                </a:cubicBezTo>
                <a:close/>
                <a:moveTo>
                  <a:pt x="25" y="35"/>
                </a:moveTo>
                <a:cubicBezTo>
                  <a:pt x="25" y="39"/>
                  <a:pt x="25" y="39"/>
                  <a:pt x="25" y="39"/>
                </a:cubicBezTo>
                <a:cubicBezTo>
                  <a:pt x="63" y="39"/>
                  <a:pt x="63" y="39"/>
                  <a:pt x="63" y="39"/>
                </a:cubicBezTo>
                <a:cubicBezTo>
                  <a:pt x="63" y="35"/>
                  <a:pt x="63" y="35"/>
                  <a:pt x="63" y="35"/>
                </a:cubicBezTo>
                <a:cubicBezTo>
                  <a:pt x="25" y="35"/>
                  <a:pt x="25" y="35"/>
                  <a:pt x="25" y="35"/>
                </a:cubicBezTo>
                <a:close/>
                <a:moveTo>
                  <a:pt x="25" y="51"/>
                </a:moveTo>
                <a:cubicBezTo>
                  <a:pt x="25" y="55"/>
                  <a:pt x="25" y="55"/>
                  <a:pt x="25" y="55"/>
                </a:cubicBezTo>
                <a:cubicBezTo>
                  <a:pt x="63" y="55"/>
                  <a:pt x="63" y="55"/>
                  <a:pt x="63" y="55"/>
                </a:cubicBezTo>
                <a:cubicBezTo>
                  <a:pt x="63" y="51"/>
                  <a:pt x="63" y="51"/>
                  <a:pt x="63" y="51"/>
                </a:cubicBezTo>
                <a:cubicBezTo>
                  <a:pt x="25" y="51"/>
                  <a:pt x="25" y="51"/>
                  <a:pt x="25" y="51"/>
                </a:cubicBezTo>
                <a:close/>
                <a:moveTo>
                  <a:pt x="25" y="43"/>
                </a:moveTo>
                <a:cubicBezTo>
                  <a:pt x="25" y="47"/>
                  <a:pt x="25" y="47"/>
                  <a:pt x="25" y="47"/>
                </a:cubicBezTo>
                <a:cubicBezTo>
                  <a:pt x="63" y="47"/>
                  <a:pt x="63" y="47"/>
                  <a:pt x="63" y="47"/>
                </a:cubicBezTo>
                <a:cubicBezTo>
                  <a:pt x="63" y="43"/>
                  <a:pt x="63" y="43"/>
                  <a:pt x="63" y="43"/>
                </a:cubicBezTo>
                <a:cubicBezTo>
                  <a:pt x="25" y="43"/>
                  <a:pt x="25" y="43"/>
                  <a:pt x="25" y="43"/>
                </a:cubicBezTo>
                <a:close/>
                <a:moveTo>
                  <a:pt x="10" y="87"/>
                </a:moveTo>
                <a:cubicBezTo>
                  <a:pt x="28" y="69"/>
                  <a:pt x="28" y="69"/>
                  <a:pt x="28" y="69"/>
                </a:cubicBezTo>
                <a:cubicBezTo>
                  <a:pt x="28" y="69"/>
                  <a:pt x="28" y="68"/>
                  <a:pt x="28" y="67"/>
                </a:cubicBezTo>
                <a:cubicBezTo>
                  <a:pt x="27" y="66"/>
                  <a:pt x="26" y="66"/>
                  <a:pt x="25" y="67"/>
                </a:cubicBezTo>
                <a:cubicBezTo>
                  <a:pt x="7" y="84"/>
                  <a:pt x="7" y="84"/>
                  <a:pt x="7" y="84"/>
                </a:cubicBezTo>
                <a:cubicBezTo>
                  <a:pt x="6" y="85"/>
                  <a:pt x="6" y="86"/>
                  <a:pt x="7" y="87"/>
                </a:cubicBezTo>
                <a:cubicBezTo>
                  <a:pt x="8" y="87"/>
                  <a:pt x="9" y="87"/>
                  <a:pt x="10" y="87"/>
                </a:cubicBezTo>
                <a:close/>
                <a:moveTo>
                  <a:pt x="84" y="84"/>
                </a:moveTo>
                <a:cubicBezTo>
                  <a:pt x="66" y="67"/>
                  <a:pt x="66" y="67"/>
                  <a:pt x="66" y="67"/>
                </a:cubicBezTo>
                <a:cubicBezTo>
                  <a:pt x="65" y="66"/>
                  <a:pt x="64" y="66"/>
                  <a:pt x="63" y="67"/>
                </a:cubicBezTo>
                <a:cubicBezTo>
                  <a:pt x="62" y="68"/>
                  <a:pt x="62" y="69"/>
                  <a:pt x="63" y="69"/>
                </a:cubicBezTo>
                <a:cubicBezTo>
                  <a:pt x="81" y="87"/>
                  <a:pt x="81" y="87"/>
                  <a:pt x="81" y="87"/>
                </a:cubicBezTo>
                <a:cubicBezTo>
                  <a:pt x="82" y="87"/>
                  <a:pt x="83" y="87"/>
                  <a:pt x="84" y="87"/>
                </a:cubicBezTo>
                <a:cubicBezTo>
                  <a:pt x="85" y="86"/>
                  <a:pt x="85" y="85"/>
                  <a:pt x="84" y="84"/>
                </a:cubicBezTo>
                <a:close/>
              </a:path>
            </a:pathLst>
          </a:custGeom>
          <a:solidFill>
            <a:srgbClr val="FFFFFF"/>
          </a:solidFill>
          <a:ln>
            <a:noFill/>
          </a:ln>
        </p:spPr>
        <p:txBody>
          <a:bodyPr lIns="90000" tIns="46800" rIns="90000" bIns="46800" anchor="ctr">
            <a:normAutofit/>
            <a:scene3d>
              <a:camera prst="orthographicFront"/>
              <a:lightRig rig="threePt" dir="t"/>
            </a:scene3d>
            <a:sp3d contourW="12700">
              <a:contourClr>
                <a:srgbClr val="FFFFFF"/>
              </a:contourClr>
            </a:sp3d>
          </a:bodyPr>
          <a:lstStyle/>
          <a:p>
            <a:pPr algn="ctr" defTabSz="685800" fontAlgn="base">
              <a:defRPr/>
            </a:pPr>
            <a:endParaRPr lang="zh-CN" altLang="en-US" sz="1350" strike="noStrike" noProof="1">
              <a:latin typeface="Times New Roman" panose="02020603050405020304"/>
              <a:ea typeface="幼圆" panose="02010509060101010101" charset="-122"/>
            </a:endParaRPr>
          </a:p>
        </p:txBody>
      </p:sp>
      <p:sp>
        <p:nvSpPr>
          <p:cNvPr id="52244" name="文本框 23"/>
          <p:cNvSpPr txBox="1"/>
          <p:nvPr>
            <p:custDataLst>
              <p:tags r:id="rId20"/>
            </p:custDataLst>
          </p:nvPr>
        </p:nvSpPr>
        <p:spPr>
          <a:xfrm>
            <a:off x="273050" y="228600"/>
            <a:ext cx="3016250" cy="460375"/>
          </a:xfrm>
          <a:prstGeom prst="rect">
            <a:avLst/>
          </a:prstGeom>
          <a:noFill/>
          <a:ln w="9525">
            <a:noFill/>
          </a:ln>
        </p:spPr>
        <p:txBody>
          <a:bodyPr wrap="square" anchor="t" anchorCtr="0">
            <a:spAutoFit/>
          </a:bodyPr>
          <a:p>
            <a:r>
              <a:rPr lang="zh-CN" altLang="en-US" sz="2400" b="1" dirty="0">
                <a:latin typeface="微软雅黑" panose="020B0503020204020204" charset="-122"/>
                <a:ea typeface="微软雅黑" panose="020B0503020204020204" charset="-122"/>
                <a:sym typeface="黑体" panose="02010609060101010101" charset="-122"/>
              </a:rPr>
              <a:t>变压器组成</a:t>
            </a:r>
            <a:endParaRPr lang="zh-CN" altLang="en-US"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25" name="矩形 24"/>
          <p:cNvSpPr/>
          <p:nvPr>
            <p:custDataLst>
              <p:tags r:id="rId21"/>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26" name="矩形 25"/>
          <p:cNvSpPr/>
          <p:nvPr>
            <p:custDataLst>
              <p:tags r:id="rId22"/>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ustDataLst>
      <p:tags r:id="rId2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reeform 5"/>
          <p:cNvSpPr>
            <a:spLocks noEditPoints="1"/>
          </p:cNvSpPr>
          <p:nvPr>
            <p:custDataLst>
              <p:tags r:id="rId1"/>
            </p:custDataLst>
          </p:nvPr>
        </p:nvSpPr>
        <p:spPr bwMode="auto">
          <a:xfrm>
            <a:off x="782638" y="1919288"/>
            <a:ext cx="374650" cy="379413"/>
          </a:xfrm>
          <a:custGeom>
            <a:avLst/>
            <a:gdLst>
              <a:gd name="T0" fmla="*/ 803 w 901"/>
              <a:gd name="T1" fmla="*/ 514 h 913"/>
              <a:gd name="T2" fmla="*/ 860 w 901"/>
              <a:gd name="T3" fmla="*/ 431 h 913"/>
              <a:gd name="T4" fmla="*/ 484 w 901"/>
              <a:gd name="T5" fmla="*/ 490 h 913"/>
              <a:gd name="T6" fmla="*/ 445 w 901"/>
              <a:gd name="T7" fmla="*/ 441 h 913"/>
              <a:gd name="T8" fmla="*/ 500 w 901"/>
              <a:gd name="T9" fmla="*/ 399 h 913"/>
              <a:gd name="T10" fmla="*/ 476 w 901"/>
              <a:gd name="T11" fmla="*/ 385 h 913"/>
              <a:gd name="T12" fmla="*/ 397 w 901"/>
              <a:gd name="T13" fmla="*/ 462 h 913"/>
              <a:gd name="T14" fmla="*/ 484 w 901"/>
              <a:gd name="T15" fmla="*/ 522 h 913"/>
              <a:gd name="T16" fmla="*/ 585 w 901"/>
              <a:gd name="T17" fmla="*/ 478 h 913"/>
              <a:gd name="T18" fmla="*/ 617 w 901"/>
              <a:gd name="T19" fmla="*/ 375 h 913"/>
              <a:gd name="T20" fmla="*/ 512 w 901"/>
              <a:gd name="T21" fmla="*/ 279 h 913"/>
              <a:gd name="T22" fmla="*/ 370 w 901"/>
              <a:gd name="T23" fmla="*/ 308 h 913"/>
              <a:gd name="T24" fmla="*/ 277 w 901"/>
              <a:gd name="T25" fmla="*/ 470 h 913"/>
              <a:gd name="T26" fmla="*/ 342 w 901"/>
              <a:gd name="T27" fmla="*/ 589 h 913"/>
              <a:gd name="T28" fmla="*/ 492 w 901"/>
              <a:gd name="T29" fmla="*/ 630 h 913"/>
              <a:gd name="T30" fmla="*/ 528 w 901"/>
              <a:gd name="T31" fmla="*/ 686 h 913"/>
              <a:gd name="T32" fmla="*/ 413 w 901"/>
              <a:gd name="T33" fmla="*/ 698 h 913"/>
              <a:gd name="T34" fmla="*/ 212 w 901"/>
              <a:gd name="T35" fmla="*/ 528 h 913"/>
              <a:gd name="T36" fmla="*/ 216 w 901"/>
              <a:gd name="T37" fmla="*/ 377 h 913"/>
              <a:gd name="T38" fmla="*/ 433 w 901"/>
              <a:gd name="T39" fmla="*/ 207 h 913"/>
              <a:gd name="T40" fmla="*/ 567 w 901"/>
              <a:gd name="T41" fmla="*/ 219 h 913"/>
              <a:gd name="T42" fmla="*/ 694 w 901"/>
              <a:gd name="T43" fmla="*/ 381 h 913"/>
              <a:gd name="T44" fmla="*/ 664 w 901"/>
              <a:gd name="T45" fmla="*/ 498 h 913"/>
              <a:gd name="T46" fmla="*/ 490 w 901"/>
              <a:gd name="T47" fmla="*/ 597 h 913"/>
              <a:gd name="T48" fmla="*/ 388 w 901"/>
              <a:gd name="T49" fmla="*/ 573 h 913"/>
              <a:gd name="T50" fmla="*/ 322 w 901"/>
              <a:gd name="T51" fmla="*/ 468 h 913"/>
              <a:gd name="T52" fmla="*/ 362 w 901"/>
              <a:gd name="T53" fmla="*/ 360 h 913"/>
              <a:gd name="T54" fmla="*/ 469 w 901"/>
              <a:gd name="T55" fmla="*/ 310 h 913"/>
              <a:gd name="T56" fmla="*/ 573 w 901"/>
              <a:gd name="T57" fmla="*/ 393 h 913"/>
              <a:gd name="T58" fmla="*/ 534 w 901"/>
              <a:gd name="T59" fmla="*/ 472 h 913"/>
              <a:gd name="T60" fmla="*/ 749 w 901"/>
              <a:gd name="T61" fmla="*/ 354 h 913"/>
              <a:gd name="T62" fmla="*/ 868 w 901"/>
              <a:gd name="T63" fmla="*/ 257 h 913"/>
              <a:gd name="T64" fmla="*/ 712 w 901"/>
              <a:gd name="T65" fmla="*/ 255 h 913"/>
              <a:gd name="T66" fmla="*/ 668 w 901"/>
              <a:gd name="T67" fmla="*/ 209 h 913"/>
              <a:gd name="T68" fmla="*/ 712 w 901"/>
              <a:gd name="T69" fmla="*/ 77 h 913"/>
              <a:gd name="T70" fmla="*/ 573 w 901"/>
              <a:gd name="T71" fmla="*/ 170 h 913"/>
              <a:gd name="T72" fmla="*/ 516 w 901"/>
              <a:gd name="T73" fmla="*/ 122 h 913"/>
              <a:gd name="T74" fmla="*/ 465 w 901"/>
              <a:gd name="T75" fmla="*/ 12 h 913"/>
              <a:gd name="T76" fmla="*/ 419 w 901"/>
              <a:gd name="T77" fmla="*/ 168 h 913"/>
              <a:gd name="T78" fmla="*/ 334 w 901"/>
              <a:gd name="T79" fmla="*/ 126 h 913"/>
              <a:gd name="T80" fmla="*/ 233 w 901"/>
              <a:gd name="T81" fmla="*/ 89 h 913"/>
              <a:gd name="T82" fmla="*/ 279 w 901"/>
              <a:gd name="T83" fmla="*/ 225 h 913"/>
              <a:gd name="T84" fmla="*/ 174 w 901"/>
              <a:gd name="T85" fmla="*/ 227 h 913"/>
              <a:gd name="T86" fmla="*/ 83 w 901"/>
              <a:gd name="T87" fmla="*/ 271 h 913"/>
              <a:gd name="T88" fmla="*/ 166 w 901"/>
              <a:gd name="T89" fmla="*/ 494 h 913"/>
              <a:gd name="T90" fmla="*/ 87 w 901"/>
              <a:gd name="T91" fmla="*/ 403 h 913"/>
              <a:gd name="T92" fmla="*/ 48 w 901"/>
              <a:gd name="T93" fmla="*/ 490 h 913"/>
              <a:gd name="T94" fmla="*/ 225 w 901"/>
              <a:gd name="T95" fmla="*/ 634 h 913"/>
              <a:gd name="T96" fmla="*/ 97 w 901"/>
              <a:gd name="T97" fmla="*/ 609 h 913"/>
              <a:gd name="T98" fmla="*/ 131 w 901"/>
              <a:gd name="T99" fmla="*/ 688 h 913"/>
              <a:gd name="T100" fmla="*/ 324 w 901"/>
              <a:gd name="T101" fmla="*/ 717 h 913"/>
              <a:gd name="T102" fmla="*/ 220 w 901"/>
              <a:gd name="T103" fmla="*/ 785 h 913"/>
              <a:gd name="T104" fmla="*/ 299 w 901"/>
              <a:gd name="T105" fmla="*/ 814 h 913"/>
              <a:gd name="T106" fmla="*/ 447 w 901"/>
              <a:gd name="T107" fmla="*/ 749 h 913"/>
              <a:gd name="T108" fmla="*/ 423 w 901"/>
              <a:gd name="T109" fmla="*/ 875 h 913"/>
              <a:gd name="T110" fmla="*/ 502 w 901"/>
              <a:gd name="T111" fmla="*/ 832 h 913"/>
              <a:gd name="T112" fmla="*/ 573 w 901"/>
              <a:gd name="T113" fmla="*/ 709 h 913"/>
              <a:gd name="T114" fmla="*/ 642 w 901"/>
              <a:gd name="T115" fmla="*/ 826 h 913"/>
              <a:gd name="T116" fmla="*/ 678 w 901"/>
              <a:gd name="T117" fmla="*/ 733 h 913"/>
              <a:gd name="T118" fmla="*/ 670 w 901"/>
              <a:gd name="T119" fmla="*/ 630 h 913"/>
              <a:gd name="T120" fmla="*/ 810 w 901"/>
              <a:gd name="T121" fmla="*/ 684 h 913"/>
              <a:gd name="T122" fmla="*/ 777 w 901"/>
              <a:gd name="T123" fmla="*/ 573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1" h="913">
                <a:moveTo>
                  <a:pt x="735" y="419"/>
                </a:moveTo>
                <a:lnTo>
                  <a:pt x="735" y="419"/>
                </a:lnTo>
                <a:lnTo>
                  <a:pt x="737" y="441"/>
                </a:lnTo>
                <a:lnTo>
                  <a:pt x="737" y="464"/>
                </a:lnTo>
                <a:lnTo>
                  <a:pt x="735" y="488"/>
                </a:lnTo>
                <a:lnTo>
                  <a:pt x="733" y="510"/>
                </a:lnTo>
                <a:lnTo>
                  <a:pt x="733" y="510"/>
                </a:lnTo>
                <a:lnTo>
                  <a:pt x="751" y="514"/>
                </a:lnTo>
                <a:lnTo>
                  <a:pt x="765" y="516"/>
                </a:lnTo>
                <a:lnTo>
                  <a:pt x="779" y="518"/>
                </a:lnTo>
                <a:lnTo>
                  <a:pt x="791" y="516"/>
                </a:lnTo>
                <a:lnTo>
                  <a:pt x="803" y="514"/>
                </a:lnTo>
                <a:lnTo>
                  <a:pt x="814" y="512"/>
                </a:lnTo>
                <a:lnTo>
                  <a:pt x="830" y="504"/>
                </a:lnTo>
                <a:lnTo>
                  <a:pt x="846" y="496"/>
                </a:lnTo>
                <a:lnTo>
                  <a:pt x="862" y="490"/>
                </a:lnTo>
                <a:lnTo>
                  <a:pt x="870" y="488"/>
                </a:lnTo>
                <a:lnTo>
                  <a:pt x="878" y="486"/>
                </a:lnTo>
                <a:lnTo>
                  <a:pt x="889" y="488"/>
                </a:lnTo>
                <a:lnTo>
                  <a:pt x="901" y="490"/>
                </a:lnTo>
                <a:lnTo>
                  <a:pt x="901" y="490"/>
                </a:lnTo>
                <a:lnTo>
                  <a:pt x="889" y="468"/>
                </a:lnTo>
                <a:lnTo>
                  <a:pt x="876" y="447"/>
                </a:lnTo>
                <a:lnTo>
                  <a:pt x="860" y="431"/>
                </a:lnTo>
                <a:lnTo>
                  <a:pt x="850" y="423"/>
                </a:lnTo>
                <a:lnTo>
                  <a:pt x="842" y="419"/>
                </a:lnTo>
                <a:lnTo>
                  <a:pt x="832" y="413"/>
                </a:lnTo>
                <a:lnTo>
                  <a:pt x="820" y="411"/>
                </a:lnTo>
                <a:lnTo>
                  <a:pt x="808" y="409"/>
                </a:lnTo>
                <a:lnTo>
                  <a:pt x="795" y="407"/>
                </a:lnTo>
                <a:lnTo>
                  <a:pt x="781" y="409"/>
                </a:lnTo>
                <a:lnTo>
                  <a:pt x="767" y="411"/>
                </a:lnTo>
                <a:lnTo>
                  <a:pt x="751" y="415"/>
                </a:lnTo>
                <a:lnTo>
                  <a:pt x="735" y="419"/>
                </a:lnTo>
                <a:lnTo>
                  <a:pt x="735" y="419"/>
                </a:lnTo>
                <a:close/>
                <a:moveTo>
                  <a:pt x="484" y="490"/>
                </a:moveTo>
                <a:lnTo>
                  <a:pt x="484" y="490"/>
                </a:lnTo>
                <a:lnTo>
                  <a:pt x="476" y="490"/>
                </a:lnTo>
                <a:lnTo>
                  <a:pt x="467" y="490"/>
                </a:lnTo>
                <a:lnTo>
                  <a:pt x="461" y="486"/>
                </a:lnTo>
                <a:lnTo>
                  <a:pt x="455" y="482"/>
                </a:lnTo>
                <a:lnTo>
                  <a:pt x="451" y="478"/>
                </a:lnTo>
                <a:lnTo>
                  <a:pt x="447" y="472"/>
                </a:lnTo>
                <a:lnTo>
                  <a:pt x="443" y="464"/>
                </a:lnTo>
                <a:lnTo>
                  <a:pt x="443" y="458"/>
                </a:lnTo>
                <a:lnTo>
                  <a:pt x="443" y="458"/>
                </a:lnTo>
                <a:lnTo>
                  <a:pt x="443" y="449"/>
                </a:lnTo>
                <a:lnTo>
                  <a:pt x="445" y="441"/>
                </a:lnTo>
                <a:lnTo>
                  <a:pt x="447" y="435"/>
                </a:lnTo>
                <a:lnTo>
                  <a:pt x="451" y="429"/>
                </a:lnTo>
                <a:lnTo>
                  <a:pt x="457" y="425"/>
                </a:lnTo>
                <a:lnTo>
                  <a:pt x="461" y="421"/>
                </a:lnTo>
                <a:lnTo>
                  <a:pt x="469" y="417"/>
                </a:lnTo>
                <a:lnTo>
                  <a:pt x="478" y="417"/>
                </a:lnTo>
                <a:lnTo>
                  <a:pt x="478" y="417"/>
                </a:lnTo>
                <a:lnTo>
                  <a:pt x="486" y="413"/>
                </a:lnTo>
                <a:lnTo>
                  <a:pt x="494" y="409"/>
                </a:lnTo>
                <a:lnTo>
                  <a:pt x="494" y="409"/>
                </a:lnTo>
                <a:lnTo>
                  <a:pt x="498" y="403"/>
                </a:lnTo>
                <a:lnTo>
                  <a:pt x="500" y="399"/>
                </a:lnTo>
                <a:lnTo>
                  <a:pt x="500" y="399"/>
                </a:lnTo>
                <a:lnTo>
                  <a:pt x="500" y="399"/>
                </a:lnTo>
                <a:lnTo>
                  <a:pt x="498" y="399"/>
                </a:lnTo>
                <a:lnTo>
                  <a:pt x="498" y="399"/>
                </a:lnTo>
                <a:lnTo>
                  <a:pt x="498" y="393"/>
                </a:lnTo>
                <a:lnTo>
                  <a:pt x="494" y="389"/>
                </a:lnTo>
                <a:lnTo>
                  <a:pt x="494" y="389"/>
                </a:lnTo>
                <a:lnTo>
                  <a:pt x="486" y="385"/>
                </a:lnTo>
                <a:lnTo>
                  <a:pt x="476" y="385"/>
                </a:lnTo>
                <a:lnTo>
                  <a:pt x="476" y="385"/>
                </a:lnTo>
                <a:lnTo>
                  <a:pt x="476" y="385"/>
                </a:lnTo>
                <a:lnTo>
                  <a:pt x="476" y="385"/>
                </a:lnTo>
                <a:lnTo>
                  <a:pt x="476" y="385"/>
                </a:lnTo>
                <a:lnTo>
                  <a:pt x="457" y="387"/>
                </a:lnTo>
                <a:lnTo>
                  <a:pt x="441" y="393"/>
                </a:lnTo>
                <a:lnTo>
                  <a:pt x="427" y="401"/>
                </a:lnTo>
                <a:lnTo>
                  <a:pt x="417" y="411"/>
                </a:lnTo>
                <a:lnTo>
                  <a:pt x="417" y="411"/>
                </a:lnTo>
                <a:lnTo>
                  <a:pt x="407" y="421"/>
                </a:lnTo>
                <a:lnTo>
                  <a:pt x="401" y="433"/>
                </a:lnTo>
                <a:lnTo>
                  <a:pt x="397" y="447"/>
                </a:lnTo>
                <a:lnTo>
                  <a:pt x="397" y="462"/>
                </a:lnTo>
                <a:lnTo>
                  <a:pt x="397" y="462"/>
                </a:lnTo>
                <a:lnTo>
                  <a:pt x="397" y="462"/>
                </a:lnTo>
                <a:lnTo>
                  <a:pt x="397" y="462"/>
                </a:lnTo>
                <a:lnTo>
                  <a:pt x="397" y="462"/>
                </a:lnTo>
                <a:lnTo>
                  <a:pt x="399" y="474"/>
                </a:lnTo>
                <a:lnTo>
                  <a:pt x="405" y="486"/>
                </a:lnTo>
                <a:lnTo>
                  <a:pt x="413" y="498"/>
                </a:lnTo>
                <a:lnTo>
                  <a:pt x="423" y="506"/>
                </a:lnTo>
                <a:lnTo>
                  <a:pt x="423" y="506"/>
                </a:lnTo>
                <a:lnTo>
                  <a:pt x="435" y="514"/>
                </a:lnTo>
                <a:lnTo>
                  <a:pt x="449" y="520"/>
                </a:lnTo>
                <a:lnTo>
                  <a:pt x="465" y="522"/>
                </a:lnTo>
                <a:lnTo>
                  <a:pt x="484" y="522"/>
                </a:lnTo>
                <a:lnTo>
                  <a:pt x="484" y="522"/>
                </a:lnTo>
                <a:lnTo>
                  <a:pt x="484" y="522"/>
                </a:lnTo>
                <a:lnTo>
                  <a:pt x="484" y="522"/>
                </a:lnTo>
                <a:lnTo>
                  <a:pt x="484" y="522"/>
                </a:lnTo>
                <a:lnTo>
                  <a:pt x="500" y="520"/>
                </a:lnTo>
                <a:lnTo>
                  <a:pt x="514" y="518"/>
                </a:lnTo>
                <a:lnTo>
                  <a:pt x="528" y="514"/>
                </a:lnTo>
                <a:lnTo>
                  <a:pt x="540" y="508"/>
                </a:lnTo>
                <a:lnTo>
                  <a:pt x="552" y="502"/>
                </a:lnTo>
                <a:lnTo>
                  <a:pt x="565" y="494"/>
                </a:lnTo>
                <a:lnTo>
                  <a:pt x="575" y="486"/>
                </a:lnTo>
                <a:lnTo>
                  <a:pt x="585" y="478"/>
                </a:lnTo>
                <a:lnTo>
                  <a:pt x="585" y="478"/>
                </a:lnTo>
                <a:lnTo>
                  <a:pt x="601" y="458"/>
                </a:lnTo>
                <a:lnTo>
                  <a:pt x="607" y="447"/>
                </a:lnTo>
                <a:lnTo>
                  <a:pt x="611" y="435"/>
                </a:lnTo>
                <a:lnTo>
                  <a:pt x="615" y="425"/>
                </a:lnTo>
                <a:lnTo>
                  <a:pt x="617" y="413"/>
                </a:lnTo>
                <a:lnTo>
                  <a:pt x="619" y="401"/>
                </a:lnTo>
                <a:lnTo>
                  <a:pt x="619" y="389"/>
                </a:lnTo>
                <a:lnTo>
                  <a:pt x="619" y="389"/>
                </a:lnTo>
                <a:lnTo>
                  <a:pt x="619" y="387"/>
                </a:lnTo>
                <a:lnTo>
                  <a:pt x="619" y="387"/>
                </a:lnTo>
                <a:lnTo>
                  <a:pt x="619" y="387"/>
                </a:lnTo>
                <a:lnTo>
                  <a:pt x="617" y="375"/>
                </a:lnTo>
                <a:lnTo>
                  <a:pt x="615" y="362"/>
                </a:lnTo>
                <a:lnTo>
                  <a:pt x="611" y="352"/>
                </a:lnTo>
                <a:lnTo>
                  <a:pt x="605" y="342"/>
                </a:lnTo>
                <a:lnTo>
                  <a:pt x="599" y="332"/>
                </a:lnTo>
                <a:lnTo>
                  <a:pt x="591" y="322"/>
                </a:lnTo>
                <a:lnTo>
                  <a:pt x="573" y="306"/>
                </a:lnTo>
                <a:lnTo>
                  <a:pt x="573" y="306"/>
                </a:lnTo>
                <a:lnTo>
                  <a:pt x="563" y="300"/>
                </a:lnTo>
                <a:lnTo>
                  <a:pt x="550" y="294"/>
                </a:lnTo>
                <a:lnTo>
                  <a:pt x="538" y="288"/>
                </a:lnTo>
                <a:lnTo>
                  <a:pt x="526" y="283"/>
                </a:lnTo>
                <a:lnTo>
                  <a:pt x="512" y="279"/>
                </a:lnTo>
                <a:lnTo>
                  <a:pt x="498" y="277"/>
                </a:lnTo>
                <a:lnTo>
                  <a:pt x="484" y="277"/>
                </a:lnTo>
                <a:lnTo>
                  <a:pt x="469" y="277"/>
                </a:lnTo>
                <a:lnTo>
                  <a:pt x="469" y="277"/>
                </a:lnTo>
                <a:lnTo>
                  <a:pt x="467" y="277"/>
                </a:lnTo>
                <a:lnTo>
                  <a:pt x="467" y="277"/>
                </a:lnTo>
                <a:lnTo>
                  <a:pt x="467" y="277"/>
                </a:lnTo>
                <a:lnTo>
                  <a:pt x="447" y="279"/>
                </a:lnTo>
                <a:lnTo>
                  <a:pt x="427" y="285"/>
                </a:lnTo>
                <a:lnTo>
                  <a:pt x="407" y="292"/>
                </a:lnTo>
                <a:lnTo>
                  <a:pt x="388" y="298"/>
                </a:lnTo>
                <a:lnTo>
                  <a:pt x="370" y="308"/>
                </a:lnTo>
                <a:lnTo>
                  <a:pt x="354" y="318"/>
                </a:lnTo>
                <a:lnTo>
                  <a:pt x="340" y="330"/>
                </a:lnTo>
                <a:lnTo>
                  <a:pt x="326" y="342"/>
                </a:lnTo>
                <a:lnTo>
                  <a:pt x="326" y="342"/>
                </a:lnTo>
                <a:lnTo>
                  <a:pt x="314" y="356"/>
                </a:lnTo>
                <a:lnTo>
                  <a:pt x="303" y="371"/>
                </a:lnTo>
                <a:lnTo>
                  <a:pt x="293" y="387"/>
                </a:lnTo>
                <a:lnTo>
                  <a:pt x="287" y="401"/>
                </a:lnTo>
                <a:lnTo>
                  <a:pt x="281" y="419"/>
                </a:lnTo>
                <a:lnTo>
                  <a:pt x="277" y="435"/>
                </a:lnTo>
                <a:lnTo>
                  <a:pt x="275" y="454"/>
                </a:lnTo>
                <a:lnTo>
                  <a:pt x="277" y="470"/>
                </a:lnTo>
                <a:lnTo>
                  <a:pt x="277" y="470"/>
                </a:lnTo>
                <a:lnTo>
                  <a:pt x="277" y="472"/>
                </a:lnTo>
                <a:lnTo>
                  <a:pt x="277" y="472"/>
                </a:lnTo>
                <a:lnTo>
                  <a:pt x="277" y="472"/>
                </a:lnTo>
                <a:lnTo>
                  <a:pt x="279" y="490"/>
                </a:lnTo>
                <a:lnTo>
                  <a:pt x="283" y="506"/>
                </a:lnTo>
                <a:lnTo>
                  <a:pt x="289" y="522"/>
                </a:lnTo>
                <a:lnTo>
                  <a:pt x="297" y="537"/>
                </a:lnTo>
                <a:lnTo>
                  <a:pt x="305" y="553"/>
                </a:lnTo>
                <a:lnTo>
                  <a:pt x="318" y="565"/>
                </a:lnTo>
                <a:lnTo>
                  <a:pt x="330" y="577"/>
                </a:lnTo>
                <a:lnTo>
                  <a:pt x="342" y="589"/>
                </a:lnTo>
                <a:lnTo>
                  <a:pt x="342" y="589"/>
                </a:lnTo>
                <a:lnTo>
                  <a:pt x="358" y="599"/>
                </a:lnTo>
                <a:lnTo>
                  <a:pt x="374" y="607"/>
                </a:lnTo>
                <a:lnTo>
                  <a:pt x="391" y="615"/>
                </a:lnTo>
                <a:lnTo>
                  <a:pt x="409" y="622"/>
                </a:lnTo>
                <a:lnTo>
                  <a:pt x="429" y="626"/>
                </a:lnTo>
                <a:lnTo>
                  <a:pt x="447" y="630"/>
                </a:lnTo>
                <a:lnTo>
                  <a:pt x="467" y="630"/>
                </a:lnTo>
                <a:lnTo>
                  <a:pt x="490" y="630"/>
                </a:lnTo>
                <a:lnTo>
                  <a:pt x="490" y="630"/>
                </a:lnTo>
                <a:lnTo>
                  <a:pt x="492" y="630"/>
                </a:lnTo>
                <a:lnTo>
                  <a:pt x="492" y="630"/>
                </a:lnTo>
                <a:lnTo>
                  <a:pt x="500" y="630"/>
                </a:lnTo>
                <a:lnTo>
                  <a:pt x="506" y="632"/>
                </a:lnTo>
                <a:lnTo>
                  <a:pt x="514" y="634"/>
                </a:lnTo>
                <a:lnTo>
                  <a:pt x="520" y="638"/>
                </a:lnTo>
                <a:lnTo>
                  <a:pt x="524" y="644"/>
                </a:lnTo>
                <a:lnTo>
                  <a:pt x="528" y="650"/>
                </a:lnTo>
                <a:lnTo>
                  <a:pt x="530" y="656"/>
                </a:lnTo>
                <a:lnTo>
                  <a:pt x="532" y="664"/>
                </a:lnTo>
                <a:lnTo>
                  <a:pt x="532" y="664"/>
                </a:lnTo>
                <a:lnTo>
                  <a:pt x="532" y="672"/>
                </a:lnTo>
                <a:lnTo>
                  <a:pt x="530" y="678"/>
                </a:lnTo>
                <a:lnTo>
                  <a:pt x="528" y="686"/>
                </a:lnTo>
                <a:lnTo>
                  <a:pt x="522" y="690"/>
                </a:lnTo>
                <a:lnTo>
                  <a:pt x="518" y="696"/>
                </a:lnTo>
                <a:lnTo>
                  <a:pt x="512" y="700"/>
                </a:lnTo>
                <a:lnTo>
                  <a:pt x="506" y="702"/>
                </a:lnTo>
                <a:lnTo>
                  <a:pt x="498" y="705"/>
                </a:lnTo>
                <a:lnTo>
                  <a:pt x="494" y="705"/>
                </a:lnTo>
                <a:lnTo>
                  <a:pt x="494" y="705"/>
                </a:lnTo>
                <a:lnTo>
                  <a:pt x="494" y="705"/>
                </a:lnTo>
                <a:lnTo>
                  <a:pt x="494" y="705"/>
                </a:lnTo>
                <a:lnTo>
                  <a:pt x="467" y="705"/>
                </a:lnTo>
                <a:lnTo>
                  <a:pt x="439" y="702"/>
                </a:lnTo>
                <a:lnTo>
                  <a:pt x="413" y="698"/>
                </a:lnTo>
                <a:lnTo>
                  <a:pt x="388" y="692"/>
                </a:lnTo>
                <a:lnTo>
                  <a:pt x="364" y="684"/>
                </a:lnTo>
                <a:lnTo>
                  <a:pt x="340" y="674"/>
                </a:lnTo>
                <a:lnTo>
                  <a:pt x="318" y="662"/>
                </a:lnTo>
                <a:lnTo>
                  <a:pt x="297" y="648"/>
                </a:lnTo>
                <a:lnTo>
                  <a:pt x="297" y="648"/>
                </a:lnTo>
                <a:lnTo>
                  <a:pt x="279" y="632"/>
                </a:lnTo>
                <a:lnTo>
                  <a:pt x="261" y="613"/>
                </a:lnTo>
                <a:lnTo>
                  <a:pt x="245" y="595"/>
                </a:lnTo>
                <a:lnTo>
                  <a:pt x="233" y="573"/>
                </a:lnTo>
                <a:lnTo>
                  <a:pt x="220" y="553"/>
                </a:lnTo>
                <a:lnTo>
                  <a:pt x="212" y="528"/>
                </a:lnTo>
                <a:lnTo>
                  <a:pt x="206" y="504"/>
                </a:lnTo>
                <a:lnTo>
                  <a:pt x="202" y="478"/>
                </a:lnTo>
                <a:lnTo>
                  <a:pt x="202" y="478"/>
                </a:lnTo>
                <a:lnTo>
                  <a:pt x="202" y="478"/>
                </a:lnTo>
                <a:lnTo>
                  <a:pt x="202" y="476"/>
                </a:lnTo>
                <a:lnTo>
                  <a:pt x="202" y="476"/>
                </a:lnTo>
                <a:lnTo>
                  <a:pt x="202" y="476"/>
                </a:lnTo>
                <a:lnTo>
                  <a:pt x="202" y="476"/>
                </a:lnTo>
                <a:lnTo>
                  <a:pt x="202" y="449"/>
                </a:lnTo>
                <a:lnTo>
                  <a:pt x="204" y="425"/>
                </a:lnTo>
                <a:lnTo>
                  <a:pt x="208" y="401"/>
                </a:lnTo>
                <a:lnTo>
                  <a:pt x="216" y="377"/>
                </a:lnTo>
                <a:lnTo>
                  <a:pt x="227" y="352"/>
                </a:lnTo>
                <a:lnTo>
                  <a:pt x="241" y="332"/>
                </a:lnTo>
                <a:lnTo>
                  <a:pt x="255" y="310"/>
                </a:lnTo>
                <a:lnTo>
                  <a:pt x="271" y="292"/>
                </a:lnTo>
                <a:lnTo>
                  <a:pt x="271" y="292"/>
                </a:lnTo>
                <a:lnTo>
                  <a:pt x="291" y="273"/>
                </a:lnTo>
                <a:lnTo>
                  <a:pt x="312" y="257"/>
                </a:lnTo>
                <a:lnTo>
                  <a:pt x="332" y="243"/>
                </a:lnTo>
                <a:lnTo>
                  <a:pt x="356" y="231"/>
                </a:lnTo>
                <a:lnTo>
                  <a:pt x="380" y="221"/>
                </a:lnTo>
                <a:lnTo>
                  <a:pt x="407" y="213"/>
                </a:lnTo>
                <a:lnTo>
                  <a:pt x="433" y="207"/>
                </a:lnTo>
                <a:lnTo>
                  <a:pt x="461" y="203"/>
                </a:lnTo>
                <a:lnTo>
                  <a:pt x="461" y="203"/>
                </a:lnTo>
                <a:lnTo>
                  <a:pt x="461" y="203"/>
                </a:lnTo>
                <a:lnTo>
                  <a:pt x="463" y="203"/>
                </a:lnTo>
                <a:lnTo>
                  <a:pt x="463" y="203"/>
                </a:lnTo>
                <a:lnTo>
                  <a:pt x="463" y="203"/>
                </a:lnTo>
                <a:lnTo>
                  <a:pt x="463" y="203"/>
                </a:lnTo>
                <a:lnTo>
                  <a:pt x="486" y="203"/>
                </a:lnTo>
                <a:lnTo>
                  <a:pt x="506" y="205"/>
                </a:lnTo>
                <a:lnTo>
                  <a:pt x="528" y="207"/>
                </a:lnTo>
                <a:lnTo>
                  <a:pt x="548" y="213"/>
                </a:lnTo>
                <a:lnTo>
                  <a:pt x="567" y="219"/>
                </a:lnTo>
                <a:lnTo>
                  <a:pt x="585" y="227"/>
                </a:lnTo>
                <a:lnTo>
                  <a:pt x="601" y="237"/>
                </a:lnTo>
                <a:lnTo>
                  <a:pt x="617" y="247"/>
                </a:lnTo>
                <a:lnTo>
                  <a:pt x="617" y="247"/>
                </a:lnTo>
                <a:lnTo>
                  <a:pt x="633" y="259"/>
                </a:lnTo>
                <a:lnTo>
                  <a:pt x="648" y="273"/>
                </a:lnTo>
                <a:lnTo>
                  <a:pt x="660" y="290"/>
                </a:lnTo>
                <a:lnTo>
                  <a:pt x="670" y="306"/>
                </a:lnTo>
                <a:lnTo>
                  <a:pt x="678" y="324"/>
                </a:lnTo>
                <a:lnTo>
                  <a:pt x="686" y="342"/>
                </a:lnTo>
                <a:lnTo>
                  <a:pt x="690" y="360"/>
                </a:lnTo>
                <a:lnTo>
                  <a:pt x="694" y="381"/>
                </a:lnTo>
                <a:lnTo>
                  <a:pt x="694" y="381"/>
                </a:lnTo>
                <a:lnTo>
                  <a:pt x="694" y="381"/>
                </a:lnTo>
                <a:lnTo>
                  <a:pt x="694" y="383"/>
                </a:lnTo>
                <a:lnTo>
                  <a:pt x="694" y="383"/>
                </a:lnTo>
                <a:lnTo>
                  <a:pt x="694" y="383"/>
                </a:lnTo>
                <a:lnTo>
                  <a:pt x="694" y="383"/>
                </a:lnTo>
                <a:lnTo>
                  <a:pt x="694" y="403"/>
                </a:lnTo>
                <a:lnTo>
                  <a:pt x="692" y="423"/>
                </a:lnTo>
                <a:lnTo>
                  <a:pt x="688" y="443"/>
                </a:lnTo>
                <a:lnTo>
                  <a:pt x="682" y="462"/>
                </a:lnTo>
                <a:lnTo>
                  <a:pt x="674" y="480"/>
                </a:lnTo>
                <a:lnTo>
                  <a:pt x="664" y="498"/>
                </a:lnTo>
                <a:lnTo>
                  <a:pt x="652" y="514"/>
                </a:lnTo>
                <a:lnTo>
                  <a:pt x="637" y="528"/>
                </a:lnTo>
                <a:lnTo>
                  <a:pt x="637" y="528"/>
                </a:lnTo>
                <a:lnTo>
                  <a:pt x="623" y="543"/>
                </a:lnTo>
                <a:lnTo>
                  <a:pt x="607" y="555"/>
                </a:lnTo>
                <a:lnTo>
                  <a:pt x="591" y="565"/>
                </a:lnTo>
                <a:lnTo>
                  <a:pt x="573" y="575"/>
                </a:lnTo>
                <a:lnTo>
                  <a:pt x="552" y="583"/>
                </a:lnTo>
                <a:lnTo>
                  <a:pt x="532" y="589"/>
                </a:lnTo>
                <a:lnTo>
                  <a:pt x="512" y="595"/>
                </a:lnTo>
                <a:lnTo>
                  <a:pt x="490" y="597"/>
                </a:lnTo>
                <a:lnTo>
                  <a:pt x="490" y="597"/>
                </a:lnTo>
                <a:lnTo>
                  <a:pt x="490" y="597"/>
                </a:lnTo>
                <a:lnTo>
                  <a:pt x="488" y="597"/>
                </a:lnTo>
                <a:lnTo>
                  <a:pt x="488" y="597"/>
                </a:lnTo>
                <a:lnTo>
                  <a:pt x="488" y="597"/>
                </a:lnTo>
                <a:lnTo>
                  <a:pt x="488" y="597"/>
                </a:lnTo>
                <a:lnTo>
                  <a:pt x="474" y="597"/>
                </a:lnTo>
                <a:lnTo>
                  <a:pt x="457" y="597"/>
                </a:lnTo>
                <a:lnTo>
                  <a:pt x="443" y="595"/>
                </a:lnTo>
                <a:lnTo>
                  <a:pt x="429" y="591"/>
                </a:lnTo>
                <a:lnTo>
                  <a:pt x="415" y="587"/>
                </a:lnTo>
                <a:lnTo>
                  <a:pt x="401" y="581"/>
                </a:lnTo>
                <a:lnTo>
                  <a:pt x="388" y="573"/>
                </a:lnTo>
                <a:lnTo>
                  <a:pt x="378" y="565"/>
                </a:lnTo>
                <a:lnTo>
                  <a:pt x="378" y="565"/>
                </a:lnTo>
                <a:lnTo>
                  <a:pt x="366" y="557"/>
                </a:lnTo>
                <a:lnTo>
                  <a:pt x="356" y="547"/>
                </a:lnTo>
                <a:lnTo>
                  <a:pt x="348" y="534"/>
                </a:lnTo>
                <a:lnTo>
                  <a:pt x="340" y="522"/>
                </a:lnTo>
                <a:lnTo>
                  <a:pt x="334" y="510"/>
                </a:lnTo>
                <a:lnTo>
                  <a:pt x="328" y="496"/>
                </a:lnTo>
                <a:lnTo>
                  <a:pt x="324" y="482"/>
                </a:lnTo>
                <a:lnTo>
                  <a:pt x="322" y="468"/>
                </a:lnTo>
                <a:lnTo>
                  <a:pt x="322" y="468"/>
                </a:lnTo>
                <a:lnTo>
                  <a:pt x="322" y="468"/>
                </a:lnTo>
                <a:lnTo>
                  <a:pt x="322" y="466"/>
                </a:lnTo>
                <a:lnTo>
                  <a:pt x="322" y="466"/>
                </a:lnTo>
                <a:lnTo>
                  <a:pt x="322" y="466"/>
                </a:lnTo>
                <a:lnTo>
                  <a:pt x="322" y="466"/>
                </a:lnTo>
                <a:lnTo>
                  <a:pt x="322" y="451"/>
                </a:lnTo>
                <a:lnTo>
                  <a:pt x="324" y="437"/>
                </a:lnTo>
                <a:lnTo>
                  <a:pt x="326" y="421"/>
                </a:lnTo>
                <a:lnTo>
                  <a:pt x="332" y="409"/>
                </a:lnTo>
                <a:lnTo>
                  <a:pt x="336" y="395"/>
                </a:lnTo>
                <a:lnTo>
                  <a:pt x="344" y="383"/>
                </a:lnTo>
                <a:lnTo>
                  <a:pt x="352" y="371"/>
                </a:lnTo>
                <a:lnTo>
                  <a:pt x="362" y="360"/>
                </a:lnTo>
                <a:lnTo>
                  <a:pt x="362" y="360"/>
                </a:lnTo>
                <a:lnTo>
                  <a:pt x="372" y="350"/>
                </a:lnTo>
                <a:lnTo>
                  <a:pt x="384" y="340"/>
                </a:lnTo>
                <a:lnTo>
                  <a:pt x="397" y="332"/>
                </a:lnTo>
                <a:lnTo>
                  <a:pt x="409" y="326"/>
                </a:lnTo>
                <a:lnTo>
                  <a:pt x="423" y="320"/>
                </a:lnTo>
                <a:lnTo>
                  <a:pt x="439" y="316"/>
                </a:lnTo>
                <a:lnTo>
                  <a:pt x="453" y="312"/>
                </a:lnTo>
                <a:lnTo>
                  <a:pt x="469" y="310"/>
                </a:lnTo>
                <a:lnTo>
                  <a:pt x="469" y="310"/>
                </a:lnTo>
                <a:lnTo>
                  <a:pt x="469" y="310"/>
                </a:lnTo>
                <a:lnTo>
                  <a:pt x="469" y="310"/>
                </a:lnTo>
                <a:lnTo>
                  <a:pt x="469" y="310"/>
                </a:lnTo>
                <a:lnTo>
                  <a:pt x="469" y="310"/>
                </a:lnTo>
                <a:lnTo>
                  <a:pt x="469" y="310"/>
                </a:lnTo>
                <a:lnTo>
                  <a:pt x="490" y="310"/>
                </a:lnTo>
                <a:lnTo>
                  <a:pt x="506" y="314"/>
                </a:lnTo>
                <a:lnTo>
                  <a:pt x="524" y="320"/>
                </a:lnTo>
                <a:lnTo>
                  <a:pt x="538" y="330"/>
                </a:lnTo>
                <a:lnTo>
                  <a:pt x="538" y="330"/>
                </a:lnTo>
                <a:lnTo>
                  <a:pt x="552" y="342"/>
                </a:lnTo>
                <a:lnTo>
                  <a:pt x="563" y="356"/>
                </a:lnTo>
                <a:lnTo>
                  <a:pt x="569" y="373"/>
                </a:lnTo>
                <a:lnTo>
                  <a:pt x="573" y="393"/>
                </a:lnTo>
                <a:lnTo>
                  <a:pt x="573" y="393"/>
                </a:lnTo>
                <a:lnTo>
                  <a:pt x="573" y="393"/>
                </a:lnTo>
                <a:lnTo>
                  <a:pt x="573" y="393"/>
                </a:lnTo>
                <a:lnTo>
                  <a:pt x="573" y="393"/>
                </a:lnTo>
                <a:lnTo>
                  <a:pt x="573" y="393"/>
                </a:lnTo>
                <a:lnTo>
                  <a:pt x="573" y="393"/>
                </a:lnTo>
                <a:lnTo>
                  <a:pt x="573" y="411"/>
                </a:lnTo>
                <a:lnTo>
                  <a:pt x="567" y="429"/>
                </a:lnTo>
                <a:lnTo>
                  <a:pt x="559" y="445"/>
                </a:lnTo>
                <a:lnTo>
                  <a:pt x="548" y="460"/>
                </a:lnTo>
                <a:lnTo>
                  <a:pt x="548" y="460"/>
                </a:lnTo>
                <a:lnTo>
                  <a:pt x="534" y="472"/>
                </a:lnTo>
                <a:lnTo>
                  <a:pt x="518" y="482"/>
                </a:lnTo>
                <a:lnTo>
                  <a:pt x="502" y="488"/>
                </a:lnTo>
                <a:lnTo>
                  <a:pt x="484" y="490"/>
                </a:lnTo>
                <a:lnTo>
                  <a:pt x="484" y="490"/>
                </a:lnTo>
                <a:close/>
                <a:moveTo>
                  <a:pt x="688" y="279"/>
                </a:moveTo>
                <a:lnTo>
                  <a:pt x="688" y="279"/>
                </a:lnTo>
                <a:lnTo>
                  <a:pt x="700" y="298"/>
                </a:lnTo>
                <a:lnTo>
                  <a:pt x="712" y="318"/>
                </a:lnTo>
                <a:lnTo>
                  <a:pt x="723" y="338"/>
                </a:lnTo>
                <a:lnTo>
                  <a:pt x="731" y="358"/>
                </a:lnTo>
                <a:lnTo>
                  <a:pt x="731" y="358"/>
                </a:lnTo>
                <a:lnTo>
                  <a:pt x="749" y="354"/>
                </a:lnTo>
                <a:lnTo>
                  <a:pt x="765" y="348"/>
                </a:lnTo>
                <a:lnTo>
                  <a:pt x="777" y="342"/>
                </a:lnTo>
                <a:lnTo>
                  <a:pt x="787" y="334"/>
                </a:lnTo>
                <a:lnTo>
                  <a:pt x="795" y="328"/>
                </a:lnTo>
                <a:lnTo>
                  <a:pt x="803" y="320"/>
                </a:lnTo>
                <a:lnTo>
                  <a:pt x="814" y="304"/>
                </a:lnTo>
                <a:lnTo>
                  <a:pt x="824" y="290"/>
                </a:lnTo>
                <a:lnTo>
                  <a:pt x="834" y="277"/>
                </a:lnTo>
                <a:lnTo>
                  <a:pt x="840" y="271"/>
                </a:lnTo>
                <a:lnTo>
                  <a:pt x="846" y="265"/>
                </a:lnTo>
                <a:lnTo>
                  <a:pt x="856" y="261"/>
                </a:lnTo>
                <a:lnTo>
                  <a:pt x="868" y="257"/>
                </a:lnTo>
                <a:lnTo>
                  <a:pt x="868" y="257"/>
                </a:lnTo>
                <a:lnTo>
                  <a:pt x="846" y="243"/>
                </a:lnTo>
                <a:lnTo>
                  <a:pt x="824" y="233"/>
                </a:lnTo>
                <a:lnTo>
                  <a:pt x="801" y="227"/>
                </a:lnTo>
                <a:lnTo>
                  <a:pt x="791" y="225"/>
                </a:lnTo>
                <a:lnTo>
                  <a:pt x="781" y="225"/>
                </a:lnTo>
                <a:lnTo>
                  <a:pt x="769" y="227"/>
                </a:lnTo>
                <a:lnTo>
                  <a:pt x="757" y="229"/>
                </a:lnTo>
                <a:lnTo>
                  <a:pt x="747" y="233"/>
                </a:lnTo>
                <a:lnTo>
                  <a:pt x="735" y="239"/>
                </a:lnTo>
                <a:lnTo>
                  <a:pt x="723" y="247"/>
                </a:lnTo>
                <a:lnTo>
                  <a:pt x="712" y="255"/>
                </a:lnTo>
                <a:lnTo>
                  <a:pt x="700" y="267"/>
                </a:lnTo>
                <a:lnTo>
                  <a:pt x="688" y="279"/>
                </a:lnTo>
                <a:lnTo>
                  <a:pt x="688" y="279"/>
                </a:lnTo>
                <a:close/>
                <a:moveTo>
                  <a:pt x="569" y="188"/>
                </a:moveTo>
                <a:lnTo>
                  <a:pt x="569" y="188"/>
                </a:lnTo>
                <a:lnTo>
                  <a:pt x="589" y="196"/>
                </a:lnTo>
                <a:lnTo>
                  <a:pt x="607" y="209"/>
                </a:lnTo>
                <a:lnTo>
                  <a:pt x="627" y="221"/>
                </a:lnTo>
                <a:lnTo>
                  <a:pt x="646" y="235"/>
                </a:lnTo>
                <a:lnTo>
                  <a:pt x="646" y="235"/>
                </a:lnTo>
                <a:lnTo>
                  <a:pt x="658" y="221"/>
                </a:lnTo>
                <a:lnTo>
                  <a:pt x="668" y="209"/>
                </a:lnTo>
                <a:lnTo>
                  <a:pt x="676" y="196"/>
                </a:lnTo>
                <a:lnTo>
                  <a:pt x="682" y="186"/>
                </a:lnTo>
                <a:lnTo>
                  <a:pt x="686" y="174"/>
                </a:lnTo>
                <a:lnTo>
                  <a:pt x="688" y="164"/>
                </a:lnTo>
                <a:lnTo>
                  <a:pt x="690" y="146"/>
                </a:lnTo>
                <a:lnTo>
                  <a:pt x="690" y="130"/>
                </a:lnTo>
                <a:lnTo>
                  <a:pt x="692" y="111"/>
                </a:lnTo>
                <a:lnTo>
                  <a:pt x="694" y="103"/>
                </a:lnTo>
                <a:lnTo>
                  <a:pt x="698" y="95"/>
                </a:lnTo>
                <a:lnTo>
                  <a:pt x="704" y="87"/>
                </a:lnTo>
                <a:lnTo>
                  <a:pt x="712" y="77"/>
                </a:lnTo>
                <a:lnTo>
                  <a:pt x="712" y="77"/>
                </a:lnTo>
                <a:lnTo>
                  <a:pt x="686" y="77"/>
                </a:lnTo>
                <a:lnTo>
                  <a:pt x="664" y="79"/>
                </a:lnTo>
                <a:lnTo>
                  <a:pt x="642" y="85"/>
                </a:lnTo>
                <a:lnTo>
                  <a:pt x="631" y="89"/>
                </a:lnTo>
                <a:lnTo>
                  <a:pt x="621" y="93"/>
                </a:lnTo>
                <a:lnTo>
                  <a:pt x="611" y="101"/>
                </a:lnTo>
                <a:lnTo>
                  <a:pt x="603" y="107"/>
                </a:lnTo>
                <a:lnTo>
                  <a:pt x="595" y="117"/>
                </a:lnTo>
                <a:lnTo>
                  <a:pt x="589" y="128"/>
                </a:lnTo>
                <a:lnTo>
                  <a:pt x="583" y="140"/>
                </a:lnTo>
                <a:lnTo>
                  <a:pt x="577" y="154"/>
                </a:lnTo>
                <a:lnTo>
                  <a:pt x="573" y="170"/>
                </a:lnTo>
                <a:lnTo>
                  <a:pt x="569" y="188"/>
                </a:lnTo>
                <a:lnTo>
                  <a:pt x="569" y="188"/>
                </a:lnTo>
                <a:close/>
                <a:moveTo>
                  <a:pt x="419" y="168"/>
                </a:moveTo>
                <a:lnTo>
                  <a:pt x="419" y="168"/>
                </a:lnTo>
                <a:lnTo>
                  <a:pt x="441" y="166"/>
                </a:lnTo>
                <a:lnTo>
                  <a:pt x="463" y="166"/>
                </a:lnTo>
                <a:lnTo>
                  <a:pt x="486" y="166"/>
                </a:lnTo>
                <a:lnTo>
                  <a:pt x="508" y="170"/>
                </a:lnTo>
                <a:lnTo>
                  <a:pt x="508" y="170"/>
                </a:lnTo>
                <a:lnTo>
                  <a:pt x="512" y="152"/>
                </a:lnTo>
                <a:lnTo>
                  <a:pt x="516" y="136"/>
                </a:lnTo>
                <a:lnTo>
                  <a:pt x="516" y="122"/>
                </a:lnTo>
                <a:lnTo>
                  <a:pt x="516" y="109"/>
                </a:lnTo>
                <a:lnTo>
                  <a:pt x="514" y="97"/>
                </a:lnTo>
                <a:lnTo>
                  <a:pt x="510" y="87"/>
                </a:lnTo>
                <a:lnTo>
                  <a:pt x="502" y="71"/>
                </a:lnTo>
                <a:lnTo>
                  <a:pt x="494" y="55"/>
                </a:lnTo>
                <a:lnTo>
                  <a:pt x="488" y="41"/>
                </a:lnTo>
                <a:lnTo>
                  <a:pt x="486" y="30"/>
                </a:lnTo>
                <a:lnTo>
                  <a:pt x="486" y="22"/>
                </a:lnTo>
                <a:lnTo>
                  <a:pt x="486" y="12"/>
                </a:lnTo>
                <a:lnTo>
                  <a:pt x="488" y="0"/>
                </a:lnTo>
                <a:lnTo>
                  <a:pt x="488" y="0"/>
                </a:lnTo>
                <a:lnTo>
                  <a:pt x="465" y="12"/>
                </a:lnTo>
                <a:lnTo>
                  <a:pt x="445" y="26"/>
                </a:lnTo>
                <a:lnTo>
                  <a:pt x="429" y="41"/>
                </a:lnTo>
                <a:lnTo>
                  <a:pt x="423" y="51"/>
                </a:lnTo>
                <a:lnTo>
                  <a:pt x="417" y="61"/>
                </a:lnTo>
                <a:lnTo>
                  <a:pt x="413" y="71"/>
                </a:lnTo>
                <a:lnTo>
                  <a:pt x="409" y="81"/>
                </a:lnTo>
                <a:lnTo>
                  <a:pt x="407" y="93"/>
                </a:lnTo>
                <a:lnTo>
                  <a:pt x="407" y="105"/>
                </a:lnTo>
                <a:lnTo>
                  <a:pt x="407" y="120"/>
                </a:lnTo>
                <a:lnTo>
                  <a:pt x="409" y="134"/>
                </a:lnTo>
                <a:lnTo>
                  <a:pt x="413" y="150"/>
                </a:lnTo>
                <a:lnTo>
                  <a:pt x="419" y="168"/>
                </a:lnTo>
                <a:lnTo>
                  <a:pt x="419" y="168"/>
                </a:lnTo>
                <a:close/>
                <a:moveTo>
                  <a:pt x="279" y="225"/>
                </a:moveTo>
                <a:lnTo>
                  <a:pt x="279" y="225"/>
                </a:lnTo>
                <a:lnTo>
                  <a:pt x="297" y="213"/>
                </a:lnTo>
                <a:lnTo>
                  <a:pt x="316" y="200"/>
                </a:lnTo>
                <a:lnTo>
                  <a:pt x="336" y="190"/>
                </a:lnTo>
                <a:lnTo>
                  <a:pt x="358" y="182"/>
                </a:lnTo>
                <a:lnTo>
                  <a:pt x="358" y="182"/>
                </a:lnTo>
                <a:lnTo>
                  <a:pt x="352" y="164"/>
                </a:lnTo>
                <a:lnTo>
                  <a:pt x="346" y="148"/>
                </a:lnTo>
                <a:lnTo>
                  <a:pt x="340" y="136"/>
                </a:lnTo>
                <a:lnTo>
                  <a:pt x="334" y="126"/>
                </a:lnTo>
                <a:lnTo>
                  <a:pt x="326" y="117"/>
                </a:lnTo>
                <a:lnTo>
                  <a:pt x="318" y="109"/>
                </a:lnTo>
                <a:lnTo>
                  <a:pt x="303" y="99"/>
                </a:lnTo>
                <a:lnTo>
                  <a:pt x="289" y="89"/>
                </a:lnTo>
                <a:lnTo>
                  <a:pt x="275" y="79"/>
                </a:lnTo>
                <a:lnTo>
                  <a:pt x="269" y="73"/>
                </a:lnTo>
                <a:lnTo>
                  <a:pt x="263" y="65"/>
                </a:lnTo>
                <a:lnTo>
                  <a:pt x="259" y="57"/>
                </a:lnTo>
                <a:lnTo>
                  <a:pt x="255" y="45"/>
                </a:lnTo>
                <a:lnTo>
                  <a:pt x="255" y="45"/>
                </a:lnTo>
                <a:lnTo>
                  <a:pt x="243" y="67"/>
                </a:lnTo>
                <a:lnTo>
                  <a:pt x="233" y="89"/>
                </a:lnTo>
                <a:lnTo>
                  <a:pt x="225" y="109"/>
                </a:lnTo>
                <a:lnTo>
                  <a:pt x="225" y="122"/>
                </a:lnTo>
                <a:lnTo>
                  <a:pt x="225" y="132"/>
                </a:lnTo>
                <a:lnTo>
                  <a:pt x="225" y="144"/>
                </a:lnTo>
                <a:lnTo>
                  <a:pt x="227" y="154"/>
                </a:lnTo>
                <a:lnTo>
                  <a:pt x="231" y="166"/>
                </a:lnTo>
                <a:lnTo>
                  <a:pt x="237" y="178"/>
                </a:lnTo>
                <a:lnTo>
                  <a:pt x="245" y="190"/>
                </a:lnTo>
                <a:lnTo>
                  <a:pt x="255" y="200"/>
                </a:lnTo>
                <a:lnTo>
                  <a:pt x="265" y="213"/>
                </a:lnTo>
                <a:lnTo>
                  <a:pt x="279" y="225"/>
                </a:lnTo>
                <a:lnTo>
                  <a:pt x="279" y="225"/>
                </a:lnTo>
                <a:close/>
                <a:moveTo>
                  <a:pt x="186" y="344"/>
                </a:moveTo>
                <a:lnTo>
                  <a:pt x="186" y="344"/>
                </a:lnTo>
                <a:lnTo>
                  <a:pt x="196" y="324"/>
                </a:lnTo>
                <a:lnTo>
                  <a:pt x="206" y="304"/>
                </a:lnTo>
                <a:lnTo>
                  <a:pt x="218" y="285"/>
                </a:lnTo>
                <a:lnTo>
                  <a:pt x="233" y="267"/>
                </a:lnTo>
                <a:lnTo>
                  <a:pt x="233" y="267"/>
                </a:lnTo>
                <a:lnTo>
                  <a:pt x="218" y="255"/>
                </a:lnTo>
                <a:lnTo>
                  <a:pt x="206" y="245"/>
                </a:lnTo>
                <a:lnTo>
                  <a:pt x="194" y="237"/>
                </a:lnTo>
                <a:lnTo>
                  <a:pt x="184" y="231"/>
                </a:lnTo>
                <a:lnTo>
                  <a:pt x="174" y="227"/>
                </a:lnTo>
                <a:lnTo>
                  <a:pt x="164" y="225"/>
                </a:lnTo>
                <a:lnTo>
                  <a:pt x="146" y="223"/>
                </a:lnTo>
                <a:lnTo>
                  <a:pt x="127" y="223"/>
                </a:lnTo>
                <a:lnTo>
                  <a:pt x="111" y="221"/>
                </a:lnTo>
                <a:lnTo>
                  <a:pt x="103" y="219"/>
                </a:lnTo>
                <a:lnTo>
                  <a:pt x="93" y="215"/>
                </a:lnTo>
                <a:lnTo>
                  <a:pt x="85" y="209"/>
                </a:lnTo>
                <a:lnTo>
                  <a:pt x="77" y="200"/>
                </a:lnTo>
                <a:lnTo>
                  <a:pt x="77" y="200"/>
                </a:lnTo>
                <a:lnTo>
                  <a:pt x="75" y="227"/>
                </a:lnTo>
                <a:lnTo>
                  <a:pt x="77" y="249"/>
                </a:lnTo>
                <a:lnTo>
                  <a:pt x="83" y="271"/>
                </a:lnTo>
                <a:lnTo>
                  <a:pt x="87" y="281"/>
                </a:lnTo>
                <a:lnTo>
                  <a:pt x="93" y="292"/>
                </a:lnTo>
                <a:lnTo>
                  <a:pt x="99" y="302"/>
                </a:lnTo>
                <a:lnTo>
                  <a:pt x="107" y="310"/>
                </a:lnTo>
                <a:lnTo>
                  <a:pt x="115" y="318"/>
                </a:lnTo>
                <a:lnTo>
                  <a:pt x="127" y="324"/>
                </a:lnTo>
                <a:lnTo>
                  <a:pt x="140" y="330"/>
                </a:lnTo>
                <a:lnTo>
                  <a:pt x="154" y="336"/>
                </a:lnTo>
                <a:lnTo>
                  <a:pt x="168" y="340"/>
                </a:lnTo>
                <a:lnTo>
                  <a:pt x="186" y="344"/>
                </a:lnTo>
                <a:lnTo>
                  <a:pt x="186" y="344"/>
                </a:lnTo>
                <a:close/>
                <a:moveTo>
                  <a:pt x="166" y="494"/>
                </a:moveTo>
                <a:lnTo>
                  <a:pt x="166" y="494"/>
                </a:lnTo>
                <a:lnTo>
                  <a:pt x="164" y="472"/>
                </a:lnTo>
                <a:lnTo>
                  <a:pt x="164" y="449"/>
                </a:lnTo>
                <a:lnTo>
                  <a:pt x="166" y="427"/>
                </a:lnTo>
                <a:lnTo>
                  <a:pt x="168" y="405"/>
                </a:lnTo>
                <a:lnTo>
                  <a:pt x="168" y="405"/>
                </a:lnTo>
                <a:lnTo>
                  <a:pt x="150" y="399"/>
                </a:lnTo>
                <a:lnTo>
                  <a:pt x="133" y="397"/>
                </a:lnTo>
                <a:lnTo>
                  <a:pt x="119" y="397"/>
                </a:lnTo>
                <a:lnTo>
                  <a:pt x="107" y="397"/>
                </a:lnTo>
                <a:lnTo>
                  <a:pt x="97" y="399"/>
                </a:lnTo>
                <a:lnTo>
                  <a:pt x="87" y="403"/>
                </a:lnTo>
                <a:lnTo>
                  <a:pt x="69" y="409"/>
                </a:lnTo>
                <a:lnTo>
                  <a:pt x="54" y="419"/>
                </a:lnTo>
                <a:lnTo>
                  <a:pt x="38" y="425"/>
                </a:lnTo>
                <a:lnTo>
                  <a:pt x="30" y="427"/>
                </a:lnTo>
                <a:lnTo>
                  <a:pt x="20" y="427"/>
                </a:lnTo>
                <a:lnTo>
                  <a:pt x="10" y="427"/>
                </a:lnTo>
                <a:lnTo>
                  <a:pt x="0" y="425"/>
                </a:lnTo>
                <a:lnTo>
                  <a:pt x="0" y="425"/>
                </a:lnTo>
                <a:lnTo>
                  <a:pt x="10" y="447"/>
                </a:lnTo>
                <a:lnTo>
                  <a:pt x="24" y="466"/>
                </a:lnTo>
                <a:lnTo>
                  <a:pt x="40" y="484"/>
                </a:lnTo>
                <a:lnTo>
                  <a:pt x="48" y="490"/>
                </a:lnTo>
                <a:lnTo>
                  <a:pt x="59" y="496"/>
                </a:lnTo>
                <a:lnTo>
                  <a:pt x="69" y="500"/>
                </a:lnTo>
                <a:lnTo>
                  <a:pt x="79" y="504"/>
                </a:lnTo>
                <a:lnTo>
                  <a:pt x="91" y="506"/>
                </a:lnTo>
                <a:lnTo>
                  <a:pt x="105" y="506"/>
                </a:lnTo>
                <a:lnTo>
                  <a:pt x="119" y="506"/>
                </a:lnTo>
                <a:lnTo>
                  <a:pt x="133" y="504"/>
                </a:lnTo>
                <a:lnTo>
                  <a:pt x="150" y="500"/>
                </a:lnTo>
                <a:lnTo>
                  <a:pt x="166" y="494"/>
                </a:lnTo>
                <a:lnTo>
                  <a:pt x="166" y="494"/>
                </a:lnTo>
                <a:close/>
                <a:moveTo>
                  <a:pt x="225" y="634"/>
                </a:moveTo>
                <a:lnTo>
                  <a:pt x="225" y="634"/>
                </a:lnTo>
                <a:lnTo>
                  <a:pt x="210" y="615"/>
                </a:lnTo>
                <a:lnTo>
                  <a:pt x="198" y="597"/>
                </a:lnTo>
                <a:lnTo>
                  <a:pt x="188" y="577"/>
                </a:lnTo>
                <a:lnTo>
                  <a:pt x="180" y="555"/>
                </a:lnTo>
                <a:lnTo>
                  <a:pt x="180" y="555"/>
                </a:lnTo>
                <a:lnTo>
                  <a:pt x="162" y="561"/>
                </a:lnTo>
                <a:lnTo>
                  <a:pt x="148" y="567"/>
                </a:lnTo>
                <a:lnTo>
                  <a:pt x="135" y="573"/>
                </a:lnTo>
                <a:lnTo>
                  <a:pt x="125" y="579"/>
                </a:lnTo>
                <a:lnTo>
                  <a:pt x="115" y="587"/>
                </a:lnTo>
                <a:lnTo>
                  <a:pt x="109" y="593"/>
                </a:lnTo>
                <a:lnTo>
                  <a:pt x="97" y="609"/>
                </a:lnTo>
                <a:lnTo>
                  <a:pt x="89" y="624"/>
                </a:lnTo>
                <a:lnTo>
                  <a:pt x="79" y="638"/>
                </a:lnTo>
                <a:lnTo>
                  <a:pt x="73" y="644"/>
                </a:lnTo>
                <a:lnTo>
                  <a:pt x="65" y="650"/>
                </a:lnTo>
                <a:lnTo>
                  <a:pt x="54" y="654"/>
                </a:lnTo>
                <a:lnTo>
                  <a:pt x="44" y="658"/>
                </a:lnTo>
                <a:lnTo>
                  <a:pt x="44" y="658"/>
                </a:lnTo>
                <a:lnTo>
                  <a:pt x="65" y="670"/>
                </a:lnTo>
                <a:lnTo>
                  <a:pt x="87" y="680"/>
                </a:lnTo>
                <a:lnTo>
                  <a:pt x="109" y="688"/>
                </a:lnTo>
                <a:lnTo>
                  <a:pt x="119" y="688"/>
                </a:lnTo>
                <a:lnTo>
                  <a:pt x="131" y="688"/>
                </a:lnTo>
                <a:lnTo>
                  <a:pt x="142" y="688"/>
                </a:lnTo>
                <a:lnTo>
                  <a:pt x="154" y="686"/>
                </a:lnTo>
                <a:lnTo>
                  <a:pt x="166" y="682"/>
                </a:lnTo>
                <a:lnTo>
                  <a:pt x="176" y="676"/>
                </a:lnTo>
                <a:lnTo>
                  <a:pt x="188" y="668"/>
                </a:lnTo>
                <a:lnTo>
                  <a:pt x="200" y="658"/>
                </a:lnTo>
                <a:lnTo>
                  <a:pt x="212" y="648"/>
                </a:lnTo>
                <a:lnTo>
                  <a:pt x="225" y="634"/>
                </a:lnTo>
                <a:lnTo>
                  <a:pt x="225" y="634"/>
                </a:lnTo>
                <a:close/>
                <a:moveTo>
                  <a:pt x="344" y="727"/>
                </a:moveTo>
                <a:lnTo>
                  <a:pt x="344" y="727"/>
                </a:lnTo>
                <a:lnTo>
                  <a:pt x="324" y="717"/>
                </a:lnTo>
                <a:lnTo>
                  <a:pt x="303" y="707"/>
                </a:lnTo>
                <a:lnTo>
                  <a:pt x="285" y="694"/>
                </a:lnTo>
                <a:lnTo>
                  <a:pt x="267" y="680"/>
                </a:lnTo>
                <a:lnTo>
                  <a:pt x="267" y="680"/>
                </a:lnTo>
                <a:lnTo>
                  <a:pt x="253" y="692"/>
                </a:lnTo>
                <a:lnTo>
                  <a:pt x="243" y="707"/>
                </a:lnTo>
                <a:lnTo>
                  <a:pt x="235" y="717"/>
                </a:lnTo>
                <a:lnTo>
                  <a:pt x="231" y="729"/>
                </a:lnTo>
                <a:lnTo>
                  <a:pt x="227" y="739"/>
                </a:lnTo>
                <a:lnTo>
                  <a:pt x="225" y="749"/>
                </a:lnTo>
                <a:lnTo>
                  <a:pt x="223" y="767"/>
                </a:lnTo>
                <a:lnTo>
                  <a:pt x="220" y="785"/>
                </a:lnTo>
                <a:lnTo>
                  <a:pt x="218" y="802"/>
                </a:lnTo>
                <a:lnTo>
                  <a:pt x="216" y="810"/>
                </a:lnTo>
                <a:lnTo>
                  <a:pt x="212" y="818"/>
                </a:lnTo>
                <a:lnTo>
                  <a:pt x="206" y="828"/>
                </a:lnTo>
                <a:lnTo>
                  <a:pt x="198" y="836"/>
                </a:lnTo>
                <a:lnTo>
                  <a:pt x="198" y="836"/>
                </a:lnTo>
                <a:lnTo>
                  <a:pt x="225" y="836"/>
                </a:lnTo>
                <a:lnTo>
                  <a:pt x="249" y="836"/>
                </a:lnTo>
                <a:lnTo>
                  <a:pt x="271" y="830"/>
                </a:lnTo>
                <a:lnTo>
                  <a:pt x="281" y="826"/>
                </a:lnTo>
                <a:lnTo>
                  <a:pt x="291" y="820"/>
                </a:lnTo>
                <a:lnTo>
                  <a:pt x="299" y="814"/>
                </a:lnTo>
                <a:lnTo>
                  <a:pt x="308" y="806"/>
                </a:lnTo>
                <a:lnTo>
                  <a:pt x="316" y="796"/>
                </a:lnTo>
                <a:lnTo>
                  <a:pt x="324" y="785"/>
                </a:lnTo>
                <a:lnTo>
                  <a:pt x="330" y="773"/>
                </a:lnTo>
                <a:lnTo>
                  <a:pt x="334" y="759"/>
                </a:lnTo>
                <a:lnTo>
                  <a:pt x="340" y="745"/>
                </a:lnTo>
                <a:lnTo>
                  <a:pt x="344" y="727"/>
                </a:lnTo>
                <a:lnTo>
                  <a:pt x="344" y="727"/>
                </a:lnTo>
                <a:close/>
                <a:moveTo>
                  <a:pt x="494" y="747"/>
                </a:moveTo>
                <a:lnTo>
                  <a:pt x="494" y="747"/>
                </a:lnTo>
                <a:lnTo>
                  <a:pt x="471" y="749"/>
                </a:lnTo>
                <a:lnTo>
                  <a:pt x="447" y="749"/>
                </a:lnTo>
                <a:lnTo>
                  <a:pt x="425" y="747"/>
                </a:lnTo>
                <a:lnTo>
                  <a:pt x="403" y="745"/>
                </a:lnTo>
                <a:lnTo>
                  <a:pt x="403" y="745"/>
                </a:lnTo>
                <a:lnTo>
                  <a:pt x="399" y="763"/>
                </a:lnTo>
                <a:lnTo>
                  <a:pt x="397" y="779"/>
                </a:lnTo>
                <a:lnTo>
                  <a:pt x="395" y="794"/>
                </a:lnTo>
                <a:lnTo>
                  <a:pt x="397" y="806"/>
                </a:lnTo>
                <a:lnTo>
                  <a:pt x="399" y="816"/>
                </a:lnTo>
                <a:lnTo>
                  <a:pt x="401" y="826"/>
                </a:lnTo>
                <a:lnTo>
                  <a:pt x="409" y="842"/>
                </a:lnTo>
                <a:lnTo>
                  <a:pt x="417" y="858"/>
                </a:lnTo>
                <a:lnTo>
                  <a:pt x="423" y="875"/>
                </a:lnTo>
                <a:lnTo>
                  <a:pt x="425" y="883"/>
                </a:lnTo>
                <a:lnTo>
                  <a:pt x="427" y="893"/>
                </a:lnTo>
                <a:lnTo>
                  <a:pt x="425" y="903"/>
                </a:lnTo>
                <a:lnTo>
                  <a:pt x="423" y="913"/>
                </a:lnTo>
                <a:lnTo>
                  <a:pt x="423" y="913"/>
                </a:lnTo>
                <a:lnTo>
                  <a:pt x="445" y="901"/>
                </a:lnTo>
                <a:lnTo>
                  <a:pt x="465" y="889"/>
                </a:lnTo>
                <a:lnTo>
                  <a:pt x="482" y="873"/>
                </a:lnTo>
                <a:lnTo>
                  <a:pt x="488" y="864"/>
                </a:lnTo>
                <a:lnTo>
                  <a:pt x="494" y="854"/>
                </a:lnTo>
                <a:lnTo>
                  <a:pt x="500" y="844"/>
                </a:lnTo>
                <a:lnTo>
                  <a:pt x="502" y="832"/>
                </a:lnTo>
                <a:lnTo>
                  <a:pt x="504" y="822"/>
                </a:lnTo>
                <a:lnTo>
                  <a:pt x="506" y="808"/>
                </a:lnTo>
                <a:lnTo>
                  <a:pt x="504" y="794"/>
                </a:lnTo>
                <a:lnTo>
                  <a:pt x="502" y="779"/>
                </a:lnTo>
                <a:lnTo>
                  <a:pt x="498" y="763"/>
                </a:lnTo>
                <a:lnTo>
                  <a:pt x="494" y="747"/>
                </a:lnTo>
                <a:lnTo>
                  <a:pt x="494" y="747"/>
                </a:lnTo>
                <a:close/>
                <a:moveTo>
                  <a:pt x="631" y="674"/>
                </a:moveTo>
                <a:lnTo>
                  <a:pt x="631" y="674"/>
                </a:lnTo>
                <a:lnTo>
                  <a:pt x="613" y="686"/>
                </a:lnTo>
                <a:lnTo>
                  <a:pt x="593" y="698"/>
                </a:lnTo>
                <a:lnTo>
                  <a:pt x="573" y="709"/>
                </a:lnTo>
                <a:lnTo>
                  <a:pt x="552" y="719"/>
                </a:lnTo>
                <a:lnTo>
                  <a:pt x="552" y="719"/>
                </a:lnTo>
                <a:lnTo>
                  <a:pt x="557" y="735"/>
                </a:lnTo>
                <a:lnTo>
                  <a:pt x="563" y="751"/>
                </a:lnTo>
                <a:lnTo>
                  <a:pt x="569" y="763"/>
                </a:lnTo>
                <a:lnTo>
                  <a:pt x="577" y="773"/>
                </a:lnTo>
                <a:lnTo>
                  <a:pt x="583" y="781"/>
                </a:lnTo>
                <a:lnTo>
                  <a:pt x="591" y="790"/>
                </a:lnTo>
                <a:lnTo>
                  <a:pt x="607" y="800"/>
                </a:lnTo>
                <a:lnTo>
                  <a:pt x="621" y="810"/>
                </a:lnTo>
                <a:lnTo>
                  <a:pt x="635" y="820"/>
                </a:lnTo>
                <a:lnTo>
                  <a:pt x="642" y="826"/>
                </a:lnTo>
                <a:lnTo>
                  <a:pt x="646" y="834"/>
                </a:lnTo>
                <a:lnTo>
                  <a:pt x="650" y="842"/>
                </a:lnTo>
                <a:lnTo>
                  <a:pt x="654" y="854"/>
                </a:lnTo>
                <a:lnTo>
                  <a:pt x="654" y="854"/>
                </a:lnTo>
                <a:lnTo>
                  <a:pt x="668" y="832"/>
                </a:lnTo>
                <a:lnTo>
                  <a:pt x="678" y="812"/>
                </a:lnTo>
                <a:lnTo>
                  <a:pt x="684" y="790"/>
                </a:lnTo>
                <a:lnTo>
                  <a:pt x="686" y="777"/>
                </a:lnTo>
                <a:lnTo>
                  <a:pt x="686" y="767"/>
                </a:lnTo>
                <a:lnTo>
                  <a:pt x="684" y="755"/>
                </a:lnTo>
                <a:lnTo>
                  <a:pt x="682" y="745"/>
                </a:lnTo>
                <a:lnTo>
                  <a:pt x="678" y="733"/>
                </a:lnTo>
                <a:lnTo>
                  <a:pt x="672" y="721"/>
                </a:lnTo>
                <a:lnTo>
                  <a:pt x="666" y="711"/>
                </a:lnTo>
                <a:lnTo>
                  <a:pt x="656" y="698"/>
                </a:lnTo>
                <a:lnTo>
                  <a:pt x="644" y="686"/>
                </a:lnTo>
                <a:lnTo>
                  <a:pt x="631" y="674"/>
                </a:lnTo>
                <a:lnTo>
                  <a:pt x="631" y="674"/>
                </a:lnTo>
                <a:close/>
                <a:moveTo>
                  <a:pt x="716" y="553"/>
                </a:moveTo>
                <a:lnTo>
                  <a:pt x="716" y="553"/>
                </a:lnTo>
                <a:lnTo>
                  <a:pt x="708" y="573"/>
                </a:lnTo>
                <a:lnTo>
                  <a:pt x="696" y="593"/>
                </a:lnTo>
                <a:lnTo>
                  <a:pt x="684" y="611"/>
                </a:lnTo>
                <a:lnTo>
                  <a:pt x="670" y="630"/>
                </a:lnTo>
                <a:lnTo>
                  <a:pt x="670" y="630"/>
                </a:lnTo>
                <a:lnTo>
                  <a:pt x="684" y="644"/>
                </a:lnTo>
                <a:lnTo>
                  <a:pt x="696" y="654"/>
                </a:lnTo>
                <a:lnTo>
                  <a:pt x="708" y="660"/>
                </a:lnTo>
                <a:lnTo>
                  <a:pt x="718" y="666"/>
                </a:lnTo>
                <a:lnTo>
                  <a:pt x="729" y="670"/>
                </a:lnTo>
                <a:lnTo>
                  <a:pt x="739" y="672"/>
                </a:lnTo>
                <a:lnTo>
                  <a:pt x="759" y="674"/>
                </a:lnTo>
                <a:lnTo>
                  <a:pt x="775" y="674"/>
                </a:lnTo>
                <a:lnTo>
                  <a:pt x="793" y="676"/>
                </a:lnTo>
                <a:lnTo>
                  <a:pt x="801" y="680"/>
                </a:lnTo>
                <a:lnTo>
                  <a:pt x="810" y="684"/>
                </a:lnTo>
                <a:lnTo>
                  <a:pt x="818" y="688"/>
                </a:lnTo>
                <a:lnTo>
                  <a:pt x="826" y="696"/>
                </a:lnTo>
                <a:lnTo>
                  <a:pt x="826" y="696"/>
                </a:lnTo>
                <a:lnTo>
                  <a:pt x="828" y="672"/>
                </a:lnTo>
                <a:lnTo>
                  <a:pt x="826" y="648"/>
                </a:lnTo>
                <a:lnTo>
                  <a:pt x="820" y="626"/>
                </a:lnTo>
                <a:lnTo>
                  <a:pt x="816" y="615"/>
                </a:lnTo>
                <a:lnTo>
                  <a:pt x="812" y="605"/>
                </a:lnTo>
                <a:lnTo>
                  <a:pt x="803" y="597"/>
                </a:lnTo>
                <a:lnTo>
                  <a:pt x="795" y="587"/>
                </a:lnTo>
                <a:lnTo>
                  <a:pt x="787" y="581"/>
                </a:lnTo>
                <a:lnTo>
                  <a:pt x="777" y="573"/>
                </a:lnTo>
                <a:lnTo>
                  <a:pt x="765" y="567"/>
                </a:lnTo>
                <a:lnTo>
                  <a:pt x="751" y="561"/>
                </a:lnTo>
                <a:lnTo>
                  <a:pt x="735" y="557"/>
                </a:lnTo>
                <a:lnTo>
                  <a:pt x="716" y="553"/>
                </a:lnTo>
                <a:lnTo>
                  <a:pt x="716" y="55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0000" tIns="46800" rIns="90000" bIns="46800" numCol="1" anchor="t" anchorCtr="0" compatLnSpc="1">
            <a:normAutofit/>
          </a:bodyPr>
          <a:lstStyle/>
          <a:p>
            <a:pPr fontAlgn="base"/>
            <a:endParaRPr lang="zh-CN" altLang="en-US" sz="1350" strike="noStrike" noProof="1"/>
          </a:p>
        </p:txBody>
      </p:sp>
      <p:sp>
        <p:nvSpPr>
          <p:cNvPr id="53250" name="文本框 25"/>
          <p:cNvSpPr txBox="1"/>
          <p:nvPr>
            <p:custDataLst>
              <p:tags r:id="rId2"/>
            </p:custDataLst>
          </p:nvPr>
        </p:nvSpPr>
        <p:spPr>
          <a:xfrm>
            <a:off x="3795713" y="3908425"/>
            <a:ext cx="4967287" cy="1019175"/>
          </a:xfrm>
          <a:prstGeom prst="rect">
            <a:avLst/>
          </a:prstGeom>
          <a:noFill/>
          <a:ln w="9525">
            <a:noFill/>
          </a:ln>
        </p:spPr>
        <p:txBody>
          <a:bodyPr wrap="square" lIns="90000" tIns="46800" rIns="90000" bIns="46800" anchor="t" anchorCtr="0"/>
          <a:p>
            <a:pPr>
              <a:lnSpc>
                <a:spcPct val="90000"/>
              </a:lnSpc>
            </a:pPr>
            <a:r>
              <a:rPr lang="zh-CN" altLang="en-US" sz="1200" dirty="0">
                <a:solidFill>
                  <a:schemeClr val="bg1"/>
                </a:solidFill>
                <a:latin typeface="微软雅黑" panose="020B0503020204020204" charset="-122"/>
                <a:ea typeface="微软雅黑" panose="020B0503020204020204" charset="-122"/>
                <a:sym typeface="黑体" panose="02010609060101010101" charset="-122"/>
              </a:rPr>
              <a:t>在此输入您的描述内容，在此输入您的描述内容在此输入您的描述内容，在此输入您的描述内容，在此输入您的描述内容在此输入您的描述内容</a:t>
            </a:r>
            <a:r>
              <a:rPr lang="en-US" altLang="zh-CN" sz="1200" dirty="0">
                <a:solidFill>
                  <a:schemeClr val="bg1"/>
                </a:solidFill>
                <a:latin typeface="微软雅黑" panose="020B0503020204020204" charset="-122"/>
                <a:ea typeface="微软雅黑" panose="020B0503020204020204" charset="-122"/>
                <a:sym typeface="黑体" panose="02010609060101010101" charset="-122"/>
              </a:rPr>
              <a:t>,</a:t>
            </a:r>
            <a:r>
              <a:rPr lang="zh-CN" altLang="en-US" sz="1200" dirty="0">
                <a:solidFill>
                  <a:schemeClr val="bg1"/>
                </a:solidFill>
                <a:latin typeface="微软雅黑" panose="020B0503020204020204" charset="-122"/>
                <a:ea typeface="微软雅黑" panose="020B0503020204020204" charset="-122"/>
                <a:sym typeface="黑体" panose="02010609060101010101" charset="-122"/>
              </a:rPr>
              <a:t>在此输入您的描述内容，在此输入您的描述内容在此输入您的描述内容，在此输入您的描述内容，在此输入您的描述内容在此输入您的描述内容在此输入您的描述内容</a:t>
            </a:r>
            <a:endParaRPr lang="zh-CN" altLang="en-US" sz="1200" dirty="0">
              <a:solidFill>
                <a:schemeClr val="bg1"/>
              </a:solidFill>
              <a:latin typeface="微软雅黑" panose="020B0503020204020204" charset="-122"/>
              <a:ea typeface="微软雅黑" panose="020B0503020204020204" charset="-122"/>
              <a:sym typeface="黑体" panose="02010609060101010101" charset="-122"/>
            </a:endParaRPr>
          </a:p>
        </p:txBody>
      </p:sp>
      <p:sp>
        <p:nvSpPr>
          <p:cNvPr id="21" name="文本框 20"/>
          <p:cNvSpPr txBox="1"/>
          <p:nvPr>
            <p:custDataLst>
              <p:tags r:id="rId3"/>
            </p:custDataLst>
          </p:nvPr>
        </p:nvSpPr>
        <p:spPr>
          <a:xfrm>
            <a:off x="3795713" y="3559175"/>
            <a:ext cx="1408113" cy="369888"/>
          </a:xfrm>
          <a:prstGeom prst="rect">
            <a:avLst/>
          </a:prstGeom>
          <a:noFill/>
        </p:spPr>
        <p:txBody>
          <a:bodyPr wrap="square" lIns="90000" tIns="46800" rIns="90000" bIns="46800"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da-DK" b="1" strike="noStrike" noProof="1" dirty="0">
                <a:solidFill>
                  <a:schemeClr val="bg1"/>
                </a:solidFill>
                <a:latin typeface="微软雅黑" panose="020B0503020204020204" charset="-122"/>
                <a:ea typeface="微软雅黑" panose="020B0503020204020204" charset="-122"/>
                <a:cs typeface="+mn-cs"/>
                <a:sym typeface="+mn-ea"/>
              </a:rPr>
              <a:t>输入标题</a:t>
            </a:r>
            <a:endParaRPr lang="zh-CN" altLang="da-DK" b="1" strike="noStrike" kern="0" noProof="1" dirty="0">
              <a:solidFill>
                <a:schemeClr val="bg1"/>
              </a:solidFill>
              <a:latin typeface="微软雅黑" panose="020B0503020204020204" charset="-122"/>
              <a:ea typeface="微软雅黑" panose="020B0503020204020204" charset="-122"/>
              <a:sym typeface="+mn-ea"/>
            </a:endParaRPr>
          </a:p>
        </p:txBody>
      </p:sp>
      <p:sp>
        <p:nvSpPr>
          <p:cNvPr id="14" name="Freeform 5"/>
          <p:cNvSpPr>
            <a:spLocks noEditPoints="1"/>
          </p:cNvSpPr>
          <p:nvPr>
            <p:custDataLst>
              <p:tags r:id="rId4"/>
            </p:custDataLst>
          </p:nvPr>
        </p:nvSpPr>
        <p:spPr bwMode="auto">
          <a:xfrm>
            <a:off x="5257800" y="1897063"/>
            <a:ext cx="374650" cy="381000"/>
          </a:xfrm>
          <a:custGeom>
            <a:avLst/>
            <a:gdLst>
              <a:gd name="T0" fmla="*/ 803 w 901"/>
              <a:gd name="T1" fmla="*/ 514 h 913"/>
              <a:gd name="T2" fmla="*/ 860 w 901"/>
              <a:gd name="T3" fmla="*/ 431 h 913"/>
              <a:gd name="T4" fmla="*/ 484 w 901"/>
              <a:gd name="T5" fmla="*/ 490 h 913"/>
              <a:gd name="T6" fmla="*/ 445 w 901"/>
              <a:gd name="T7" fmla="*/ 441 h 913"/>
              <a:gd name="T8" fmla="*/ 500 w 901"/>
              <a:gd name="T9" fmla="*/ 399 h 913"/>
              <a:gd name="T10" fmla="*/ 476 w 901"/>
              <a:gd name="T11" fmla="*/ 385 h 913"/>
              <a:gd name="T12" fmla="*/ 397 w 901"/>
              <a:gd name="T13" fmla="*/ 462 h 913"/>
              <a:gd name="T14" fmla="*/ 484 w 901"/>
              <a:gd name="T15" fmla="*/ 522 h 913"/>
              <a:gd name="T16" fmla="*/ 585 w 901"/>
              <a:gd name="T17" fmla="*/ 478 h 913"/>
              <a:gd name="T18" fmla="*/ 617 w 901"/>
              <a:gd name="T19" fmla="*/ 375 h 913"/>
              <a:gd name="T20" fmla="*/ 512 w 901"/>
              <a:gd name="T21" fmla="*/ 279 h 913"/>
              <a:gd name="T22" fmla="*/ 370 w 901"/>
              <a:gd name="T23" fmla="*/ 308 h 913"/>
              <a:gd name="T24" fmla="*/ 277 w 901"/>
              <a:gd name="T25" fmla="*/ 470 h 913"/>
              <a:gd name="T26" fmla="*/ 342 w 901"/>
              <a:gd name="T27" fmla="*/ 589 h 913"/>
              <a:gd name="T28" fmla="*/ 492 w 901"/>
              <a:gd name="T29" fmla="*/ 630 h 913"/>
              <a:gd name="T30" fmla="*/ 528 w 901"/>
              <a:gd name="T31" fmla="*/ 686 h 913"/>
              <a:gd name="T32" fmla="*/ 413 w 901"/>
              <a:gd name="T33" fmla="*/ 698 h 913"/>
              <a:gd name="T34" fmla="*/ 212 w 901"/>
              <a:gd name="T35" fmla="*/ 528 h 913"/>
              <a:gd name="T36" fmla="*/ 216 w 901"/>
              <a:gd name="T37" fmla="*/ 377 h 913"/>
              <a:gd name="T38" fmla="*/ 433 w 901"/>
              <a:gd name="T39" fmla="*/ 207 h 913"/>
              <a:gd name="T40" fmla="*/ 567 w 901"/>
              <a:gd name="T41" fmla="*/ 219 h 913"/>
              <a:gd name="T42" fmla="*/ 694 w 901"/>
              <a:gd name="T43" fmla="*/ 381 h 913"/>
              <a:gd name="T44" fmla="*/ 664 w 901"/>
              <a:gd name="T45" fmla="*/ 498 h 913"/>
              <a:gd name="T46" fmla="*/ 490 w 901"/>
              <a:gd name="T47" fmla="*/ 597 h 913"/>
              <a:gd name="T48" fmla="*/ 388 w 901"/>
              <a:gd name="T49" fmla="*/ 573 h 913"/>
              <a:gd name="T50" fmla="*/ 322 w 901"/>
              <a:gd name="T51" fmla="*/ 468 h 913"/>
              <a:gd name="T52" fmla="*/ 362 w 901"/>
              <a:gd name="T53" fmla="*/ 360 h 913"/>
              <a:gd name="T54" fmla="*/ 469 w 901"/>
              <a:gd name="T55" fmla="*/ 310 h 913"/>
              <a:gd name="T56" fmla="*/ 573 w 901"/>
              <a:gd name="T57" fmla="*/ 393 h 913"/>
              <a:gd name="T58" fmla="*/ 534 w 901"/>
              <a:gd name="T59" fmla="*/ 472 h 913"/>
              <a:gd name="T60" fmla="*/ 749 w 901"/>
              <a:gd name="T61" fmla="*/ 354 h 913"/>
              <a:gd name="T62" fmla="*/ 868 w 901"/>
              <a:gd name="T63" fmla="*/ 257 h 913"/>
              <a:gd name="T64" fmla="*/ 712 w 901"/>
              <a:gd name="T65" fmla="*/ 255 h 913"/>
              <a:gd name="T66" fmla="*/ 668 w 901"/>
              <a:gd name="T67" fmla="*/ 209 h 913"/>
              <a:gd name="T68" fmla="*/ 712 w 901"/>
              <a:gd name="T69" fmla="*/ 77 h 913"/>
              <a:gd name="T70" fmla="*/ 573 w 901"/>
              <a:gd name="T71" fmla="*/ 170 h 913"/>
              <a:gd name="T72" fmla="*/ 516 w 901"/>
              <a:gd name="T73" fmla="*/ 122 h 913"/>
              <a:gd name="T74" fmla="*/ 465 w 901"/>
              <a:gd name="T75" fmla="*/ 12 h 913"/>
              <a:gd name="T76" fmla="*/ 419 w 901"/>
              <a:gd name="T77" fmla="*/ 168 h 913"/>
              <a:gd name="T78" fmla="*/ 334 w 901"/>
              <a:gd name="T79" fmla="*/ 126 h 913"/>
              <a:gd name="T80" fmla="*/ 233 w 901"/>
              <a:gd name="T81" fmla="*/ 89 h 913"/>
              <a:gd name="T82" fmla="*/ 279 w 901"/>
              <a:gd name="T83" fmla="*/ 225 h 913"/>
              <a:gd name="T84" fmla="*/ 174 w 901"/>
              <a:gd name="T85" fmla="*/ 227 h 913"/>
              <a:gd name="T86" fmla="*/ 83 w 901"/>
              <a:gd name="T87" fmla="*/ 271 h 913"/>
              <a:gd name="T88" fmla="*/ 166 w 901"/>
              <a:gd name="T89" fmla="*/ 494 h 913"/>
              <a:gd name="T90" fmla="*/ 87 w 901"/>
              <a:gd name="T91" fmla="*/ 403 h 913"/>
              <a:gd name="T92" fmla="*/ 48 w 901"/>
              <a:gd name="T93" fmla="*/ 490 h 913"/>
              <a:gd name="T94" fmla="*/ 225 w 901"/>
              <a:gd name="T95" fmla="*/ 634 h 913"/>
              <a:gd name="T96" fmla="*/ 97 w 901"/>
              <a:gd name="T97" fmla="*/ 609 h 913"/>
              <a:gd name="T98" fmla="*/ 131 w 901"/>
              <a:gd name="T99" fmla="*/ 688 h 913"/>
              <a:gd name="T100" fmla="*/ 324 w 901"/>
              <a:gd name="T101" fmla="*/ 717 h 913"/>
              <a:gd name="T102" fmla="*/ 220 w 901"/>
              <a:gd name="T103" fmla="*/ 785 h 913"/>
              <a:gd name="T104" fmla="*/ 299 w 901"/>
              <a:gd name="T105" fmla="*/ 814 h 913"/>
              <a:gd name="T106" fmla="*/ 447 w 901"/>
              <a:gd name="T107" fmla="*/ 749 h 913"/>
              <a:gd name="T108" fmla="*/ 423 w 901"/>
              <a:gd name="T109" fmla="*/ 875 h 913"/>
              <a:gd name="T110" fmla="*/ 502 w 901"/>
              <a:gd name="T111" fmla="*/ 832 h 913"/>
              <a:gd name="T112" fmla="*/ 573 w 901"/>
              <a:gd name="T113" fmla="*/ 709 h 913"/>
              <a:gd name="T114" fmla="*/ 642 w 901"/>
              <a:gd name="T115" fmla="*/ 826 h 913"/>
              <a:gd name="T116" fmla="*/ 678 w 901"/>
              <a:gd name="T117" fmla="*/ 733 h 913"/>
              <a:gd name="T118" fmla="*/ 670 w 901"/>
              <a:gd name="T119" fmla="*/ 630 h 913"/>
              <a:gd name="T120" fmla="*/ 810 w 901"/>
              <a:gd name="T121" fmla="*/ 684 h 913"/>
              <a:gd name="T122" fmla="*/ 777 w 901"/>
              <a:gd name="T123" fmla="*/ 573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1" h="913">
                <a:moveTo>
                  <a:pt x="735" y="419"/>
                </a:moveTo>
                <a:lnTo>
                  <a:pt x="735" y="419"/>
                </a:lnTo>
                <a:lnTo>
                  <a:pt x="737" y="441"/>
                </a:lnTo>
                <a:lnTo>
                  <a:pt x="737" y="464"/>
                </a:lnTo>
                <a:lnTo>
                  <a:pt x="735" y="488"/>
                </a:lnTo>
                <a:lnTo>
                  <a:pt x="733" y="510"/>
                </a:lnTo>
                <a:lnTo>
                  <a:pt x="733" y="510"/>
                </a:lnTo>
                <a:lnTo>
                  <a:pt x="751" y="514"/>
                </a:lnTo>
                <a:lnTo>
                  <a:pt x="765" y="516"/>
                </a:lnTo>
                <a:lnTo>
                  <a:pt x="779" y="518"/>
                </a:lnTo>
                <a:lnTo>
                  <a:pt x="791" y="516"/>
                </a:lnTo>
                <a:lnTo>
                  <a:pt x="803" y="514"/>
                </a:lnTo>
                <a:lnTo>
                  <a:pt x="814" y="512"/>
                </a:lnTo>
                <a:lnTo>
                  <a:pt x="830" y="504"/>
                </a:lnTo>
                <a:lnTo>
                  <a:pt x="846" y="496"/>
                </a:lnTo>
                <a:lnTo>
                  <a:pt x="862" y="490"/>
                </a:lnTo>
                <a:lnTo>
                  <a:pt x="870" y="488"/>
                </a:lnTo>
                <a:lnTo>
                  <a:pt x="878" y="486"/>
                </a:lnTo>
                <a:lnTo>
                  <a:pt x="889" y="488"/>
                </a:lnTo>
                <a:lnTo>
                  <a:pt x="901" y="490"/>
                </a:lnTo>
                <a:lnTo>
                  <a:pt x="901" y="490"/>
                </a:lnTo>
                <a:lnTo>
                  <a:pt x="889" y="468"/>
                </a:lnTo>
                <a:lnTo>
                  <a:pt x="876" y="447"/>
                </a:lnTo>
                <a:lnTo>
                  <a:pt x="860" y="431"/>
                </a:lnTo>
                <a:lnTo>
                  <a:pt x="850" y="423"/>
                </a:lnTo>
                <a:lnTo>
                  <a:pt x="842" y="419"/>
                </a:lnTo>
                <a:lnTo>
                  <a:pt x="832" y="413"/>
                </a:lnTo>
                <a:lnTo>
                  <a:pt x="820" y="411"/>
                </a:lnTo>
                <a:lnTo>
                  <a:pt x="808" y="409"/>
                </a:lnTo>
                <a:lnTo>
                  <a:pt x="795" y="407"/>
                </a:lnTo>
                <a:lnTo>
                  <a:pt x="781" y="409"/>
                </a:lnTo>
                <a:lnTo>
                  <a:pt x="767" y="411"/>
                </a:lnTo>
                <a:lnTo>
                  <a:pt x="751" y="415"/>
                </a:lnTo>
                <a:lnTo>
                  <a:pt x="735" y="419"/>
                </a:lnTo>
                <a:lnTo>
                  <a:pt x="735" y="419"/>
                </a:lnTo>
                <a:close/>
                <a:moveTo>
                  <a:pt x="484" y="490"/>
                </a:moveTo>
                <a:lnTo>
                  <a:pt x="484" y="490"/>
                </a:lnTo>
                <a:lnTo>
                  <a:pt x="476" y="490"/>
                </a:lnTo>
                <a:lnTo>
                  <a:pt x="467" y="490"/>
                </a:lnTo>
                <a:lnTo>
                  <a:pt x="461" y="486"/>
                </a:lnTo>
                <a:lnTo>
                  <a:pt x="455" y="482"/>
                </a:lnTo>
                <a:lnTo>
                  <a:pt x="451" y="478"/>
                </a:lnTo>
                <a:lnTo>
                  <a:pt x="447" y="472"/>
                </a:lnTo>
                <a:lnTo>
                  <a:pt x="443" y="464"/>
                </a:lnTo>
                <a:lnTo>
                  <a:pt x="443" y="458"/>
                </a:lnTo>
                <a:lnTo>
                  <a:pt x="443" y="458"/>
                </a:lnTo>
                <a:lnTo>
                  <a:pt x="443" y="449"/>
                </a:lnTo>
                <a:lnTo>
                  <a:pt x="445" y="441"/>
                </a:lnTo>
                <a:lnTo>
                  <a:pt x="447" y="435"/>
                </a:lnTo>
                <a:lnTo>
                  <a:pt x="451" y="429"/>
                </a:lnTo>
                <a:lnTo>
                  <a:pt x="457" y="425"/>
                </a:lnTo>
                <a:lnTo>
                  <a:pt x="461" y="421"/>
                </a:lnTo>
                <a:lnTo>
                  <a:pt x="469" y="417"/>
                </a:lnTo>
                <a:lnTo>
                  <a:pt x="478" y="417"/>
                </a:lnTo>
                <a:lnTo>
                  <a:pt x="478" y="417"/>
                </a:lnTo>
                <a:lnTo>
                  <a:pt x="486" y="413"/>
                </a:lnTo>
                <a:lnTo>
                  <a:pt x="494" y="409"/>
                </a:lnTo>
                <a:lnTo>
                  <a:pt x="494" y="409"/>
                </a:lnTo>
                <a:lnTo>
                  <a:pt x="498" y="403"/>
                </a:lnTo>
                <a:lnTo>
                  <a:pt x="500" y="399"/>
                </a:lnTo>
                <a:lnTo>
                  <a:pt x="500" y="399"/>
                </a:lnTo>
                <a:lnTo>
                  <a:pt x="500" y="399"/>
                </a:lnTo>
                <a:lnTo>
                  <a:pt x="498" y="399"/>
                </a:lnTo>
                <a:lnTo>
                  <a:pt x="498" y="399"/>
                </a:lnTo>
                <a:lnTo>
                  <a:pt x="498" y="393"/>
                </a:lnTo>
                <a:lnTo>
                  <a:pt x="494" y="389"/>
                </a:lnTo>
                <a:lnTo>
                  <a:pt x="494" y="389"/>
                </a:lnTo>
                <a:lnTo>
                  <a:pt x="486" y="385"/>
                </a:lnTo>
                <a:lnTo>
                  <a:pt x="476" y="385"/>
                </a:lnTo>
                <a:lnTo>
                  <a:pt x="476" y="385"/>
                </a:lnTo>
                <a:lnTo>
                  <a:pt x="476" y="385"/>
                </a:lnTo>
                <a:lnTo>
                  <a:pt x="476" y="385"/>
                </a:lnTo>
                <a:lnTo>
                  <a:pt x="476" y="385"/>
                </a:lnTo>
                <a:lnTo>
                  <a:pt x="457" y="387"/>
                </a:lnTo>
                <a:lnTo>
                  <a:pt x="441" y="393"/>
                </a:lnTo>
                <a:lnTo>
                  <a:pt x="427" y="401"/>
                </a:lnTo>
                <a:lnTo>
                  <a:pt x="417" y="411"/>
                </a:lnTo>
                <a:lnTo>
                  <a:pt x="417" y="411"/>
                </a:lnTo>
                <a:lnTo>
                  <a:pt x="407" y="421"/>
                </a:lnTo>
                <a:lnTo>
                  <a:pt x="401" y="433"/>
                </a:lnTo>
                <a:lnTo>
                  <a:pt x="397" y="447"/>
                </a:lnTo>
                <a:lnTo>
                  <a:pt x="397" y="462"/>
                </a:lnTo>
                <a:lnTo>
                  <a:pt x="397" y="462"/>
                </a:lnTo>
                <a:lnTo>
                  <a:pt x="397" y="462"/>
                </a:lnTo>
                <a:lnTo>
                  <a:pt x="397" y="462"/>
                </a:lnTo>
                <a:lnTo>
                  <a:pt x="397" y="462"/>
                </a:lnTo>
                <a:lnTo>
                  <a:pt x="399" y="474"/>
                </a:lnTo>
                <a:lnTo>
                  <a:pt x="405" y="486"/>
                </a:lnTo>
                <a:lnTo>
                  <a:pt x="413" y="498"/>
                </a:lnTo>
                <a:lnTo>
                  <a:pt x="423" y="506"/>
                </a:lnTo>
                <a:lnTo>
                  <a:pt x="423" y="506"/>
                </a:lnTo>
                <a:lnTo>
                  <a:pt x="435" y="514"/>
                </a:lnTo>
                <a:lnTo>
                  <a:pt x="449" y="520"/>
                </a:lnTo>
                <a:lnTo>
                  <a:pt x="465" y="522"/>
                </a:lnTo>
                <a:lnTo>
                  <a:pt x="484" y="522"/>
                </a:lnTo>
                <a:lnTo>
                  <a:pt x="484" y="522"/>
                </a:lnTo>
                <a:lnTo>
                  <a:pt x="484" y="522"/>
                </a:lnTo>
                <a:lnTo>
                  <a:pt x="484" y="522"/>
                </a:lnTo>
                <a:lnTo>
                  <a:pt x="484" y="522"/>
                </a:lnTo>
                <a:lnTo>
                  <a:pt x="500" y="520"/>
                </a:lnTo>
                <a:lnTo>
                  <a:pt x="514" y="518"/>
                </a:lnTo>
                <a:lnTo>
                  <a:pt x="528" y="514"/>
                </a:lnTo>
                <a:lnTo>
                  <a:pt x="540" y="508"/>
                </a:lnTo>
                <a:lnTo>
                  <a:pt x="552" y="502"/>
                </a:lnTo>
                <a:lnTo>
                  <a:pt x="565" y="494"/>
                </a:lnTo>
                <a:lnTo>
                  <a:pt x="575" y="486"/>
                </a:lnTo>
                <a:lnTo>
                  <a:pt x="585" y="478"/>
                </a:lnTo>
                <a:lnTo>
                  <a:pt x="585" y="478"/>
                </a:lnTo>
                <a:lnTo>
                  <a:pt x="601" y="458"/>
                </a:lnTo>
                <a:lnTo>
                  <a:pt x="607" y="447"/>
                </a:lnTo>
                <a:lnTo>
                  <a:pt x="611" y="435"/>
                </a:lnTo>
                <a:lnTo>
                  <a:pt x="615" y="425"/>
                </a:lnTo>
                <a:lnTo>
                  <a:pt x="617" y="413"/>
                </a:lnTo>
                <a:lnTo>
                  <a:pt x="619" y="401"/>
                </a:lnTo>
                <a:lnTo>
                  <a:pt x="619" y="389"/>
                </a:lnTo>
                <a:lnTo>
                  <a:pt x="619" y="389"/>
                </a:lnTo>
                <a:lnTo>
                  <a:pt x="619" y="387"/>
                </a:lnTo>
                <a:lnTo>
                  <a:pt x="619" y="387"/>
                </a:lnTo>
                <a:lnTo>
                  <a:pt x="619" y="387"/>
                </a:lnTo>
                <a:lnTo>
                  <a:pt x="617" y="375"/>
                </a:lnTo>
                <a:lnTo>
                  <a:pt x="615" y="362"/>
                </a:lnTo>
                <a:lnTo>
                  <a:pt x="611" y="352"/>
                </a:lnTo>
                <a:lnTo>
                  <a:pt x="605" y="342"/>
                </a:lnTo>
                <a:lnTo>
                  <a:pt x="599" y="332"/>
                </a:lnTo>
                <a:lnTo>
                  <a:pt x="591" y="322"/>
                </a:lnTo>
                <a:lnTo>
                  <a:pt x="573" y="306"/>
                </a:lnTo>
                <a:lnTo>
                  <a:pt x="573" y="306"/>
                </a:lnTo>
                <a:lnTo>
                  <a:pt x="563" y="300"/>
                </a:lnTo>
                <a:lnTo>
                  <a:pt x="550" y="294"/>
                </a:lnTo>
                <a:lnTo>
                  <a:pt x="538" y="288"/>
                </a:lnTo>
                <a:lnTo>
                  <a:pt x="526" y="283"/>
                </a:lnTo>
                <a:lnTo>
                  <a:pt x="512" y="279"/>
                </a:lnTo>
                <a:lnTo>
                  <a:pt x="498" y="277"/>
                </a:lnTo>
                <a:lnTo>
                  <a:pt x="484" y="277"/>
                </a:lnTo>
                <a:lnTo>
                  <a:pt x="469" y="277"/>
                </a:lnTo>
                <a:lnTo>
                  <a:pt x="469" y="277"/>
                </a:lnTo>
                <a:lnTo>
                  <a:pt x="467" y="277"/>
                </a:lnTo>
                <a:lnTo>
                  <a:pt x="467" y="277"/>
                </a:lnTo>
                <a:lnTo>
                  <a:pt x="467" y="277"/>
                </a:lnTo>
                <a:lnTo>
                  <a:pt x="447" y="279"/>
                </a:lnTo>
                <a:lnTo>
                  <a:pt x="427" y="285"/>
                </a:lnTo>
                <a:lnTo>
                  <a:pt x="407" y="292"/>
                </a:lnTo>
                <a:lnTo>
                  <a:pt x="388" y="298"/>
                </a:lnTo>
                <a:lnTo>
                  <a:pt x="370" y="308"/>
                </a:lnTo>
                <a:lnTo>
                  <a:pt x="354" y="318"/>
                </a:lnTo>
                <a:lnTo>
                  <a:pt x="340" y="330"/>
                </a:lnTo>
                <a:lnTo>
                  <a:pt x="326" y="342"/>
                </a:lnTo>
                <a:lnTo>
                  <a:pt x="326" y="342"/>
                </a:lnTo>
                <a:lnTo>
                  <a:pt x="314" y="356"/>
                </a:lnTo>
                <a:lnTo>
                  <a:pt x="303" y="371"/>
                </a:lnTo>
                <a:lnTo>
                  <a:pt x="293" y="387"/>
                </a:lnTo>
                <a:lnTo>
                  <a:pt x="287" y="401"/>
                </a:lnTo>
                <a:lnTo>
                  <a:pt x="281" y="419"/>
                </a:lnTo>
                <a:lnTo>
                  <a:pt x="277" y="435"/>
                </a:lnTo>
                <a:lnTo>
                  <a:pt x="275" y="454"/>
                </a:lnTo>
                <a:lnTo>
                  <a:pt x="277" y="470"/>
                </a:lnTo>
                <a:lnTo>
                  <a:pt x="277" y="470"/>
                </a:lnTo>
                <a:lnTo>
                  <a:pt x="277" y="472"/>
                </a:lnTo>
                <a:lnTo>
                  <a:pt x="277" y="472"/>
                </a:lnTo>
                <a:lnTo>
                  <a:pt x="277" y="472"/>
                </a:lnTo>
                <a:lnTo>
                  <a:pt x="279" y="490"/>
                </a:lnTo>
                <a:lnTo>
                  <a:pt x="283" y="506"/>
                </a:lnTo>
                <a:lnTo>
                  <a:pt x="289" y="522"/>
                </a:lnTo>
                <a:lnTo>
                  <a:pt x="297" y="537"/>
                </a:lnTo>
                <a:lnTo>
                  <a:pt x="305" y="553"/>
                </a:lnTo>
                <a:lnTo>
                  <a:pt x="318" y="565"/>
                </a:lnTo>
                <a:lnTo>
                  <a:pt x="330" y="577"/>
                </a:lnTo>
                <a:lnTo>
                  <a:pt x="342" y="589"/>
                </a:lnTo>
                <a:lnTo>
                  <a:pt x="342" y="589"/>
                </a:lnTo>
                <a:lnTo>
                  <a:pt x="358" y="599"/>
                </a:lnTo>
                <a:lnTo>
                  <a:pt x="374" y="607"/>
                </a:lnTo>
                <a:lnTo>
                  <a:pt x="391" y="615"/>
                </a:lnTo>
                <a:lnTo>
                  <a:pt x="409" y="622"/>
                </a:lnTo>
                <a:lnTo>
                  <a:pt x="429" y="626"/>
                </a:lnTo>
                <a:lnTo>
                  <a:pt x="447" y="630"/>
                </a:lnTo>
                <a:lnTo>
                  <a:pt x="467" y="630"/>
                </a:lnTo>
                <a:lnTo>
                  <a:pt x="490" y="630"/>
                </a:lnTo>
                <a:lnTo>
                  <a:pt x="490" y="630"/>
                </a:lnTo>
                <a:lnTo>
                  <a:pt x="492" y="630"/>
                </a:lnTo>
                <a:lnTo>
                  <a:pt x="492" y="630"/>
                </a:lnTo>
                <a:lnTo>
                  <a:pt x="500" y="630"/>
                </a:lnTo>
                <a:lnTo>
                  <a:pt x="506" y="632"/>
                </a:lnTo>
                <a:lnTo>
                  <a:pt x="514" y="634"/>
                </a:lnTo>
                <a:lnTo>
                  <a:pt x="520" y="638"/>
                </a:lnTo>
                <a:lnTo>
                  <a:pt x="524" y="644"/>
                </a:lnTo>
                <a:lnTo>
                  <a:pt x="528" y="650"/>
                </a:lnTo>
                <a:lnTo>
                  <a:pt x="530" y="656"/>
                </a:lnTo>
                <a:lnTo>
                  <a:pt x="532" y="664"/>
                </a:lnTo>
                <a:lnTo>
                  <a:pt x="532" y="664"/>
                </a:lnTo>
                <a:lnTo>
                  <a:pt x="532" y="672"/>
                </a:lnTo>
                <a:lnTo>
                  <a:pt x="530" y="678"/>
                </a:lnTo>
                <a:lnTo>
                  <a:pt x="528" y="686"/>
                </a:lnTo>
                <a:lnTo>
                  <a:pt x="522" y="690"/>
                </a:lnTo>
                <a:lnTo>
                  <a:pt x="518" y="696"/>
                </a:lnTo>
                <a:lnTo>
                  <a:pt x="512" y="700"/>
                </a:lnTo>
                <a:lnTo>
                  <a:pt x="506" y="702"/>
                </a:lnTo>
                <a:lnTo>
                  <a:pt x="498" y="705"/>
                </a:lnTo>
                <a:lnTo>
                  <a:pt x="494" y="705"/>
                </a:lnTo>
                <a:lnTo>
                  <a:pt x="494" y="705"/>
                </a:lnTo>
                <a:lnTo>
                  <a:pt x="494" y="705"/>
                </a:lnTo>
                <a:lnTo>
                  <a:pt x="494" y="705"/>
                </a:lnTo>
                <a:lnTo>
                  <a:pt x="467" y="705"/>
                </a:lnTo>
                <a:lnTo>
                  <a:pt x="439" y="702"/>
                </a:lnTo>
                <a:lnTo>
                  <a:pt x="413" y="698"/>
                </a:lnTo>
                <a:lnTo>
                  <a:pt x="388" y="692"/>
                </a:lnTo>
                <a:lnTo>
                  <a:pt x="364" y="684"/>
                </a:lnTo>
                <a:lnTo>
                  <a:pt x="340" y="674"/>
                </a:lnTo>
                <a:lnTo>
                  <a:pt x="318" y="662"/>
                </a:lnTo>
                <a:lnTo>
                  <a:pt x="297" y="648"/>
                </a:lnTo>
                <a:lnTo>
                  <a:pt x="297" y="648"/>
                </a:lnTo>
                <a:lnTo>
                  <a:pt x="279" y="632"/>
                </a:lnTo>
                <a:lnTo>
                  <a:pt x="261" y="613"/>
                </a:lnTo>
                <a:lnTo>
                  <a:pt x="245" y="595"/>
                </a:lnTo>
                <a:lnTo>
                  <a:pt x="233" y="573"/>
                </a:lnTo>
                <a:lnTo>
                  <a:pt x="220" y="553"/>
                </a:lnTo>
                <a:lnTo>
                  <a:pt x="212" y="528"/>
                </a:lnTo>
                <a:lnTo>
                  <a:pt x="206" y="504"/>
                </a:lnTo>
                <a:lnTo>
                  <a:pt x="202" y="478"/>
                </a:lnTo>
                <a:lnTo>
                  <a:pt x="202" y="478"/>
                </a:lnTo>
                <a:lnTo>
                  <a:pt x="202" y="478"/>
                </a:lnTo>
                <a:lnTo>
                  <a:pt x="202" y="476"/>
                </a:lnTo>
                <a:lnTo>
                  <a:pt x="202" y="476"/>
                </a:lnTo>
                <a:lnTo>
                  <a:pt x="202" y="476"/>
                </a:lnTo>
                <a:lnTo>
                  <a:pt x="202" y="476"/>
                </a:lnTo>
                <a:lnTo>
                  <a:pt x="202" y="449"/>
                </a:lnTo>
                <a:lnTo>
                  <a:pt x="204" y="425"/>
                </a:lnTo>
                <a:lnTo>
                  <a:pt x="208" y="401"/>
                </a:lnTo>
                <a:lnTo>
                  <a:pt x="216" y="377"/>
                </a:lnTo>
                <a:lnTo>
                  <a:pt x="227" y="352"/>
                </a:lnTo>
                <a:lnTo>
                  <a:pt x="241" y="332"/>
                </a:lnTo>
                <a:lnTo>
                  <a:pt x="255" y="310"/>
                </a:lnTo>
                <a:lnTo>
                  <a:pt x="271" y="292"/>
                </a:lnTo>
                <a:lnTo>
                  <a:pt x="271" y="292"/>
                </a:lnTo>
                <a:lnTo>
                  <a:pt x="291" y="273"/>
                </a:lnTo>
                <a:lnTo>
                  <a:pt x="312" y="257"/>
                </a:lnTo>
                <a:lnTo>
                  <a:pt x="332" y="243"/>
                </a:lnTo>
                <a:lnTo>
                  <a:pt x="356" y="231"/>
                </a:lnTo>
                <a:lnTo>
                  <a:pt x="380" y="221"/>
                </a:lnTo>
                <a:lnTo>
                  <a:pt x="407" y="213"/>
                </a:lnTo>
                <a:lnTo>
                  <a:pt x="433" y="207"/>
                </a:lnTo>
                <a:lnTo>
                  <a:pt x="461" y="203"/>
                </a:lnTo>
                <a:lnTo>
                  <a:pt x="461" y="203"/>
                </a:lnTo>
                <a:lnTo>
                  <a:pt x="461" y="203"/>
                </a:lnTo>
                <a:lnTo>
                  <a:pt x="463" y="203"/>
                </a:lnTo>
                <a:lnTo>
                  <a:pt x="463" y="203"/>
                </a:lnTo>
                <a:lnTo>
                  <a:pt x="463" y="203"/>
                </a:lnTo>
                <a:lnTo>
                  <a:pt x="463" y="203"/>
                </a:lnTo>
                <a:lnTo>
                  <a:pt x="486" y="203"/>
                </a:lnTo>
                <a:lnTo>
                  <a:pt x="506" y="205"/>
                </a:lnTo>
                <a:lnTo>
                  <a:pt x="528" y="207"/>
                </a:lnTo>
                <a:lnTo>
                  <a:pt x="548" y="213"/>
                </a:lnTo>
                <a:lnTo>
                  <a:pt x="567" y="219"/>
                </a:lnTo>
                <a:lnTo>
                  <a:pt x="585" y="227"/>
                </a:lnTo>
                <a:lnTo>
                  <a:pt x="601" y="237"/>
                </a:lnTo>
                <a:lnTo>
                  <a:pt x="617" y="247"/>
                </a:lnTo>
                <a:lnTo>
                  <a:pt x="617" y="247"/>
                </a:lnTo>
                <a:lnTo>
                  <a:pt x="633" y="259"/>
                </a:lnTo>
                <a:lnTo>
                  <a:pt x="648" y="273"/>
                </a:lnTo>
                <a:lnTo>
                  <a:pt x="660" y="290"/>
                </a:lnTo>
                <a:lnTo>
                  <a:pt x="670" y="306"/>
                </a:lnTo>
                <a:lnTo>
                  <a:pt x="678" y="324"/>
                </a:lnTo>
                <a:lnTo>
                  <a:pt x="686" y="342"/>
                </a:lnTo>
                <a:lnTo>
                  <a:pt x="690" y="360"/>
                </a:lnTo>
                <a:lnTo>
                  <a:pt x="694" y="381"/>
                </a:lnTo>
                <a:lnTo>
                  <a:pt x="694" y="381"/>
                </a:lnTo>
                <a:lnTo>
                  <a:pt x="694" y="381"/>
                </a:lnTo>
                <a:lnTo>
                  <a:pt x="694" y="383"/>
                </a:lnTo>
                <a:lnTo>
                  <a:pt x="694" y="383"/>
                </a:lnTo>
                <a:lnTo>
                  <a:pt x="694" y="383"/>
                </a:lnTo>
                <a:lnTo>
                  <a:pt x="694" y="383"/>
                </a:lnTo>
                <a:lnTo>
                  <a:pt x="694" y="403"/>
                </a:lnTo>
                <a:lnTo>
                  <a:pt x="692" y="423"/>
                </a:lnTo>
                <a:lnTo>
                  <a:pt x="688" y="443"/>
                </a:lnTo>
                <a:lnTo>
                  <a:pt x="682" y="462"/>
                </a:lnTo>
                <a:lnTo>
                  <a:pt x="674" y="480"/>
                </a:lnTo>
                <a:lnTo>
                  <a:pt x="664" y="498"/>
                </a:lnTo>
                <a:lnTo>
                  <a:pt x="652" y="514"/>
                </a:lnTo>
                <a:lnTo>
                  <a:pt x="637" y="528"/>
                </a:lnTo>
                <a:lnTo>
                  <a:pt x="637" y="528"/>
                </a:lnTo>
                <a:lnTo>
                  <a:pt x="623" y="543"/>
                </a:lnTo>
                <a:lnTo>
                  <a:pt x="607" y="555"/>
                </a:lnTo>
                <a:lnTo>
                  <a:pt x="591" y="565"/>
                </a:lnTo>
                <a:lnTo>
                  <a:pt x="573" y="575"/>
                </a:lnTo>
                <a:lnTo>
                  <a:pt x="552" y="583"/>
                </a:lnTo>
                <a:lnTo>
                  <a:pt x="532" y="589"/>
                </a:lnTo>
                <a:lnTo>
                  <a:pt x="512" y="595"/>
                </a:lnTo>
                <a:lnTo>
                  <a:pt x="490" y="597"/>
                </a:lnTo>
                <a:lnTo>
                  <a:pt x="490" y="597"/>
                </a:lnTo>
                <a:lnTo>
                  <a:pt x="490" y="597"/>
                </a:lnTo>
                <a:lnTo>
                  <a:pt x="488" y="597"/>
                </a:lnTo>
                <a:lnTo>
                  <a:pt x="488" y="597"/>
                </a:lnTo>
                <a:lnTo>
                  <a:pt x="488" y="597"/>
                </a:lnTo>
                <a:lnTo>
                  <a:pt x="488" y="597"/>
                </a:lnTo>
                <a:lnTo>
                  <a:pt x="474" y="597"/>
                </a:lnTo>
                <a:lnTo>
                  <a:pt x="457" y="597"/>
                </a:lnTo>
                <a:lnTo>
                  <a:pt x="443" y="595"/>
                </a:lnTo>
                <a:lnTo>
                  <a:pt x="429" y="591"/>
                </a:lnTo>
                <a:lnTo>
                  <a:pt x="415" y="587"/>
                </a:lnTo>
                <a:lnTo>
                  <a:pt x="401" y="581"/>
                </a:lnTo>
                <a:lnTo>
                  <a:pt x="388" y="573"/>
                </a:lnTo>
                <a:lnTo>
                  <a:pt x="378" y="565"/>
                </a:lnTo>
                <a:lnTo>
                  <a:pt x="378" y="565"/>
                </a:lnTo>
                <a:lnTo>
                  <a:pt x="366" y="557"/>
                </a:lnTo>
                <a:lnTo>
                  <a:pt x="356" y="547"/>
                </a:lnTo>
                <a:lnTo>
                  <a:pt x="348" y="534"/>
                </a:lnTo>
                <a:lnTo>
                  <a:pt x="340" y="522"/>
                </a:lnTo>
                <a:lnTo>
                  <a:pt x="334" y="510"/>
                </a:lnTo>
                <a:lnTo>
                  <a:pt x="328" y="496"/>
                </a:lnTo>
                <a:lnTo>
                  <a:pt x="324" y="482"/>
                </a:lnTo>
                <a:lnTo>
                  <a:pt x="322" y="468"/>
                </a:lnTo>
                <a:lnTo>
                  <a:pt x="322" y="468"/>
                </a:lnTo>
                <a:lnTo>
                  <a:pt x="322" y="468"/>
                </a:lnTo>
                <a:lnTo>
                  <a:pt x="322" y="466"/>
                </a:lnTo>
                <a:lnTo>
                  <a:pt x="322" y="466"/>
                </a:lnTo>
                <a:lnTo>
                  <a:pt x="322" y="466"/>
                </a:lnTo>
                <a:lnTo>
                  <a:pt x="322" y="466"/>
                </a:lnTo>
                <a:lnTo>
                  <a:pt x="322" y="451"/>
                </a:lnTo>
                <a:lnTo>
                  <a:pt x="324" y="437"/>
                </a:lnTo>
                <a:lnTo>
                  <a:pt x="326" y="421"/>
                </a:lnTo>
                <a:lnTo>
                  <a:pt x="332" y="409"/>
                </a:lnTo>
                <a:lnTo>
                  <a:pt x="336" y="395"/>
                </a:lnTo>
                <a:lnTo>
                  <a:pt x="344" y="383"/>
                </a:lnTo>
                <a:lnTo>
                  <a:pt x="352" y="371"/>
                </a:lnTo>
                <a:lnTo>
                  <a:pt x="362" y="360"/>
                </a:lnTo>
                <a:lnTo>
                  <a:pt x="362" y="360"/>
                </a:lnTo>
                <a:lnTo>
                  <a:pt x="372" y="350"/>
                </a:lnTo>
                <a:lnTo>
                  <a:pt x="384" y="340"/>
                </a:lnTo>
                <a:lnTo>
                  <a:pt x="397" y="332"/>
                </a:lnTo>
                <a:lnTo>
                  <a:pt x="409" y="326"/>
                </a:lnTo>
                <a:lnTo>
                  <a:pt x="423" y="320"/>
                </a:lnTo>
                <a:lnTo>
                  <a:pt x="439" y="316"/>
                </a:lnTo>
                <a:lnTo>
                  <a:pt x="453" y="312"/>
                </a:lnTo>
                <a:lnTo>
                  <a:pt x="469" y="310"/>
                </a:lnTo>
                <a:lnTo>
                  <a:pt x="469" y="310"/>
                </a:lnTo>
                <a:lnTo>
                  <a:pt x="469" y="310"/>
                </a:lnTo>
                <a:lnTo>
                  <a:pt x="469" y="310"/>
                </a:lnTo>
                <a:lnTo>
                  <a:pt x="469" y="310"/>
                </a:lnTo>
                <a:lnTo>
                  <a:pt x="469" y="310"/>
                </a:lnTo>
                <a:lnTo>
                  <a:pt x="469" y="310"/>
                </a:lnTo>
                <a:lnTo>
                  <a:pt x="490" y="310"/>
                </a:lnTo>
                <a:lnTo>
                  <a:pt x="506" y="314"/>
                </a:lnTo>
                <a:lnTo>
                  <a:pt x="524" y="320"/>
                </a:lnTo>
                <a:lnTo>
                  <a:pt x="538" y="330"/>
                </a:lnTo>
                <a:lnTo>
                  <a:pt x="538" y="330"/>
                </a:lnTo>
                <a:lnTo>
                  <a:pt x="552" y="342"/>
                </a:lnTo>
                <a:lnTo>
                  <a:pt x="563" y="356"/>
                </a:lnTo>
                <a:lnTo>
                  <a:pt x="569" y="373"/>
                </a:lnTo>
                <a:lnTo>
                  <a:pt x="573" y="393"/>
                </a:lnTo>
                <a:lnTo>
                  <a:pt x="573" y="393"/>
                </a:lnTo>
                <a:lnTo>
                  <a:pt x="573" y="393"/>
                </a:lnTo>
                <a:lnTo>
                  <a:pt x="573" y="393"/>
                </a:lnTo>
                <a:lnTo>
                  <a:pt x="573" y="393"/>
                </a:lnTo>
                <a:lnTo>
                  <a:pt x="573" y="393"/>
                </a:lnTo>
                <a:lnTo>
                  <a:pt x="573" y="393"/>
                </a:lnTo>
                <a:lnTo>
                  <a:pt x="573" y="411"/>
                </a:lnTo>
                <a:lnTo>
                  <a:pt x="567" y="429"/>
                </a:lnTo>
                <a:lnTo>
                  <a:pt x="559" y="445"/>
                </a:lnTo>
                <a:lnTo>
                  <a:pt x="548" y="460"/>
                </a:lnTo>
                <a:lnTo>
                  <a:pt x="548" y="460"/>
                </a:lnTo>
                <a:lnTo>
                  <a:pt x="534" y="472"/>
                </a:lnTo>
                <a:lnTo>
                  <a:pt x="518" y="482"/>
                </a:lnTo>
                <a:lnTo>
                  <a:pt x="502" y="488"/>
                </a:lnTo>
                <a:lnTo>
                  <a:pt x="484" y="490"/>
                </a:lnTo>
                <a:lnTo>
                  <a:pt x="484" y="490"/>
                </a:lnTo>
                <a:close/>
                <a:moveTo>
                  <a:pt x="688" y="279"/>
                </a:moveTo>
                <a:lnTo>
                  <a:pt x="688" y="279"/>
                </a:lnTo>
                <a:lnTo>
                  <a:pt x="700" y="298"/>
                </a:lnTo>
                <a:lnTo>
                  <a:pt x="712" y="318"/>
                </a:lnTo>
                <a:lnTo>
                  <a:pt x="723" y="338"/>
                </a:lnTo>
                <a:lnTo>
                  <a:pt x="731" y="358"/>
                </a:lnTo>
                <a:lnTo>
                  <a:pt x="731" y="358"/>
                </a:lnTo>
                <a:lnTo>
                  <a:pt x="749" y="354"/>
                </a:lnTo>
                <a:lnTo>
                  <a:pt x="765" y="348"/>
                </a:lnTo>
                <a:lnTo>
                  <a:pt x="777" y="342"/>
                </a:lnTo>
                <a:lnTo>
                  <a:pt x="787" y="334"/>
                </a:lnTo>
                <a:lnTo>
                  <a:pt x="795" y="328"/>
                </a:lnTo>
                <a:lnTo>
                  <a:pt x="803" y="320"/>
                </a:lnTo>
                <a:lnTo>
                  <a:pt x="814" y="304"/>
                </a:lnTo>
                <a:lnTo>
                  <a:pt x="824" y="290"/>
                </a:lnTo>
                <a:lnTo>
                  <a:pt x="834" y="277"/>
                </a:lnTo>
                <a:lnTo>
                  <a:pt x="840" y="271"/>
                </a:lnTo>
                <a:lnTo>
                  <a:pt x="846" y="265"/>
                </a:lnTo>
                <a:lnTo>
                  <a:pt x="856" y="261"/>
                </a:lnTo>
                <a:lnTo>
                  <a:pt x="868" y="257"/>
                </a:lnTo>
                <a:lnTo>
                  <a:pt x="868" y="257"/>
                </a:lnTo>
                <a:lnTo>
                  <a:pt x="846" y="243"/>
                </a:lnTo>
                <a:lnTo>
                  <a:pt x="824" y="233"/>
                </a:lnTo>
                <a:lnTo>
                  <a:pt x="801" y="227"/>
                </a:lnTo>
                <a:lnTo>
                  <a:pt x="791" y="225"/>
                </a:lnTo>
                <a:lnTo>
                  <a:pt x="781" y="225"/>
                </a:lnTo>
                <a:lnTo>
                  <a:pt x="769" y="227"/>
                </a:lnTo>
                <a:lnTo>
                  <a:pt x="757" y="229"/>
                </a:lnTo>
                <a:lnTo>
                  <a:pt x="747" y="233"/>
                </a:lnTo>
                <a:lnTo>
                  <a:pt x="735" y="239"/>
                </a:lnTo>
                <a:lnTo>
                  <a:pt x="723" y="247"/>
                </a:lnTo>
                <a:lnTo>
                  <a:pt x="712" y="255"/>
                </a:lnTo>
                <a:lnTo>
                  <a:pt x="700" y="267"/>
                </a:lnTo>
                <a:lnTo>
                  <a:pt x="688" y="279"/>
                </a:lnTo>
                <a:lnTo>
                  <a:pt x="688" y="279"/>
                </a:lnTo>
                <a:close/>
                <a:moveTo>
                  <a:pt x="569" y="188"/>
                </a:moveTo>
                <a:lnTo>
                  <a:pt x="569" y="188"/>
                </a:lnTo>
                <a:lnTo>
                  <a:pt x="589" y="196"/>
                </a:lnTo>
                <a:lnTo>
                  <a:pt x="607" y="209"/>
                </a:lnTo>
                <a:lnTo>
                  <a:pt x="627" y="221"/>
                </a:lnTo>
                <a:lnTo>
                  <a:pt x="646" y="235"/>
                </a:lnTo>
                <a:lnTo>
                  <a:pt x="646" y="235"/>
                </a:lnTo>
                <a:lnTo>
                  <a:pt x="658" y="221"/>
                </a:lnTo>
                <a:lnTo>
                  <a:pt x="668" y="209"/>
                </a:lnTo>
                <a:lnTo>
                  <a:pt x="676" y="196"/>
                </a:lnTo>
                <a:lnTo>
                  <a:pt x="682" y="186"/>
                </a:lnTo>
                <a:lnTo>
                  <a:pt x="686" y="174"/>
                </a:lnTo>
                <a:lnTo>
                  <a:pt x="688" y="164"/>
                </a:lnTo>
                <a:lnTo>
                  <a:pt x="690" y="146"/>
                </a:lnTo>
                <a:lnTo>
                  <a:pt x="690" y="130"/>
                </a:lnTo>
                <a:lnTo>
                  <a:pt x="692" y="111"/>
                </a:lnTo>
                <a:lnTo>
                  <a:pt x="694" y="103"/>
                </a:lnTo>
                <a:lnTo>
                  <a:pt x="698" y="95"/>
                </a:lnTo>
                <a:lnTo>
                  <a:pt x="704" y="87"/>
                </a:lnTo>
                <a:lnTo>
                  <a:pt x="712" y="77"/>
                </a:lnTo>
                <a:lnTo>
                  <a:pt x="712" y="77"/>
                </a:lnTo>
                <a:lnTo>
                  <a:pt x="686" y="77"/>
                </a:lnTo>
                <a:lnTo>
                  <a:pt x="664" y="79"/>
                </a:lnTo>
                <a:lnTo>
                  <a:pt x="642" y="85"/>
                </a:lnTo>
                <a:lnTo>
                  <a:pt x="631" y="89"/>
                </a:lnTo>
                <a:lnTo>
                  <a:pt x="621" y="93"/>
                </a:lnTo>
                <a:lnTo>
                  <a:pt x="611" y="101"/>
                </a:lnTo>
                <a:lnTo>
                  <a:pt x="603" y="107"/>
                </a:lnTo>
                <a:lnTo>
                  <a:pt x="595" y="117"/>
                </a:lnTo>
                <a:lnTo>
                  <a:pt x="589" y="128"/>
                </a:lnTo>
                <a:lnTo>
                  <a:pt x="583" y="140"/>
                </a:lnTo>
                <a:lnTo>
                  <a:pt x="577" y="154"/>
                </a:lnTo>
                <a:lnTo>
                  <a:pt x="573" y="170"/>
                </a:lnTo>
                <a:lnTo>
                  <a:pt x="569" y="188"/>
                </a:lnTo>
                <a:lnTo>
                  <a:pt x="569" y="188"/>
                </a:lnTo>
                <a:close/>
                <a:moveTo>
                  <a:pt x="419" y="168"/>
                </a:moveTo>
                <a:lnTo>
                  <a:pt x="419" y="168"/>
                </a:lnTo>
                <a:lnTo>
                  <a:pt x="441" y="166"/>
                </a:lnTo>
                <a:lnTo>
                  <a:pt x="463" y="166"/>
                </a:lnTo>
                <a:lnTo>
                  <a:pt x="486" y="166"/>
                </a:lnTo>
                <a:lnTo>
                  <a:pt x="508" y="170"/>
                </a:lnTo>
                <a:lnTo>
                  <a:pt x="508" y="170"/>
                </a:lnTo>
                <a:lnTo>
                  <a:pt x="512" y="152"/>
                </a:lnTo>
                <a:lnTo>
                  <a:pt x="516" y="136"/>
                </a:lnTo>
                <a:lnTo>
                  <a:pt x="516" y="122"/>
                </a:lnTo>
                <a:lnTo>
                  <a:pt x="516" y="109"/>
                </a:lnTo>
                <a:lnTo>
                  <a:pt x="514" y="97"/>
                </a:lnTo>
                <a:lnTo>
                  <a:pt x="510" y="87"/>
                </a:lnTo>
                <a:lnTo>
                  <a:pt x="502" y="71"/>
                </a:lnTo>
                <a:lnTo>
                  <a:pt x="494" y="55"/>
                </a:lnTo>
                <a:lnTo>
                  <a:pt x="488" y="41"/>
                </a:lnTo>
                <a:lnTo>
                  <a:pt x="486" y="30"/>
                </a:lnTo>
                <a:lnTo>
                  <a:pt x="486" y="22"/>
                </a:lnTo>
                <a:lnTo>
                  <a:pt x="486" y="12"/>
                </a:lnTo>
                <a:lnTo>
                  <a:pt x="488" y="0"/>
                </a:lnTo>
                <a:lnTo>
                  <a:pt x="488" y="0"/>
                </a:lnTo>
                <a:lnTo>
                  <a:pt x="465" y="12"/>
                </a:lnTo>
                <a:lnTo>
                  <a:pt x="445" y="26"/>
                </a:lnTo>
                <a:lnTo>
                  <a:pt x="429" y="41"/>
                </a:lnTo>
                <a:lnTo>
                  <a:pt x="423" y="51"/>
                </a:lnTo>
                <a:lnTo>
                  <a:pt x="417" y="61"/>
                </a:lnTo>
                <a:lnTo>
                  <a:pt x="413" y="71"/>
                </a:lnTo>
                <a:lnTo>
                  <a:pt x="409" y="81"/>
                </a:lnTo>
                <a:lnTo>
                  <a:pt x="407" y="93"/>
                </a:lnTo>
                <a:lnTo>
                  <a:pt x="407" y="105"/>
                </a:lnTo>
                <a:lnTo>
                  <a:pt x="407" y="120"/>
                </a:lnTo>
                <a:lnTo>
                  <a:pt x="409" y="134"/>
                </a:lnTo>
                <a:lnTo>
                  <a:pt x="413" y="150"/>
                </a:lnTo>
                <a:lnTo>
                  <a:pt x="419" y="168"/>
                </a:lnTo>
                <a:lnTo>
                  <a:pt x="419" y="168"/>
                </a:lnTo>
                <a:close/>
                <a:moveTo>
                  <a:pt x="279" y="225"/>
                </a:moveTo>
                <a:lnTo>
                  <a:pt x="279" y="225"/>
                </a:lnTo>
                <a:lnTo>
                  <a:pt x="297" y="213"/>
                </a:lnTo>
                <a:lnTo>
                  <a:pt x="316" y="200"/>
                </a:lnTo>
                <a:lnTo>
                  <a:pt x="336" y="190"/>
                </a:lnTo>
                <a:lnTo>
                  <a:pt x="358" y="182"/>
                </a:lnTo>
                <a:lnTo>
                  <a:pt x="358" y="182"/>
                </a:lnTo>
                <a:lnTo>
                  <a:pt x="352" y="164"/>
                </a:lnTo>
                <a:lnTo>
                  <a:pt x="346" y="148"/>
                </a:lnTo>
                <a:lnTo>
                  <a:pt x="340" y="136"/>
                </a:lnTo>
                <a:lnTo>
                  <a:pt x="334" y="126"/>
                </a:lnTo>
                <a:lnTo>
                  <a:pt x="326" y="117"/>
                </a:lnTo>
                <a:lnTo>
                  <a:pt x="318" y="109"/>
                </a:lnTo>
                <a:lnTo>
                  <a:pt x="303" y="99"/>
                </a:lnTo>
                <a:lnTo>
                  <a:pt x="289" y="89"/>
                </a:lnTo>
                <a:lnTo>
                  <a:pt x="275" y="79"/>
                </a:lnTo>
                <a:lnTo>
                  <a:pt x="269" y="73"/>
                </a:lnTo>
                <a:lnTo>
                  <a:pt x="263" y="65"/>
                </a:lnTo>
                <a:lnTo>
                  <a:pt x="259" y="57"/>
                </a:lnTo>
                <a:lnTo>
                  <a:pt x="255" y="45"/>
                </a:lnTo>
                <a:lnTo>
                  <a:pt x="255" y="45"/>
                </a:lnTo>
                <a:lnTo>
                  <a:pt x="243" y="67"/>
                </a:lnTo>
                <a:lnTo>
                  <a:pt x="233" y="89"/>
                </a:lnTo>
                <a:lnTo>
                  <a:pt x="225" y="109"/>
                </a:lnTo>
                <a:lnTo>
                  <a:pt x="225" y="122"/>
                </a:lnTo>
                <a:lnTo>
                  <a:pt x="225" y="132"/>
                </a:lnTo>
                <a:lnTo>
                  <a:pt x="225" y="144"/>
                </a:lnTo>
                <a:lnTo>
                  <a:pt x="227" y="154"/>
                </a:lnTo>
                <a:lnTo>
                  <a:pt x="231" y="166"/>
                </a:lnTo>
                <a:lnTo>
                  <a:pt x="237" y="178"/>
                </a:lnTo>
                <a:lnTo>
                  <a:pt x="245" y="190"/>
                </a:lnTo>
                <a:lnTo>
                  <a:pt x="255" y="200"/>
                </a:lnTo>
                <a:lnTo>
                  <a:pt x="265" y="213"/>
                </a:lnTo>
                <a:lnTo>
                  <a:pt x="279" y="225"/>
                </a:lnTo>
                <a:lnTo>
                  <a:pt x="279" y="225"/>
                </a:lnTo>
                <a:close/>
                <a:moveTo>
                  <a:pt x="186" y="344"/>
                </a:moveTo>
                <a:lnTo>
                  <a:pt x="186" y="344"/>
                </a:lnTo>
                <a:lnTo>
                  <a:pt x="196" y="324"/>
                </a:lnTo>
                <a:lnTo>
                  <a:pt x="206" y="304"/>
                </a:lnTo>
                <a:lnTo>
                  <a:pt x="218" y="285"/>
                </a:lnTo>
                <a:lnTo>
                  <a:pt x="233" y="267"/>
                </a:lnTo>
                <a:lnTo>
                  <a:pt x="233" y="267"/>
                </a:lnTo>
                <a:lnTo>
                  <a:pt x="218" y="255"/>
                </a:lnTo>
                <a:lnTo>
                  <a:pt x="206" y="245"/>
                </a:lnTo>
                <a:lnTo>
                  <a:pt x="194" y="237"/>
                </a:lnTo>
                <a:lnTo>
                  <a:pt x="184" y="231"/>
                </a:lnTo>
                <a:lnTo>
                  <a:pt x="174" y="227"/>
                </a:lnTo>
                <a:lnTo>
                  <a:pt x="164" y="225"/>
                </a:lnTo>
                <a:lnTo>
                  <a:pt x="146" y="223"/>
                </a:lnTo>
                <a:lnTo>
                  <a:pt x="127" y="223"/>
                </a:lnTo>
                <a:lnTo>
                  <a:pt x="111" y="221"/>
                </a:lnTo>
                <a:lnTo>
                  <a:pt x="103" y="219"/>
                </a:lnTo>
                <a:lnTo>
                  <a:pt x="93" y="215"/>
                </a:lnTo>
                <a:lnTo>
                  <a:pt x="85" y="209"/>
                </a:lnTo>
                <a:lnTo>
                  <a:pt x="77" y="200"/>
                </a:lnTo>
                <a:lnTo>
                  <a:pt x="77" y="200"/>
                </a:lnTo>
                <a:lnTo>
                  <a:pt x="75" y="227"/>
                </a:lnTo>
                <a:lnTo>
                  <a:pt x="77" y="249"/>
                </a:lnTo>
                <a:lnTo>
                  <a:pt x="83" y="271"/>
                </a:lnTo>
                <a:lnTo>
                  <a:pt x="87" y="281"/>
                </a:lnTo>
                <a:lnTo>
                  <a:pt x="93" y="292"/>
                </a:lnTo>
                <a:lnTo>
                  <a:pt x="99" y="302"/>
                </a:lnTo>
                <a:lnTo>
                  <a:pt x="107" y="310"/>
                </a:lnTo>
                <a:lnTo>
                  <a:pt x="115" y="318"/>
                </a:lnTo>
                <a:lnTo>
                  <a:pt x="127" y="324"/>
                </a:lnTo>
                <a:lnTo>
                  <a:pt x="140" y="330"/>
                </a:lnTo>
                <a:lnTo>
                  <a:pt x="154" y="336"/>
                </a:lnTo>
                <a:lnTo>
                  <a:pt x="168" y="340"/>
                </a:lnTo>
                <a:lnTo>
                  <a:pt x="186" y="344"/>
                </a:lnTo>
                <a:lnTo>
                  <a:pt x="186" y="344"/>
                </a:lnTo>
                <a:close/>
                <a:moveTo>
                  <a:pt x="166" y="494"/>
                </a:moveTo>
                <a:lnTo>
                  <a:pt x="166" y="494"/>
                </a:lnTo>
                <a:lnTo>
                  <a:pt x="164" y="472"/>
                </a:lnTo>
                <a:lnTo>
                  <a:pt x="164" y="449"/>
                </a:lnTo>
                <a:lnTo>
                  <a:pt x="166" y="427"/>
                </a:lnTo>
                <a:lnTo>
                  <a:pt x="168" y="405"/>
                </a:lnTo>
                <a:lnTo>
                  <a:pt x="168" y="405"/>
                </a:lnTo>
                <a:lnTo>
                  <a:pt x="150" y="399"/>
                </a:lnTo>
                <a:lnTo>
                  <a:pt x="133" y="397"/>
                </a:lnTo>
                <a:lnTo>
                  <a:pt x="119" y="397"/>
                </a:lnTo>
                <a:lnTo>
                  <a:pt x="107" y="397"/>
                </a:lnTo>
                <a:lnTo>
                  <a:pt x="97" y="399"/>
                </a:lnTo>
                <a:lnTo>
                  <a:pt x="87" y="403"/>
                </a:lnTo>
                <a:lnTo>
                  <a:pt x="69" y="409"/>
                </a:lnTo>
                <a:lnTo>
                  <a:pt x="54" y="419"/>
                </a:lnTo>
                <a:lnTo>
                  <a:pt x="38" y="425"/>
                </a:lnTo>
                <a:lnTo>
                  <a:pt x="30" y="427"/>
                </a:lnTo>
                <a:lnTo>
                  <a:pt x="20" y="427"/>
                </a:lnTo>
                <a:lnTo>
                  <a:pt x="10" y="427"/>
                </a:lnTo>
                <a:lnTo>
                  <a:pt x="0" y="425"/>
                </a:lnTo>
                <a:lnTo>
                  <a:pt x="0" y="425"/>
                </a:lnTo>
                <a:lnTo>
                  <a:pt x="10" y="447"/>
                </a:lnTo>
                <a:lnTo>
                  <a:pt x="24" y="466"/>
                </a:lnTo>
                <a:lnTo>
                  <a:pt x="40" y="484"/>
                </a:lnTo>
                <a:lnTo>
                  <a:pt x="48" y="490"/>
                </a:lnTo>
                <a:lnTo>
                  <a:pt x="59" y="496"/>
                </a:lnTo>
                <a:lnTo>
                  <a:pt x="69" y="500"/>
                </a:lnTo>
                <a:lnTo>
                  <a:pt x="79" y="504"/>
                </a:lnTo>
                <a:lnTo>
                  <a:pt x="91" y="506"/>
                </a:lnTo>
                <a:lnTo>
                  <a:pt x="105" y="506"/>
                </a:lnTo>
                <a:lnTo>
                  <a:pt x="119" y="506"/>
                </a:lnTo>
                <a:lnTo>
                  <a:pt x="133" y="504"/>
                </a:lnTo>
                <a:lnTo>
                  <a:pt x="150" y="500"/>
                </a:lnTo>
                <a:lnTo>
                  <a:pt x="166" y="494"/>
                </a:lnTo>
                <a:lnTo>
                  <a:pt x="166" y="494"/>
                </a:lnTo>
                <a:close/>
                <a:moveTo>
                  <a:pt x="225" y="634"/>
                </a:moveTo>
                <a:lnTo>
                  <a:pt x="225" y="634"/>
                </a:lnTo>
                <a:lnTo>
                  <a:pt x="210" y="615"/>
                </a:lnTo>
                <a:lnTo>
                  <a:pt x="198" y="597"/>
                </a:lnTo>
                <a:lnTo>
                  <a:pt x="188" y="577"/>
                </a:lnTo>
                <a:lnTo>
                  <a:pt x="180" y="555"/>
                </a:lnTo>
                <a:lnTo>
                  <a:pt x="180" y="555"/>
                </a:lnTo>
                <a:lnTo>
                  <a:pt x="162" y="561"/>
                </a:lnTo>
                <a:lnTo>
                  <a:pt x="148" y="567"/>
                </a:lnTo>
                <a:lnTo>
                  <a:pt x="135" y="573"/>
                </a:lnTo>
                <a:lnTo>
                  <a:pt x="125" y="579"/>
                </a:lnTo>
                <a:lnTo>
                  <a:pt x="115" y="587"/>
                </a:lnTo>
                <a:lnTo>
                  <a:pt x="109" y="593"/>
                </a:lnTo>
                <a:lnTo>
                  <a:pt x="97" y="609"/>
                </a:lnTo>
                <a:lnTo>
                  <a:pt x="89" y="624"/>
                </a:lnTo>
                <a:lnTo>
                  <a:pt x="79" y="638"/>
                </a:lnTo>
                <a:lnTo>
                  <a:pt x="73" y="644"/>
                </a:lnTo>
                <a:lnTo>
                  <a:pt x="65" y="650"/>
                </a:lnTo>
                <a:lnTo>
                  <a:pt x="54" y="654"/>
                </a:lnTo>
                <a:lnTo>
                  <a:pt x="44" y="658"/>
                </a:lnTo>
                <a:lnTo>
                  <a:pt x="44" y="658"/>
                </a:lnTo>
                <a:lnTo>
                  <a:pt x="65" y="670"/>
                </a:lnTo>
                <a:lnTo>
                  <a:pt x="87" y="680"/>
                </a:lnTo>
                <a:lnTo>
                  <a:pt x="109" y="688"/>
                </a:lnTo>
                <a:lnTo>
                  <a:pt x="119" y="688"/>
                </a:lnTo>
                <a:lnTo>
                  <a:pt x="131" y="688"/>
                </a:lnTo>
                <a:lnTo>
                  <a:pt x="142" y="688"/>
                </a:lnTo>
                <a:lnTo>
                  <a:pt x="154" y="686"/>
                </a:lnTo>
                <a:lnTo>
                  <a:pt x="166" y="682"/>
                </a:lnTo>
                <a:lnTo>
                  <a:pt x="176" y="676"/>
                </a:lnTo>
                <a:lnTo>
                  <a:pt x="188" y="668"/>
                </a:lnTo>
                <a:lnTo>
                  <a:pt x="200" y="658"/>
                </a:lnTo>
                <a:lnTo>
                  <a:pt x="212" y="648"/>
                </a:lnTo>
                <a:lnTo>
                  <a:pt x="225" y="634"/>
                </a:lnTo>
                <a:lnTo>
                  <a:pt x="225" y="634"/>
                </a:lnTo>
                <a:close/>
                <a:moveTo>
                  <a:pt x="344" y="727"/>
                </a:moveTo>
                <a:lnTo>
                  <a:pt x="344" y="727"/>
                </a:lnTo>
                <a:lnTo>
                  <a:pt x="324" y="717"/>
                </a:lnTo>
                <a:lnTo>
                  <a:pt x="303" y="707"/>
                </a:lnTo>
                <a:lnTo>
                  <a:pt x="285" y="694"/>
                </a:lnTo>
                <a:lnTo>
                  <a:pt x="267" y="680"/>
                </a:lnTo>
                <a:lnTo>
                  <a:pt x="267" y="680"/>
                </a:lnTo>
                <a:lnTo>
                  <a:pt x="253" y="692"/>
                </a:lnTo>
                <a:lnTo>
                  <a:pt x="243" y="707"/>
                </a:lnTo>
                <a:lnTo>
                  <a:pt x="235" y="717"/>
                </a:lnTo>
                <a:lnTo>
                  <a:pt x="231" y="729"/>
                </a:lnTo>
                <a:lnTo>
                  <a:pt x="227" y="739"/>
                </a:lnTo>
                <a:lnTo>
                  <a:pt x="225" y="749"/>
                </a:lnTo>
                <a:lnTo>
                  <a:pt x="223" y="767"/>
                </a:lnTo>
                <a:lnTo>
                  <a:pt x="220" y="785"/>
                </a:lnTo>
                <a:lnTo>
                  <a:pt x="218" y="802"/>
                </a:lnTo>
                <a:lnTo>
                  <a:pt x="216" y="810"/>
                </a:lnTo>
                <a:lnTo>
                  <a:pt x="212" y="818"/>
                </a:lnTo>
                <a:lnTo>
                  <a:pt x="206" y="828"/>
                </a:lnTo>
                <a:lnTo>
                  <a:pt x="198" y="836"/>
                </a:lnTo>
                <a:lnTo>
                  <a:pt x="198" y="836"/>
                </a:lnTo>
                <a:lnTo>
                  <a:pt x="225" y="836"/>
                </a:lnTo>
                <a:lnTo>
                  <a:pt x="249" y="836"/>
                </a:lnTo>
                <a:lnTo>
                  <a:pt x="271" y="830"/>
                </a:lnTo>
                <a:lnTo>
                  <a:pt x="281" y="826"/>
                </a:lnTo>
                <a:lnTo>
                  <a:pt x="291" y="820"/>
                </a:lnTo>
                <a:lnTo>
                  <a:pt x="299" y="814"/>
                </a:lnTo>
                <a:lnTo>
                  <a:pt x="308" y="806"/>
                </a:lnTo>
                <a:lnTo>
                  <a:pt x="316" y="796"/>
                </a:lnTo>
                <a:lnTo>
                  <a:pt x="324" y="785"/>
                </a:lnTo>
                <a:lnTo>
                  <a:pt x="330" y="773"/>
                </a:lnTo>
                <a:lnTo>
                  <a:pt x="334" y="759"/>
                </a:lnTo>
                <a:lnTo>
                  <a:pt x="340" y="745"/>
                </a:lnTo>
                <a:lnTo>
                  <a:pt x="344" y="727"/>
                </a:lnTo>
                <a:lnTo>
                  <a:pt x="344" y="727"/>
                </a:lnTo>
                <a:close/>
                <a:moveTo>
                  <a:pt x="494" y="747"/>
                </a:moveTo>
                <a:lnTo>
                  <a:pt x="494" y="747"/>
                </a:lnTo>
                <a:lnTo>
                  <a:pt x="471" y="749"/>
                </a:lnTo>
                <a:lnTo>
                  <a:pt x="447" y="749"/>
                </a:lnTo>
                <a:lnTo>
                  <a:pt x="425" y="747"/>
                </a:lnTo>
                <a:lnTo>
                  <a:pt x="403" y="745"/>
                </a:lnTo>
                <a:lnTo>
                  <a:pt x="403" y="745"/>
                </a:lnTo>
                <a:lnTo>
                  <a:pt x="399" y="763"/>
                </a:lnTo>
                <a:lnTo>
                  <a:pt x="397" y="779"/>
                </a:lnTo>
                <a:lnTo>
                  <a:pt x="395" y="794"/>
                </a:lnTo>
                <a:lnTo>
                  <a:pt x="397" y="806"/>
                </a:lnTo>
                <a:lnTo>
                  <a:pt x="399" y="816"/>
                </a:lnTo>
                <a:lnTo>
                  <a:pt x="401" y="826"/>
                </a:lnTo>
                <a:lnTo>
                  <a:pt x="409" y="842"/>
                </a:lnTo>
                <a:lnTo>
                  <a:pt x="417" y="858"/>
                </a:lnTo>
                <a:lnTo>
                  <a:pt x="423" y="875"/>
                </a:lnTo>
                <a:lnTo>
                  <a:pt x="425" y="883"/>
                </a:lnTo>
                <a:lnTo>
                  <a:pt x="427" y="893"/>
                </a:lnTo>
                <a:lnTo>
                  <a:pt x="425" y="903"/>
                </a:lnTo>
                <a:lnTo>
                  <a:pt x="423" y="913"/>
                </a:lnTo>
                <a:lnTo>
                  <a:pt x="423" y="913"/>
                </a:lnTo>
                <a:lnTo>
                  <a:pt x="445" y="901"/>
                </a:lnTo>
                <a:lnTo>
                  <a:pt x="465" y="889"/>
                </a:lnTo>
                <a:lnTo>
                  <a:pt x="482" y="873"/>
                </a:lnTo>
                <a:lnTo>
                  <a:pt x="488" y="864"/>
                </a:lnTo>
                <a:lnTo>
                  <a:pt x="494" y="854"/>
                </a:lnTo>
                <a:lnTo>
                  <a:pt x="500" y="844"/>
                </a:lnTo>
                <a:lnTo>
                  <a:pt x="502" y="832"/>
                </a:lnTo>
                <a:lnTo>
                  <a:pt x="504" y="822"/>
                </a:lnTo>
                <a:lnTo>
                  <a:pt x="506" y="808"/>
                </a:lnTo>
                <a:lnTo>
                  <a:pt x="504" y="794"/>
                </a:lnTo>
                <a:lnTo>
                  <a:pt x="502" y="779"/>
                </a:lnTo>
                <a:lnTo>
                  <a:pt x="498" y="763"/>
                </a:lnTo>
                <a:lnTo>
                  <a:pt x="494" y="747"/>
                </a:lnTo>
                <a:lnTo>
                  <a:pt x="494" y="747"/>
                </a:lnTo>
                <a:close/>
                <a:moveTo>
                  <a:pt x="631" y="674"/>
                </a:moveTo>
                <a:lnTo>
                  <a:pt x="631" y="674"/>
                </a:lnTo>
                <a:lnTo>
                  <a:pt x="613" y="686"/>
                </a:lnTo>
                <a:lnTo>
                  <a:pt x="593" y="698"/>
                </a:lnTo>
                <a:lnTo>
                  <a:pt x="573" y="709"/>
                </a:lnTo>
                <a:lnTo>
                  <a:pt x="552" y="719"/>
                </a:lnTo>
                <a:lnTo>
                  <a:pt x="552" y="719"/>
                </a:lnTo>
                <a:lnTo>
                  <a:pt x="557" y="735"/>
                </a:lnTo>
                <a:lnTo>
                  <a:pt x="563" y="751"/>
                </a:lnTo>
                <a:lnTo>
                  <a:pt x="569" y="763"/>
                </a:lnTo>
                <a:lnTo>
                  <a:pt x="577" y="773"/>
                </a:lnTo>
                <a:lnTo>
                  <a:pt x="583" y="781"/>
                </a:lnTo>
                <a:lnTo>
                  <a:pt x="591" y="790"/>
                </a:lnTo>
                <a:lnTo>
                  <a:pt x="607" y="800"/>
                </a:lnTo>
                <a:lnTo>
                  <a:pt x="621" y="810"/>
                </a:lnTo>
                <a:lnTo>
                  <a:pt x="635" y="820"/>
                </a:lnTo>
                <a:lnTo>
                  <a:pt x="642" y="826"/>
                </a:lnTo>
                <a:lnTo>
                  <a:pt x="646" y="834"/>
                </a:lnTo>
                <a:lnTo>
                  <a:pt x="650" y="842"/>
                </a:lnTo>
                <a:lnTo>
                  <a:pt x="654" y="854"/>
                </a:lnTo>
                <a:lnTo>
                  <a:pt x="654" y="854"/>
                </a:lnTo>
                <a:lnTo>
                  <a:pt x="668" y="832"/>
                </a:lnTo>
                <a:lnTo>
                  <a:pt x="678" y="812"/>
                </a:lnTo>
                <a:lnTo>
                  <a:pt x="684" y="790"/>
                </a:lnTo>
                <a:lnTo>
                  <a:pt x="686" y="777"/>
                </a:lnTo>
                <a:lnTo>
                  <a:pt x="686" y="767"/>
                </a:lnTo>
                <a:lnTo>
                  <a:pt x="684" y="755"/>
                </a:lnTo>
                <a:lnTo>
                  <a:pt x="682" y="745"/>
                </a:lnTo>
                <a:lnTo>
                  <a:pt x="678" y="733"/>
                </a:lnTo>
                <a:lnTo>
                  <a:pt x="672" y="721"/>
                </a:lnTo>
                <a:lnTo>
                  <a:pt x="666" y="711"/>
                </a:lnTo>
                <a:lnTo>
                  <a:pt x="656" y="698"/>
                </a:lnTo>
                <a:lnTo>
                  <a:pt x="644" y="686"/>
                </a:lnTo>
                <a:lnTo>
                  <a:pt x="631" y="674"/>
                </a:lnTo>
                <a:lnTo>
                  <a:pt x="631" y="674"/>
                </a:lnTo>
                <a:close/>
                <a:moveTo>
                  <a:pt x="716" y="553"/>
                </a:moveTo>
                <a:lnTo>
                  <a:pt x="716" y="553"/>
                </a:lnTo>
                <a:lnTo>
                  <a:pt x="708" y="573"/>
                </a:lnTo>
                <a:lnTo>
                  <a:pt x="696" y="593"/>
                </a:lnTo>
                <a:lnTo>
                  <a:pt x="684" y="611"/>
                </a:lnTo>
                <a:lnTo>
                  <a:pt x="670" y="630"/>
                </a:lnTo>
                <a:lnTo>
                  <a:pt x="670" y="630"/>
                </a:lnTo>
                <a:lnTo>
                  <a:pt x="684" y="644"/>
                </a:lnTo>
                <a:lnTo>
                  <a:pt x="696" y="654"/>
                </a:lnTo>
                <a:lnTo>
                  <a:pt x="708" y="660"/>
                </a:lnTo>
                <a:lnTo>
                  <a:pt x="718" y="666"/>
                </a:lnTo>
                <a:lnTo>
                  <a:pt x="729" y="670"/>
                </a:lnTo>
                <a:lnTo>
                  <a:pt x="739" y="672"/>
                </a:lnTo>
                <a:lnTo>
                  <a:pt x="759" y="674"/>
                </a:lnTo>
                <a:lnTo>
                  <a:pt x="775" y="674"/>
                </a:lnTo>
                <a:lnTo>
                  <a:pt x="793" y="676"/>
                </a:lnTo>
                <a:lnTo>
                  <a:pt x="801" y="680"/>
                </a:lnTo>
                <a:lnTo>
                  <a:pt x="810" y="684"/>
                </a:lnTo>
                <a:lnTo>
                  <a:pt x="818" y="688"/>
                </a:lnTo>
                <a:lnTo>
                  <a:pt x="826" y="696"/>
                </a:lnTo>
                <a:lnTo>
                  <a:pt x="826" y="696"/>
                </a:lnTo>
                <a:lnTo>
                  <a:pt x="828" y="672"/>
                </a:lnTo>
                <a:lnTo>
                  <a:pt x="826" y="648"/>
                </a:lnTo>
                <a:lnTo>
                  <a:pt x="820" y="626"/>
                </a:lnTo>
                <a:lnTo>
                  <a:pt x="816" y="615"/>
                </a:lnTo>
                <a:lnTo>
                  <a:pt x="812" y="605"/>
                </a:lnTo>
                <a:lnTo>
                  <a:pt x="803" y="597"/>
                </a:lnTo>
                <a:lnTo>
                  <a:pt x="795" y="587"/>
                </a:lnTo>
                <a:lnTo>
                  <a:pt x="787" y="581"/>
                </a:lnTo>
                <a:lnTo>
                  <a:pt x="777" y="573"/>
                </a:lnTo>
                <a:lnTo>
                  <a:pt x="765" y="567"/>
                </a:lnTo>
                <a:lnTo>
                  <a:pt x="751" y="561"/>
                </a:lnTo>
                <a:lnTo>
                  <a:pt x="735" y="557"/>
                </a:lnTo>
                <a:lnTo>
                  <a:pt x="716" y="553"/>
                </a:lnTo>
                <a:lnTo>
                  <a:pt x="716" y="55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0000" tIns="46800" rIns="90000" bIns="46800" numCol="1" anchor="t" anchorCtr="0" compatLnSpc="1">
            <a:normAutofit/>
          </a:bodyPr>
          <a:lstStyle/>
          <a:p>
            <a:pPr fontAlgn="base"/>
            <a:endParaRPr lang="zh-CN" altLang="en-US" sz="1350" strike="noStrike" noProof="1"/>
          </a:p>
        </p:txBody>
      </p:sp>
      <p:sp>
        <p:nvSpPr>
          <p:cNvPr id="53253" name="文本框 14"/>
          <p:cNvSpPr txBox="1"/>
          <p:nvPr>
            <p:custDataLst>
              <p:tags r:id="rId5"/>
            </p:custDataLst>
          </p:nvPr>
        </p:nvSpPr>
        <p:spPr>
          <a:xfrm>
            <a:off x="47625" y="2336800"/>
            <a:ext cx="1860550" cy="901700"/>
          </a:xfrm>
          <a:prstGeom prst="rect">
            <a:avLst/>
          </a:prstGeom>
          <a:noFill/>
          <a:ln w="9525">
            <a:noFill/>
          </a:ln>
        </p:spPr>
        <p:txBody>
          <a:bodyPr wrap="square" lIns="90000" tIns="46800" rIns="90000" bIns="46800" anchor="t" anchorCtr="0"/>
          <a:p>
            <a:pPr algn="ct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endParaRPr lang="zh-CN" altLang="da-DK" sz="1100" dirty="0">
              <a:solidFill>
                <a:schemeClr val="bg1"/>
              </a:solidFill>
              <a:latin typeface="微软雅黑" panose="020B0503020204020204" charset="-122"/>
              <a:ea typeface="微软雅黑" panose="020B0503020204020204" charset="-122"/>
              <a:sym typeface="黑体" panose="02010609060101010101" charset="-122"/>
            </a:endParaRPr>
          </a:p>
        </p:txBody>
      </p:sp>
      <p:sp>
        <p:nvSpPr>
          <p:cNvPr id="53254" name="文本框 2"/>
          <p:cNvSpPr txBox="1"/>
          <p:nvPr>
            <p:custDataLst>
              <p:tags r:id="rId6"/>
            </p:custDataLst>
          </p:nvPr>
        </p:nvSpPr>
        <p:spPr>
          <a:xfrm>
            <a:off x="4533900" y="2325688"/>
            <a:ext cx="1862138" cy="903287"/>
          </a:xfrm>
          <a:prstGeom prst="rect">
            <a:avLst/>
          </a:prstGeom>
          <a:noFill/>
          <a:ln w="9525">
            <a:noFill/>
          </a:ln>
        </p:spPr>
        <p:txBody>
          <a:bodyPr wrap="square" lIns="90000" tIns="46800" rIns="90000" bIns="46800" anchor="t" anchorCtr="0"/>
          <a:p>
            <a:pPr algn="ct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endParaRPr lang="zh-CN" altLang="da-DK" sz="1100" dirty="0">
              <a:solidFill>
                <a:schemeClr val="bg1"/>
              </a:solidFill>
              <a:latin typeface="微软雅黑" panose="020B0503020204020204" charset="-122"/>
              <a:ea typeface="微软雅黑" panose="020B0503020204020204" charset="-122"/>
              <a:sym typeface="黑体" panose="02010609060101010101" charset="-122"/>
            </a:endParaRPr>
          </a:p>
        </p:txBody>
      </p:sp>
      <p:sp>
        <p:nvSpPr>
          <p:cNvPr id="53255" name="文本框 16"/>
          <p:cNvSpPr txBox="1"/>
          <p:nvPr>
            <p:custDataLst>
              <p:tags r:id="rId7"/>
            </p:custDataLst>
          </p:nvPr>
        </p:nvSpPr>
        <p:spPr>
          <a:xfrm>
            <a:off x="273050" y="228600"/>
            <a:ext cx="3016250" cy="460375"/>
          </a:xfrm>
          <a:prstGeom prst="rect">
            <a:avLst/>
          </a:prstGeom>
          <a:noFill/>
          <a:ln w="9525">
            <a:noFill/>
          </a:ln>
        </p:spPr>
        <p:txBody>
          <a:bodyPr wrap="square" anchor="t" anchorCtr="0">
            <a:spAutoFit/>
          </a:bodyPr>
          <a:p>
            <a:r>
              <a:rPr lang="zh-CN" altLang="zh-CN" sz="2400" b="1">
                <a:solidFill>
                  <a:srgbClr val="595959"/>
                </a:solidFill>
                <a:latin typeface="微软雅黑" panose="020B0503020204020204" charset="-122"/>
                <a:ea typeface="微软雅黑" panose="020B0503020204020204" charset="-122"/>
                <a:sym typeface="黑体" panose="02010609060101010101" charset="-122"/>
              </a:rPr>
              <a:t>变压器组成</a:t>
            </a:r>
            <a:endParaRPr lang="zh-CN"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18" name="矩形 17"/>
          <p:cNvSpPr/>
          <p:nvPr>
            <p:custDataLst>
              <p:tags r:id="rId8"/>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19" name="矩形 18"/>
          <p:cNvSpPr/>
          <p:nvPr>
            <p:custDataLst>
              <p:tags r:id="rId9"/>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pic>
        <p:nvPicPr>
          <p:cNvPr id="53258" name="图片 2"/>
          <p:cNvPicPr>
            <a:picLocks noChangeAspect="1"/>
          </p:cNvPicPr>
          <p:nvPr/>
        </p:nvPicPr>
        <p:blipFill>
          <a:blip r:embed="rId10"/>
          <a:stretch>
            <a:fillRect/>
          </a:stretch>
        </p:blipFill>
        <p:spPr>
          <a:xfrm>
            <a:off x="1320800" y="1057275"/>
            <a:ext cx="6502400" cy="4899025"/>
          </a:xfrm>
          <a:prstGeom prst="rect">
            <a:avLst/>
          </a:prstGeom>
          <a:noFill/>
          <a:ln w="9525">
            <a:noFill/>
          </a:ln>
        </p:spPr>
      </p:pic>
    </p:spTree>
    <p:custDataLst>
      <p:tags r:id="rId1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reeform 5"/>
          <p:cNvSpPr>
            <a:spLocks noEditPoints="1"/>
          </p:cNvSpPr>
          <p:nvPr>
            <p:custDataLst>
              <p:tags r:id="rId1"/>
            </p:custDataLst>
          </p:nvPr>
        </p:nvSpPr>
        <p:spPr bwMode="auto">
          <a:xfrm>
            <a:off x="782638" y="1919288"/>
            <a:ext cx="374650" cy="379413"/>
          </a:xfrm>
          <a:custGeom>
            <a:avLst/>
            <a:gdLst>
              <a:gd name="T0" fmla="*/ 803 w 901"/>
              <a:gd name="T1" fmla="*/ 514 h 913"/>
              <a:gd name="T2" fmla="*/ 860 w 901"/>
              <a:gd name="T3" fmla="*/ 431 h 913"/>
              <a:gd name="T4" fmla="*/ 484 w 901"/>
              <a:gd name="T5" fmla="*/ 490 h 913"/>
              <a:gd name="T6" fmla="*/ 445 w 901"/>
              <a:gd name="T7" fmla="*/ 441 h 913"/>
              <a:gd name="T8" fmla="*/ 500 w 901"/>
              <a:gd name="T9" fmla="*/ 399 h 913"/>
              <a:gd name="T10" fmla="*/ 476 w 901"/>
              <a:gd name="T11" fmla="*/ 385 h 913"/>
              <a:gd name="T12" fmla="*/ 397 w 901"/>
              <a:gd name="T13" fmla="*/ 462 h 913"/>
              <a:gd name="T14" fmla="*/ 484 w 901"/>
              <a:gd name="T15" fmla="*/ 522 h 913"/>
              <a:gd name="T16" fmla="*/ 585 w 901"/>
              <a:gd name="T17" fmla="*/ 478 h 913"/>
              <a:gd name="T18" fmla="*/ 617 w 901"/>
              <a:gd name="T19" fmla="*/ 375 h 913"/>
              <a:gd name="T20" fmla="*/ 512 w 901"/>
              <a:gd name="T21" fmla="*/ 279 h 913"/>
              <a:gd name="T22" fmla="*/ 370 w 901"/>
              <a:gd name="T23" fmla="*/ 308 h 913"/>
              <a:gd name="T24" fmla="*/ 277 w 901"/>
              <a:gd name="T25" fmla="*/ 470 h 913"/>
              <a:gd name="T26" fmla="*/ 342 w 901"/>
              <a:gd name="T27" fmla="*/ 589 h 913"/>
              <a:gd name="T28" fmla="*/ 492 w 901"/>
              <a:gd name="T29" fmla="*/ 630 h 913"/>
              <a:gd name="T30" fmla="*/ 528 w 901"/>
              <a:gd name="T31" fmla="*/ 686 h 913"/>
              <a:gd name="T32" fmla="*/ 413 w 901"/>
              <a:gd name="T33" fmla="*/ 698 h 913"/>
              <a:gd name="T34" fmla="*/ 212 w 901"/>
              <a:gd name="T35" fmla="*/ 528 h 913"/>
              <a:gd name="T36" fmla="*/ 216 w 901"/>
              <a:gd name="T37" fmla="*/ 377 h 913"/>
              <a:gd name="T38" fmla="*/ 433 w 901"/>
              <a:gd name="T39" fmla="*/ 207 h 913"/>
              <a:gd name="T40" fmla="*/ 567 w 901"/>
              <a:gd name="T41" fmla="*/ 219 h 913"/>
              <a:gd name="T42" fmla="*/ 694 w 901"/>
              <a:gd name="T43" fmla="*/ 381 h 913"/>
              <a:gd name="T44" fmla="*/ 664 w 901"/>
              <a:gd name="T45" fmla="*/ 498 h 913"/>
              <a:gd name="T46" fmla="*/ 490 w 901"/>
              <a:gd name="T47" fmla="*/ 597 h 913"/>
              <a:gd name="T48" fmla="*/ 388 w 901"/>
              <a:gd name="T49" fmla="*/ 573 h 913"/>
              <a:gd name="T50" fmla="*/ 322 w 901"/>
              <a:gd name="T51" fmla="*/ 468 h 913"/>
              <a:gd name="T52" fmla="*/ 362 w 901"/>
              <a:gd name="T53" fmla="*/ 360 h 913"/>
              <a:gd name="T54" fmla="*/ 469 w 901"/>
              <a:gd name="T55" fmla="*/ 310 h 913"/>
              <a:gd name="T56" fmla="*/ 573 w 901"/>
              <a:gd name="T57" fmla="*/ 393 h 913"/>
              <a:gd name="T58" fmla="*/ 534 w 901"/>
              <a:gd name="T59" fmla="*/ 472 h 913"/>
              <a:gd name="T60" fmla="*/ 749 w 901"/>
              <a:gd name="T61" fmla="*/ 354 h 913"/>
              <a:gd name="T62" fmla="*/ 868 w 901"/>
              <a:gd name="T63" fmla="*/ 257 h 913"/>
              <a:gd name="T64" fmla="*/ 712 w 901"/>
              <a:gd name="T65" fmla="*/ 255 h 913"/>
              <a:gd name="T66" fmla="*/ 668 w 901"/>
              <a:gd name="T67" fmla="*/ 209 h 913"/>
              <a:gd name="T68" fmla="*/ 712 w 901"/>
              <a:gd name="T69" fmla="*/ 77 h 913"/>
              <a:gd name="T70" fmla="*/ 573 w 901"/>
              <a:gd name="T71" fmla="*/ 170 h 913"/>
              <a:gd name="T72" fmla="*/ 516 w 901"/>
              <a:gd name="T73" fmla="*/ 122 h 913"/>
              <a:gd name="T74" fmla="*/ 465 w 901"/>
              <a:gd name="T75" fmla="*/ 12 h 913"/>
              <a:gd name="T76" fmla="*/ 419 w 901"/>
              <a:gd name="T77" fmla="*/ 168 h 913"/>
              <a:gd name="T78" fmla="*/ 334 w 901"/>
              <a:gd name="T79" fmla="*/ 126 h 913"/>
              <a:gd name="T80" fmla="*/ 233 w 901"/>
              <a:gd name="T81" fmla="*/ 89 h 913"/>
              <a:gd name="T82" fmla="*/ 279 w 901"/>
              <a:gd name="T83" fmla="*/ 225 h 913"/>
              <a:gd name="T84" fmla="*/ 174 w 901"/>
              <a:gd name="T85" fmla="*/ 227 h 913"/>
              <a:gd name="T86" fmla="*/ 83 w 901"/>
              <a:gd name="T87" fmla="*/ 271 h 913"/>
              <a:gd name="T88" fmla="*/ 166 w 901"/>
              <a:gd name="T89" fmla="*/ 494 h 913"/>
              <a:gd name="T90" fmla="*/ 87 w 901"/>
              <a:gd name="T91" fmla="*/ 403 h 913"/>
              <a:gd name="T92" fmla="*/ 48 w 901"/>
              <a:gd name="T93" fmla="*/ 490 h 913"/>
              <a:gd name="T94" fmla="*/ 225 w 901"/>
              <a:gd name="T95" fmla="*/ 634 h 913"/>
              <a:gd name="T96" fmla="*/ 97 w 901"/>
              <a:gd name="T97" fmla="*/ 609 h 913"/>
              <a:gd name="T98" fmla="*/ 131 w 901"/>
              <a:gd name="T99" fmla="*/ 688 h 913"/>
              <a:gd name="T100" fmla="*/ 324 w 901"/>
              <a:gd name="T101" fmla="*/ 717 h 913"/>
              <a:gd name="T102" fmla="*/ 220 w 901"/>
              <a:gd name="T103" fmla="*/ 785 h 913"/>
              <a:gd name="T104" fmla="*/ 299 w 901"/>
              <a:gd name="T105" fmla="*/ 814 h 913"/>
              <a:gd name="T106" fmla="*/ 447 w 901"/>
              <a:gd name="T107" fmla="*/ 749 h 913"/>
              <a:gd name="T108" fmla="*/ 423 w 901"/>
              <a:gd name="T109" fmla="*/ 875 h 913"/>
              <a:gd name="T110" fmla="*/ 502 w 901"/>
              <a:gd name="T111" fmla="*/ 832 h 913"/>
              <a:gd name="T112" fmla="*/ 573 w 901"/>
              <a:gd name="T113" fmla="*/ 709 h 913"/>
              <a:gd name="T114" fmla="*/ 642 w 901"/>
              <a:gd name="T115" fmla="*/ 826 h 913"/>
              <a:gd name="T116" fmla="*/ 678 w 901"/>
              <a:gd name="T117" fmla="*/ 733 h 913"/>
              <a:gd name="T118" fmla="*/ 670 w 901"/>
              <a:gd name="T119" fmla="*/ 630 h 913"/>
              <a:gd name="T120" fmla="*/ 810 w 901"/>
              <a:gd name="T121" fmla="*/ 684 h 913"/>
              <a:gd name="T122" fmla="*/ 777 w 901"/>
              <a:gd name="T123" fmla="*/ 573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1" h="913">
                <a:moveTo>
                  <a:pt x="735" y="419"/>
                </a:moveTo>
                <a:lnTo>
                  <a:pt x="735" y="419"/>
                </a:lnTo>
                <a:lnTo>
                  <a:pt x="737" y="441"/>
                </a:lnTo>
                <a:lnTo>
                  <a:pt x="737" y="464"/>
                </a:lnTo>
                <a:lnTo>
                  <a:pt x="735" y="488"/>
                </a:lnTo>
                <a:lnTo>
                  <a:pt x="733" y="510"/>
                </a:lnTo>
                <a:lnTo>
                  <a:pt x="733" y="510"/>
                </a:lnTo>
                <a:lnTo>
                  <a:pt x="751" y="514"/>
                </a:lnTo>
                <a:lnTo>
                  <a:pt x="765" y="516"/>
                </a:lnTo>
                <a:lnTo>
                  <a:pt x="779" y="518"/>
                </a:lnTo>
                <a:lnTo>
                  <a:pt x="791" y="516"/>
                </a:lnTo>
                <a:lnTo>
                  <a:pt x="803" y="514"/>
                </a:lnTo>
                <a:lnTo>
                  <a:pt x="814" y="512"/>
                </a:lnTo>
                <a:lnTo>
                  <a:pt x="830" y="504"/>
                </a:lnTo>
                <a:lnTo>
                  <a:pt x="846" y="496"/>
                </a:lnTo>
                <a:lnTo>
                  <a:pt x="862" y="490"/>
                </a:lnTo>
                <a:lnTo>
                  <a:pt x="870" y="488"/>
                </a:lnTo>
                <a:lnTo>
                  <a:pt x="878" y="486"/>
                </a:lnTo>
                <a:lnTo>
                  <a:pt x="889" y="488"/>
                </a:lnTo>
                <a:lnTo>
                  <a:pt x="901" y="490"/>
                </a:lnTo>
                <a:lnTo>
                  <a:pt x="901" y="490"/>
                </a:lnTo>
                <a:lnTo>
                  <a:pt x="889" y="468"/>
                </a:lnTo>
                <a:lnTo>
                  <a:pt x="876" y="447"/>
                </a:lnTo>
                <a:lnTo>
                  <a:pt x="860" y="431"/>
                </a:lnTo>
                <a:lnTo>
                  <a:pt x="850" y="423"/>
                </a:lnTo>
                <a:lnTo>
                  <a:pt x="842" y="419"/>
                </a:lnTo>
                <a:lnTo>
                  <a:pt x="832" y="413"/>
                </a:lnTo>
                <a:lnTo>
                  <a:pt x="820" y="411"/>
                </a:lnTo>
                <a:lnTo>
                  <a:pt x="808" y="409"/>
                </a:lnTo>
                <a:lnTo>
                  <a:pt x="795" y="407"/>
                </a:lnTo>
                <a:lnTo>
                  <a:pt x="781" y="409"/>
                </a:lnTo>
                <a:lnTo>
                  <a:pt x="767" y="411"/>
                </a:lnTo>
                <a:lnTo>
                  <a:pt x="751" y="415"/>
                </a:lnTo>
                <a:lnTo>
                  <a:pt x="735" y="419"/>
                </a:lnTo>
                <a:lnTo>
                  <a:pt x="735" y="419"/>
                </a:lnTo>
                <a:close/>
                <a:moveTo>
                  <a:pt x="484" y="490"/>
                </a:moveTo>
                <a:lnTo>
                  <a:pt x="484" y="490"/>
                </a:lnTo>
                <a:lnTo>
                  <a:pt x="476" y="490"/>
                </a:lnTo>
                <a:lnTo>
                  <a:pt x="467" y="490"/>
                </a:lnTo>
                <a:lnTo>
                  <a:pt x="461" y="486"/>
                </a:lnTo>
                <a:lnTo>
                  <a:pt x="455" y="482"/>
                </a:lnTo>
                <a:lnTo>
                  <a:pt x="451" y="478"/>
                </a:lnTo>
                <a:lnTo>
                  <a:pt x="447" y="472"/>
                </a:lnTo>
                <a:lnTo>
                  <a:pt x="443" y="464"/>
                </a:lnTo>
                <a:lnTo>
                  <a:pt x="443" y="458"/>
                </a:lnTo>
                <a:lnTo>
                  <a:pt x="443" y="458"/>
                </a:lnTo>
                <a:lnTo>
                  <a:pt x="443" y="449"/>
                </a:lnTo>
                <a:lnTo>
                  <a:pt x="445" y="441"/>
                </a:lnTo>
                <a:lnTo>
                  <a:pt x="447" y="435"/>
                </a:lnTo>
                <a:lnTo>
                  <a:pt x="451" y="429"/>
                </a:lnTo>
                <a:lnTo>
                  <a:pt x="457" y="425"/>
                </a:lnTo>
                <a:lnTo>
                  <a:pt x="461" y="421"/>
                </a:lnTo>
                <a:lnTo>
                  <a:pt x="469" y="417"/>
                </a:lnTo>
                <a:lnTo>
                  <a:pt x="478" y="417"/>
                </a:lnTo>
                <a:lnTo>
                  <a:pt x="478" y="417"/>
                </a:lnTo>
                <a:lnTo>
                  <a:pt x="486" y="413"/>
                </a:lnTo>
                <a:lnTo>
                  <a:pt x="494" y="409"/>
                </a:lnTo>
                <a:lnTo>
                  <a:pt x="494" y="409"/>
                </a:lnTo>
                <a:lnTo>
                  <a:pt x="498" y="403"/>
                </a:lnTo>
                <a:lnTo>
                  <a:pt x="500" y="399"/>
                </a:lnTo>
                <a:lnTo>
                  <a:pt x="500" y="399"/>
                </a:lnTo>
                <a:lnTo>
                  <a:pt x="500" y="399"/>
                </a:lnTo>
                <a:lnTo>
                  <a:pt x="498" y="399"/>
                </a:lnTo>
                <a:lnTo>
                  <a:pt x="498" y="399"/>
                </a:lnTo>
                <a:lnTo>
                  <a:pt x="498" y="393"/>
                </a:lnTo>
                <a:lnTo>
                  <a:pt x="494" y="389"/>
                </a:lnTo>
                <a:lnTo>
                  <a:pt x="494" y="389"/>
                </a:lnTo>
                <a:lnTo>
                  <a:pt x="486" y="385"/>
                </a:lnTo>
                <a:lnTo>
                  <a:pt x="476" y="385"/>
                </a:lnTo>
                <a:lnTo>
                  <a:pt x="476" y="385"/>
                </a:lnTo>
                <a:lnTo>
                  <a:pt x="476" y="385"/>
                </a:lnTo>
                <a:lnTo>
                  <a:pt x="476" y="385"/>
                </a:lnTo>
                <a:lnTo>
                  <a:pt x="476" y="385"/>
                </a:lnTo>
                <a:lnTo>
                  <a:pt x="457" y="387"/>
                </a:lnTo>
                <a:lnTo>
                  <a:pt x="441" y="393"/>
                </a:lnTo>
                <a:lnTo>
                  <a:pt x="427" y="401"/>
                </a:lnTo>
                <a:lnTo>
                  <a:pt x="417" y="411"/>
                </a:lnTo>
                <a:lnTo>
                  <a:pt x="417" y="411"/>
                </a:lnTo>
                <a:lnTo>
                  <a:pt x="407" y="421"/>
                </a:lnTo>
                <a:lnTo>
                  <a:pt x="401" y="433"/>
                </a:lnTo>
                <a:lnTo>
                  <a:pt x="397" y="447"/>
                </a:lnTo>
                <a:lnTo>
                  <a:pt x="397" y="462"/>
                </a:lnTo>
                <a:lnTo>
                  <a:pt x="397" y="462"/>
                </a:lnTo>
                <a:lnTo>
                  <a:pt x="397" y="462"/>
                </a:lnTo>
                <a:lnTo>
                  <a:pt x="397" y="462"/>
                </a:lnTo>
                <a:lnTo>
                  <a:pt x="397" y="462"/>
                </a:lnTo>
                <a:lnTo>
                  <a:pt x="399" y="474"/>
                </a:lnTo>
                <a:lnTo>
                  <a:pt x="405" y="486"/>
                </a:lnTo>
                <a:lnTo>
                  <a:pt x="413" y="498"/>
                </a:lnTo>
                <a:lnTo>
                  <a:pt x="423" y="506"/>
                </a:lnTo>
                <a:lnTo>
                  <a:pt x="423" y="506"/>
                </a:lnTo>
                <a:lnTo>
                  <a:pt x="435" y="514"/>
                </a:lnTo>
                <a:lnTo>
                  <a:pt x="449" y="520"/>
                </a:lnTo>
                <a:lnTo>
                  <a:pt x="465" y="522"/>
                </a:lnTo>
                <a:lnTo>
                  <a:pt x="484" y="522"/>
                </a:lnTo>
                <a:lnTo>
                  <a:pt x="484" y="522"/>
                </a:lnTo>
                <a:lnTo>
                  <a:pt x="484" y="522"/>
                </a:lnTo>
                <a:lnTo>
                  <a:pt x="484" y="522"/>
                </a:lnTo>
                <a:lnTo>
                  <a:pt x="484" y="522"/>
                </a:lnTo>
                <a:lnTo>
                  <a:pt x="500" y="520"/>
                </a:lnTo>
                <a:lnTo>
                  <a:pt x="514" y="518"/>
                </a:lnTo>
                <a:lnTo>
                  <a:pt x="528" y="514"/>
                </a:lnTo>
                <a:lnTo>
                  <a:pt x="540" y="508"/>
                </a:lnTo>
                <a:lnTo>
                  <a:pt x="552" y="502"/>
                </a:lnTo>
                <a:lnTo>
                  <a:pt x="565" y="494"/>
                </a:lnTo>
                <a:lnTo>
                  <a:pt x="575" y="486"/>
                </a:lnTo>
                <a:lnTo>
                  <a:pt x="585" y="478"/>
                </a:lnTo>
                <a:lnTo>
                  <a:pt x="585" y="478"/>
                </a:lnTo>
                <a:lnTo>
                  <a:pt x="601" y="458"/>
                </a:lnTo>
                <a:lnTo>
                  <a:pt x="607" y="447"/>
                </a:lnTo>
                <a:lnTo>
                  <a:pt x="611" y="435"/>
                </a:lnTo>
                <a:lnTo>
                  <a:pt x="615" y="425"/>
                </a:lnTo>
                <a:lnTo>
                  <a:pt x="617" y="413"/>
                </a:lnTo>
                <a:lnTo>
                  <a:pt x="619" y="401"/>
                </a:lnTo>
                <a:lnTo>
                  <a:pt x="619" y="389"/>
                </a:lnTo>
                <a:lnTo>
                  <a:pt x="619" y="389"/>
                </a:lnTo>
                <a:lnTo>
                  <a:pt x="619" y="387"/>
                </a:lnTo>
                <a:lnTo>
                  <a:pt x="619" y="387"/>
                </a:lnTo>
                <a:lnTo>
                  <a:pt x="619" y="387"/>
                </a:lnTo>
                <a:lnTo>
                  <a:pt x="617" y="375"/>
                </a:lnTo>
                <a:lnTo>
                  <a:pt x="615" y="362"/>
                </a:lnTo>
                <a:lnTo>
                  <a:pt x="611" y="352"/>
                </a:lnTo>
                <a:lnTo>
                  <a:pt x="605" y="342"/>
                </a:lnTo>
                <a:lnTo>
                  <a:pt x="599" y="332"/>
                </a:lnTo>
                <a:lnTo>
                  <a:pt x="591" y="322"/>
                </a:lnTo>
                <a:lnTo>
                  <a:pt x="573" y="306"/>
                </a:lnTo>
                <a:lnTo>
                  <a:pt x="573" y="306"/>
                </a:lnTo>
                <a:lnTo>
                  <a:pt x="563" y="300"/>
                </a:lnTo>
                <a:lnTo>
                  <a:pt x="550" y="294"/>
                </a:lnTo>
                <a:lnTo>
                  <a:pt x="538" y="288"/>
                </a:lnTo>
                <a:lnTo>
                  <a:pt x="526" y="283"/>
                </a:lnTo>
                <a:lnTo>
                  <a:pt x="512" y="279"/>
                </a:lnTo>
                <a:lnTo>
                  <a:pt x="498" y="277"/>
                </a:lnTo>
                <a:lnTo>
                  <a:pt x="484" y="277"/>
                </a:lnTo>
                <a:lnTo>
                  <a:pt x="469" y="277"/>
                </a:lnTo>
                <a:lnTo>
                  <a:pt x="469" y="277"/>
                </a:lnTo>
                <a:lnTo>
                  <a:pt x="467" y="277"/>
                </a:lnTo>
                <a:lnTo>
                  <a:pt x="467" y="277"/>
                </a:lnTo>
                <a:lnTo>
                  <a:pt x="467" y="277"/>
                </a:lnTo>
                <a:lnTo>
                  <a:pt x="447" y="279"/>
                </a:lnTo>
                <a:lnTo>
                  <a:pt x="427" y="285"/>
                </a:lnTo>
                <a:lnTo>
                  <a:pt x="407" y="292"/>
                </a:lnTo>
                <a:lnTo>
                  <a:pt x="388" y="298"/>
                </a:lnTo>
                <a:lnTo>
                  <a:pt x="370" y="308"/>
                </a:lnTo>
                <a:lnTo>
                  <a:pt x="354" y="318"/>
                </a:lnTo>
                <a:lnTo>
                  <a:pt x="340" y="330"/>
                </a:lnTo>
                <a:lnTo>
                  <a:pt x="326" y="342"/>
                </a:lnTo>
                <a:lnTo>
                  <a:pt x="326" y="342"/>
                </a:lnTo>
                <a:lnTo>
                  <a:pt x="314" y="356"/>
                </a:lnTo>
                <a:lnTo>
                  <a:pt x="303" y="371"/>
                </a:lnTo>
                <a:lnTo>
                  <a:pt x="293" y="387"/>
                </a:lnTo>
                <a:lnTo>
                  <a:pt x="287" y="401"/>
                </a:lnTo>
                <a:lnTo>
                  <a:pt x="281" y="419"/>
                </a:lnTo>
                <a:lnTo>
                  <a:pt x="277" y="435"/>
                </a:lnTo>
                <a:lnTo>
                  <a:pt x="275" y="454"/>
                </a:lnTo>
                <a:lnTo>
                  <a:pt x="277" y="470"/>
                </a:lnTo>
                <a:lnTo>
                  <a:pt x="277" y="470"/>
                </a:lnTo>
                <a:lnTo>
                  <a:pt x="277" y="472"/>
                </a:lnTo>
                <a:lnTo>
                  <a:pt x="277" y="472"/>
                </a:lnTo>
                <a:lnTo>
                  <a:pt x="277" y="472"/>
                </a:lnTo>
                <a:lnTo>
                  <a:pt x="279" y="490"/>
                </a:lnTo>
                <a:lnTo>
                  <a:pt x="283" y="506"/>
                </a:lnTo>
                <a:lnTo>
                  <a:pt x="289" y="522"/>
                </a:lnTo>
                <a:lnTo>
                  <a:pt x="297" y="537"/>
                </a:lnTo>
                <a:lnTo>
                  <a:pt x="305" y="553"/>
                </a:lnTo>
                <a:lnTo>
                  <a:pt x="318" y="565"/>
                </a:lnTo>
                <a:lnTo>
                  <a:pt x="330" y="577"/>
                </a:lnTo>
                <a:lnTo>
                  <a:pt x="342" y="589"/>
                </a:lnTo>
                <a:lnTo>
                  <a:pt x="342" y="589"/>
                </a:lnTo>
                <a:lnTo>
                  <a:pt x="358" y="599"/>
                </a:lnTo>
                <a:lnTo>
                  <a:pt x="374" y="607"/>
                </a:lnTo>
                <a:lnTo>
                  <a:pt x="391" y="615"/>
                </a:lnTo>
                <a:lnTo>
                  <a:pt x="409" y="622"/>
                </a:lnTo>
                <a:lnTo>
                  <a:pt x="429" y="626"/>
                </a:lnTo>
                <a:lnTo>
                  <a:pt x="447" y="630"/>
                </a:lnTo>
                <a:lnTo>
                  <a:pt x="467" y="630"/>
                </a:lnTo>
                <a:lnTo>
                  <a:pt x="490" y="630"/>
                </a:lnTo>
                <a:lnTo>
                  <a:pt x="490" y="630"/>
                </a:lnTo>
                <a:lnTo>
                  <a:pt x="492" y="630"/>
                </a:lnTo>
                <a:lnTo>
                  <a:pt x="492" y="630"/>
                </a:lnTo>
                <a:lnTo>
                  <a:pt x="500" y="630"/>
                </a:lnTo>
                <a:lnTo>
                  <a:pt x="506" y="632"/>
                </a:lnTo>
                <a:lnTo>
                  <a:pt x="514" y="634"/>
                </a:lnTo>
                <a:lnTo>
                  <a:pt x="520" y="638"/>
                </a:lnTo>
                <a:lnTo>
                  <a:pt x="524" y="644"/>
                </a:lnTo>
                <a:lnTo>
                  <a:pt x="528" y="650"/>
                </a:lnTo>
                <a:lnTo>
                  <a:pt x="530" y="656"/>
                </a:lnTo>
                <a:lnTo>
                  <a:pt x="532" y="664"/>
                </a:lnTo>
                <a:lnTo>
                  <a:pt x="532" y="664"/>
                </a:lnTo>
                <a:lnTo>
                  <a:pt x="532" y="672"/>
                </a:lnTo>
                <a:lnTo>
                  <a:pt x="530" y="678"/>
                </a:lnTo>
                <a:lnTo>
                  <a:pt x="528" y="686"/>
                </a:lnTo>
                <a:lnTo>
                  <a:pt x="522" y="690"/>
                </a:lnTo>
                <a:lnTo>
                  <a:pt x="518" y="696"/>
                </a:lnTo>
                <a:lnTo>
                  <a:pt x="512" y="700"/>
                </a:lnTo>
                <a:lnTo>
                  <a:pt x="506" y="702"/>
                </a:lnTo>
                <a:lnTo>
                  <a:pt x="498" y="705"/>
                </a:lnTo>
                <a:lnTo>
                  <a:pt x="494" y="705"/>
                </a:lnTo>
                <a:lnTo>
                  <a:pt x="494" y="705"/>
                </a:lnTo>
                <a:lnTo>
                  <a:pt x="494" y="705"/>
                </a:lnTo>
                <a:lnTo>
                  <a:pt x="494" y="705"/>
                </a:lnTo>
                <a:lnTo>
                  <a:pt x="467" y="705"/>
                </a:lnTo>
                <a:lnTo>
                  <a:pt x="439" y="702"/>
                </a:lnTo>
                <a:lnTo>
                  <a:pt x="413" y="698"/>
                </a:lnTo>
                <a:lnTo>
                  <a:pt x="388" y="692"/>
                </a:lnTo>
                <a:lnTo>
                  <a:pt x="364" y="684"/>
                </a:lnTo>
                <a:lnTo>
                  <a:pt x="340" y="674"/>
                </a:lnTo>
                <a:lnTo>
                  <a:pt x="318" y="662"/>
                </a:lnTo>
                <a:lnTo>
                  <a:pt x="297" y="648"/>
                </a:lnTo>
                <a:lnTo>
                  <a:pt x="297" y="648"/>
                </a:lnTo>
                <a:lnTo>
                  <a:pt x="279" y="632"/>
                </a:lnTo>
                <a:lnTo>
                  <a:pt x="261" y="613"/>
                </a:lnTo>
                <a:lnTo>
                  <a:pt x="245" y="595"/>
                </a:lnTo>
                <a:lnTo>
                  <a:pt x="233" y="573"/>
                </a:lnTo>
                <a:lnTo>
                  <a:pt x="220" y="553"/>
                </a:lnTo>
                <a:lnTo>
                  <a:pt x="212" y="528"/>
                </a:lnTo>
                <a:lnTo>
                  <a:pt x="206" y="504"/>
                </a:lnTo>
                <a:lnTo>
                  <a:pt x="202" y="478"/>
                </a:lnTo>
                <a:lnTo>
                  <a:pt x="202" y="478"/>
                </a:lnTo>
                <a:lnTo>
                  <a:pt x="202" y="478"/>
                </a:lnTo>
                <a:lnTo>
                  <a:pt x="202" y="476"/>
                </a:lnTo>
                <a:lnTo>
                  <a:pt x="202" y="476"/>
                </a:lnTo>
                <a:lnTo>
                  <a:pt x="202" y="476"/>
                </a:lnTo>
                <a:lnTo>
                  <a:pt x="202" y="476"/>
                </a:lnTo>
                <a:lnTo>
                  <a:pt x="202" y="449"/>
                </a:lnTo>
                <a:lnTo>
                  <a:pt x="204" y="425"/>
                </a:lnTo>
                <a:lnTo>
                  <a:pt x="208" y="401"/>
                </a:lnTo>
                <a:lnTo>
                  <a:pt x="216" y="377"/>
                </a:lnTo>
                <a:lnTo>
                  <a:pt x="227" y="352"/>
                </a:lnTo>
                <a:lnTo>
                  <a:pt x="241" y="332"/>
                </a:lnTo>
                <a:lnTo>
                  <a:pt x="255" y="310"/>
                </a:lnTo>
                <a:lnTo>
                  <a:pt x="271" y="292"/>
                </a:lnTo>
                <a:lnTo>
                  <a:pt x="271" y="292"/>
                </a:lnTo>
                <a:lnTo>
                  <a:pt x="291" y="273"/>
                </a:lnTo>
                <a:lnTo>
                  <a:pt x="312" y="257"/>
                </a:lnTo>
                <a:lnTo>
                  <a:pt x="332" y="243"/>
                </a:lnTo>
                <a:lnTo>
                  <a:pt x="356" y="231"/>
                </a:lnTo>
                <a:lnTo>
                  <a:pt x="380" y="221"/>
                </a:lnTo>
                <a:lnTo>
                  <a:pt x="407" y="213"/>
                </a:lnTo>
                <a:lnTo>
                  <a:pt x="433" y="207"/>
                </a:lnTo>
                <a:lnTo>
                  <a:pt x="461" y="203"/>
                </a:lnTo>
                <a:lnTo>
                  <a:pt x="461" y="203"/>
                </a:lnTo>
                <a:lnTo>
                  <a:pt x="461" y="203"/>
                </a:lnTo>
                <a:lnTo>
                  <a:pt x="463" y="203"/>
                </a:lnTo>
                <a:lnTo>
                  <a:pt x="463" y="203"/>
                </a:lnTo>
                <a:lnTo>
                  <a:pt x="463" y="203"/>
                </a:lnTo>
                <a:lnTo>
                  <a:pt x="463" y="203"/>
                </a:lnTo>
                <a:lnTo>
                  <a:pt x="486" y="203"/>
                </a:lnTo>
                <a:lnTo>
                  <a:pt x="506" y="205"/>
                </a:lnTo>
                <a:lnTo>
                  <a:pt x="528" y="207"/>
                </a:lnTo>
                <a:lnTo>
                  <a:pt x="548" y="213"/>
                </a:lnTo>
                <a:lnTo>
                  <a:pt x="567" y="219"/>
                </a:lnTo>
                <a:lnTo>
                  <a:pt x="585" y="227"/>
                </a:lnTo>
                <a:lnTo>
                  <a:pt x="601" y="237"/>
                </a:lnTo>
                <a:lnTo>
                  <a:pt x="617" y="247"/>
                </a:lnTo>
                <a:lnTo>
                  <a:pt x="617" y="247"/>
                </a:lnTo>
                <a:lnTo>
                  <a:pt x="633" y="259"/>
                </a:lnTo>
                <a:lnTo>
                  <a:pt x="648" y="273"/>
                </a:lnTo>
                <a:lnTo>
                  <a:pt x="660" y="290"/>
                </a:lnTo>
                <a:lnTo>
                  <a:pt x="670" y="306"/>
                </a:lnTo>
                <a:lnTo>
                  <a:pt x="678" y="324"/>
                </a:lnTo>
                <a:lnTo>
                  <a:pt x="686" y="342"/>
                </a:lnTo>
                <a:lnTo>
                  <a:pt x="690" y="360"/>
                </a:lnTo>
                <a:lnTo>
                  <a:pt x="694" y="381"/>
                </a:lnTo>
                <a:lnTo>
                  <a:pt x="694" y="381"/>
                </a:lnTo>
                <a:lnTo>
                  <a:pt x="694" y="381"/>
                </a:lnTo>
                <a:lnTo>
                  <a:pt x="694" y="383"/>
                </a:lnTo>
                <a:lnTo>
                  <a:pt x="694" y="383"/>
                </a:lnTo>
                <a:lnTo>
                  <a:pt x="694" y="383"/>
                </a:lnTo>
                <a:lnTo>
                  <a:pt x="694" y="383"/>
                </a:lnTo>
                <a:lnTo>
                  <a:pt x="694" y="403"/>
                </a:lnTo>
                <a:lnTo>
                  <a:pt x="692" y="423"/>
                </a:lnTo>
                <a:lnTo>
                  <a:pt x="688" y="443"/>
                </a:lnTo>
                <a:lnTo>
                  <a:pt x="682" y="462"/>
                </a:lnTo>
                <a:lnTo>
                  <a:pt x="674" y="480"/>
                </a:lnTo>
                <a:lnTo>
                  <a:pt x="664" y="498"/>
                </a:lnTo>
                <a:lnTo>
                  <a:pt x="652" y="514"/>
                </a:lnTo>
                <a:lnTo>
                  <a:pt x="637" y="528"/>
                </a:lnTo>
                <a:lnTo>
                  <a:pt x="637" y="528"/>
                </a:lnTo>
                <a:lnTo>
                  <a:pt x="623" y="543"/>
                </a:lnTo>
                <a:lnTo>
                  <a:pt x="607" y="555"/>
                </a:lnTo>
                <a:lnTo>
                  <a:pt x="591" y="565"/>
                </a:lnTo>
                <a:lnTo>
                  <a:pt x="573" y="575"/>
                </a:lnTo>
                <a:lnTo>
                  <a:pt x="552" y="583"/>
                </a:lnTo>
                <a:lnTo>
                  <a:pt x="532" y="589"/>
                </a:lnTo>
                <a:lnTo>
                  <a:pt x="512" y="595"/>
                </a:lnTo>
                <a:lnTo>
                  <a:pt x="490" y="597"/>
                </a:lnTo>
                <a:lnTo>
                  <a:pt x="490" y="597"/>
                </a:lnTo>
                <a:lnTo>
                  <a:pt x="490" y="597"/>
                </a:lnTo>
                <a:lnTo>
                  <a:pt x="488" y="597"/>
                </a:lnTo>
                <a:lnTo>
                  <a:pt x="488" y="597"/>
                </a:lnTo>
                <a:lnTo>
                  <a:pt x="488" y="597"/>
                </a:lnTo>
                <a:lnTo>
                  <a:pt x="488" y="597"/>
                </a:lnTo>
                <a:lnTo>
                  <a:pt x="474" y="597"/>
                </a:lnTo>
                <a:lnTo>
                  <a:pt x="457" y="597"/>
                </a:lnTo>
                <a:lnTo>
                  <a:pt x="443" y="595"/>
                </a:lnTo>
                <a:lnTo>
                  <a:pt x="429" y="591"/>
                </a:lnTo>
                <a:lnTo>
                  <a:pt x="415" y="587"/>
                </a:lnTo>
                <a:lnTo>
                  <a:pt x="401" y="581"/>
                </a:lnTo>
                <a:lnTo>
                  <a:pt x="388" y="573"/>
                </a:lnTo>
                <a:lnTo>
                  <a:pt x="378" y="565"/>
                </a:lnTo>
                <a:lnTo>
                  <a:pt x="378" y="565"/>
                </a:lnTo>
                <a:lnTo>
                  <a:pt x="366" y="557"/>
                </a:lnTo>
                <a:lnTo>
                  <a:pt x="356" y="547"/>
                </a:lnTo>
                <a:lnTo>
                  <a:pt x="348" y="534"/>
                </a:lnTo>
                <a:lnTo>
                  <a:pt x="340" y="522"/>
                </a:lnTo>
                <a:lnTo>
                  <a:pt x="334" y="510"/>
                </a:lnTo>
                <a:lnTo>
                  <a:pt x="328" y="496"/>
                </a:lnTo>
                <a:lnTo>
                  <a:pt x="324" y="482"/>
                </a:lnTo>
                <a:lnTo>
                  <a:pt x="322" y="468"/>
                </a:lnTo>
                <a:lnTo>
                  <a:pt x="322" y="468"/>
                </a:lnTo>
                <a:lnTo>
                  <a:pt x="322" y="468"/>
                </a:lnTo>
                <a:lnTo>
                  <a:pt x="322" y="466"/>
                </a:lnTo>
                <a:lnTo>
                  <a:pt x="322" y="466"/>
                </a:lnTo>
                <a:lnTo>
                  <a:pt x="322" y="466"/>
                </a:lnTo>
                <a:lnTo>
                  <a:pt x="322" y="466"/>
                </a:lnTo>
                <a:lnTo>
                  <a:pt x="322" y="451"/>
                </a:lnTo>
                <a:lnTo>
                  <a:pt x="324" y="437"/>
                </a:lnTo>
                <a:lnTo>
                  <a:pt x="326" y="421"/>
                </a:lnTo>
                <a:lnTo>
                  <a:pt x="332" y="409"/>
                </a:lnTo>
                <a:lnTo>
                  <a:pt x="336" y="395"/>
                </a:lnTo>
                <a:lnTo>
                  <a:pt x="344" y="383"/>
                </a:lnTo>
                <a:lnTo>
                  <a:pt x="352" y="371"/>
                </a:lnTo>
                <a:lnTo>
                  <a:pt x="362" y="360"/>
                </a:lnTo>
                <a:lnTo>
                  <a:pt x="362" y="360"/>
                </a:lnTo>
                <a:lnTo>
                  <a:pt x="372" y="350"/>
                </a:lnTo>
                <a:lnTo>
                  <a:pt x="384" y="340"/>
                </a:lnTo>
                <a:lnTo>
                  <a:pt x="397" y="332"/>
                </a:lnTo>
                <a:lnTo>
                  <a:pt x="409" y="326"/>
                </a:lnTo>
                <a:lnTo>
                  <a:pt x="423" y="320"/>
                </a:lnTo>
                <a:lnTo>
                  <a:pt x="439" y="316"/>
                </a:lnTo>
                <a:lnTo>
                  <a:pt x="453" y="312"/>
                </a:lnTo>
                <a:lnTo>
                  <a:pt x="469" y="310"/>
                </a:lnTo>
                <a:lnTo>
                  <a:pt x="469" y="310"/>
                </a:lnTo>
                <a:lnTo>
                  <a:pt x="469" y="310"/>
                </a:lnTo>
                <a:lnTo>
                  <a:pt x="469" y="310"/>
                </a:lnTo>
                <a:lnTo>
                  <a:pt x="469" y="310"/>
                </a:lnTo>
                <a:lnTo>
                  <a:pt x="469" y="310"/>
                </a:lnTo>
                <a:lnTo>
                  <a:pt x="469" y="310"/>
                </a:lnTo>
                <a:lnTo>
                  <a:pt x="490" y="310"/>
                </a:lnTo>
                <a:lnTo>
                  <a:pt x="506" y="314"/>
                </a:lnTo>
                <a:lnTo>
                  <a:pt x="524" y="320"/>
                </a:lnTo>
                <a:lnTo>
                  <a:pt x="538" y="330"/>
                </a:lnTo>
                <a:lnTo>
                  <a:pt x="538" y="330"/>
                </a:lnTo>
                <a:lnTo>
                  <a:pt x="552" y="342"/>
                </a:lnTo>
                <a:lnTo>
                  <a:pt x="563" y="356"/>
                </a:lnTo>
                <a:lnTo>
                  <a:pt x="569" y="373"/>
                </a:lnTo>
                <a:lnTo>
                  <a:pt x="573" y="393"/>
                </a:lnTo>
                <a:lnTo>
                  <a:pt x="573" y="393"/>
                </a:lnTo>
                <a:lnTo>
                  <a:pt x="573" y="393"/>
                </a:lnTo>
                <a:lnTo>
                  <a:pt x="573" y="393"/>
                </a:lnTo>
                <a:lnTo>
                  <a:pt x="573" y="393"/>
                </a:lnTo>
                <a:lnTo>
                  <a:pt x="573" y="393"/>
                </a:lnTo>
                <a:lnTo>
                  <a:pt x="573" y="393"/>
                </a:lnTo>
                <a:lnTo>
                  <a:pt x="573" y="411"/>
                </a:lnTo>
                <a:lnTo>
                  <a:pt x="567" y="429"/>
                </a:lnTo>
                <a:lnTo>
                  <a:pt x="559" y="445"/>
                </a:lnTo>
                <a:lnTo>
                  <a:pt x="548" y="460"/>
                </a:lnTo>
                <a:lnTo>
                  <a:pt x="548" y="460"/>
                </a:lnTo>
                <a:lnTo>
                  <a:pt x="534" y="472"/>
                </a:lnTo>
                <a:lnTo>
                  <a:pt x="518" y="482"/>
                </a:lnTo>
                <a:lnTo>
                  <a:pt x="502" y="488"/>
                </a:lnTo>
                <a:lnTo>
                  <a:pt x="484" y="490"/>
                </a:lnTo>
                <a:lnTo>
                  <a:pt x="484" y="490"/>
                </a:lnTo>
                <a:close/>
                <a:moveTo>
                  <a:pt x="688" y="279"/>
                </a:moveTo>
                <a:lnTo>
                  <a:pt x="688" y="279"/>
                </a:lnTo>
                <a:lnTo>
                  <a:pt x="700" y="298"/>
                </a:lnTo>
                <a:lnTo>
                  <a:pt x="712" y="318"/>
                </a:lnTo>
                <a:lnTo>
                  <a:pt x="723" y="338"/>
                </a:lnTo>
                <a:lnTo>
                  <a:pt x="731" y="358"/>
                </a:lnTo>
                <a:lnTo>
                  <a:pt x="731" y="358"/>
                </a:lnTo>
                <a:lnTo>
                  <a:pt x="749" y="354"/>
                </a:lnTo>
                <a:lnTo>
                  <a:pt x="765" y="348"/>
                </a:lnTo>
                <a:lnTo>
                  <a:pt x="777" y="342"/>
                </a:lnTo>
                <a:lnTo>
                  <a:pt x="787" y="334"/>
                </a:lnTo>
                <a:lnTo>
                  <a:pt x="795" y="328"/>
                </a:lnTo>
                <a:lnTo>
                  <a:pt x="803" y="320"/>
                </a:lnTo>
                <a:lnTo>
                  <a:pt x="814" y="304"/>
                </a:lnTo>
                <a:lnTo>
                  <a:pt x="824" y="290"/>
                </a:lnTo>
                <a:lnTo>
                  <a:pt x="834" y="277"/>
                </a:lnTo>
                <a:lnTo>
                  <a:pt x="840" y="271"/>
                </a:lnTo>
                <a:lnTo>
                  <a:pt x="846" y="265"/>
                </a:lnTo>
                <a:lnTo>
                  <a:pt x="856" y="261"/>
                </a:lnTo>
                <a:lnTo>
                  <a:pt x="868" y="257"/>
                </a:lnTo>
                <a:lnTo>
                  <a:pt x="868" y="257"/>
                </a:lnTo>
                <a:lnTo>
                  <a:pt x="846" y="243"/>
                </a:lnTo>
                <a:lnTo>
                  <a:pt x="824" y="233"/>
                </a:lnTo>
                <a:lnTo>
                  <a:pt x="801" y="227"/>
                </a:lnTo>
                <a:lnTo>
                  <a:pt x="791" y="225"/>
                </a:lnTo>
                <a:lnTo>
                  <a:pt x="781" y="225"/>
                </a:lnTo>
                <a:lnTo>
                  <a:pt x="769" y="227"/>
                </a:lnTo>
                <a:lnTo>
                  <a:pt x="757" y="229"/>
                </a:lnTo>
                <a:lnTo>
                  <a:pt x="747" y="233"/>
                </a:lnTo>
                <a:lnTo>
                  <a:pt x="735" y="239"/>
                </a:lnTo>
                <a:lnTo>
                  <a:pt x="723" y="247"/>
                </a:lnTo>
                <a:lnTo>
                  <a:pt x="712" y="255"/>
                </a:lnTo>
                <a:lnTo>
                  <a:pt x="700" y="267"/>
                </a:lnTo>
                <a:lnTo>
                  <a:pt x="688" y="279"/>
                </a:lnTo>
                <a:lnTo>
                  <a:pt x="688" y="279"/>
                </a:lnTo>
                <a:close/>
                <a:moveTo>
                  <a:pt x="569" y="188"/>
                </a:moveTo>
                <a:lnTo>
                  <a:pt x="569" y="188"/>
                </a:lnTo>
                <a:lnTo>
                  <a:pt x="589" y="196"/>
                </a:lnTo>
                <a:lnTo>
                  <a:pt x="607" y="209"/>
                </a:lnTo>
                <a:lnTo>
                  <a:pt x="627" y="221"/>
                </a:lnTo>
                <a:lnTo>
                  <a:pt x="646" y="235"/>
                </a:lnTo>
                <a:lnTo>
                  <a:pt x="646" y="235"/>
                </a:lnTo>
                <a:lnTo>
                  <a:pt x="658" y="221"/>
                </a:lnTo>
                <a:lnTo>
                  <a:pt x="668" y="209"/>
                </a:lnTo>
                <a:lnTo>
                  <a:pt x="676" y="196"/>
                </a:lnTo>
                <a:lnTo>
                  <a:pt x="682" y="186"/>
                </a:lnTo>
                <a:lnTo>
                  <a:pt x="686" y="174"/>
                </a:lnTo>
                <a:lnTo>
                  <a:pt x="688" y="164"/>
                </a:lnTo>
                <a:lnTo>
                  <a:pt x="690" y="146"/>
                </a:lnTo>
                <a:lnTo>
                  <a:pt x="690" y="130"/>
                </a:lnTo>
                <a:lnTo>
                  <a:pt x="692" y="111"/>
                </a:lnTo>
                <a:lnTo>
                  <a:pt x="694" y="103"/>
                </a:lnTo>
                <a:lnTo>
                  <a:pt x="698" y="95"/>
                </a:lnTo>
                <a:lnTo>
                  <a:pt x="704" y="87"/>
                </a:lnTo>
                <a:lnTo>
                  <a:pt x="712" y="77"/>
                </a:lnTo>
                <a:lnTo>
                  <a:pt x="712" y="77"/>
                </a:lnTo>
                <a:lnTo>
                  <a:pt x="686" y="77"/>
                </a:lnTo>
                <a:lnTo>
                  <a:pt x="664" y="79"/>
                </a:lnTo>
                <a:lnTo>
                  <a:pt x="642" y="85"/>
                </a:lnTo>
                <a:lnTo>
                  <a:pt x="631" y="89"/>
                </a:lnTo>
                <a:lnTo>
                  <a:pt x="621" y="93"/>
                </a:lnTo>
                <a:lnTo>
                  <a:pt x="611" y="101"/>
                </a:lnTo>
                <a:lnTo>
                  <a:pt x="603" y="107"/>
                </a:lnTo>
                <a:lnTo>
                  <a:pt x="595" y="117"/>
                </a:lnTo>
                <a:lnTo>
                  <a:pt x="589" y="128"/>
                </a:lnTo>
                <a:lnTo>
                  <a:pt x="583" y="140"/>
                </a:lnTo>
                <a:lnTo>
                  <a:pt x="577" y="154"/>
                </a:lnTo>
                <a:lnTo>
                  <a:pt x="573" y="170"/>
                </a:lnTo>
                <a:lnTo>
                  <a:pt x="569" y="188"/>
                </a:lnTo>
                <a:lnTo>
                  <a:pt x="569" y="188"/>
                </a:lnTo>
                <a:close/>
                <a:moveTo>
                  <a:pt x="419" y="168"/>
                </a:moveTo>
                <a:lnTo>
                  <a:pt x="419" y="168"/>
                </a:lnTo>
                <a:lnTo>
                  <a:pt x="441" y="166"/>
                </a:lnTo>
                <a:lnTo>
                  <a:pt x="463" y="166"/>
                </a:lnTo>
                <a:lnTo>
                  <a:pt x="486" y="166"/>
                </a:lnTo>
                <a:lnTo>
                  <a:pt x="508" y="170"/>
                </a:lnTo>
                <a:lnTo>
                  <a:pt x="508" y="170"/>
                </a:lnTo>
                <a:lnTo>
                  <a:pt x="512" y="152"/>
                </a:lnTo>
                <a:lnTo>
                  <a:pt x="516" y="136"/>
                </a:lnTo>
                <a:lnTo>
                  <a:pt x="516" y="122"/>
                </a:lnTo>
                <a:lnTo>
                  <a:pt x="516" y="109"/>
                </a:lnTo>
                <a:lnTo>
                  <a:pt x="514" y="97"/>
                </a:lnTo>
                <a:lnTo>
                  <a:pt x="510" y="87"/>
                </a:lnTo>
                <a:lnTo>
                  <a:pt x="502" y="71"/>
                </a:lnTo>
                <a:lnTo>
                  <a:pt x="494" y="55"/>
                </a:lnTo>
                <a:lnTo>
                  <a:pt x="488" y="41"/>
                </a:lnTo>
                <a:lnTo>
                  <a:pt x="486" y="30"/>
                </a:lnTo>
                <a:lnTo>
                  <a:pt x="486" y="22"/>
                </a:lnTo>
                <a:lnTo>
                  <a:pt x="486" y="12"/>
                </a:lnTo>
                <a:lnTo>
                  <a:pt x="488" y="0"/>
                </a:lnTo>
                <a:lnTo>
                  <a:pt x="488" y="0"/>
                </a:lnTo>
                <a:lnTo>
                  <a:pt x="465" y="12"/>
                </a:lnTo>
                <a:lnTo>
                  <a:pt x="445" y="26"/>
                </a:lnTo>
                <a:lnTo>
                  <a:pt x="429" y="41"/>
                </a:lnTo>
                <a:lnTo>
                  <a:pt x="423" y="51"/>
                </a:lnTo>
                <a:lnTo>
                  <a:pt x="417" y="61"/>
                </a:lnTo>
                <a:lnTo>
                  <a:pt x="413" y="71"/>
                </a:lnTo>
                <a:lnTo>
                  <a:pt x="409" y="81"/>
                </a:lnTo>
                <a:lnTo>
                  <a:pt x="407" y="93"/>
                </a:lnTo>
                <a:lnTo>
                  <a:pt x="407" y="105"/>
                </a:lnTo>
                <a:lnTo>
                  <a:pt x="407" y="120"/>
                </a:lnTo>
                <a:lnTo>
                  <a:pt x="409" y="134"/>
                </a:lnTo>
                <a:lnTo>
                  <a:pt x="413" y="150"/>
                </a:lnTo>
                <a:lnTo>
                  <a:pt x="419" y="168"/>
                </a:lnTo>
                <a:lnTo>
                  <a:pt x="419" y="168"/>
                </a:lnTo>
                <a:close/>
                <a:moveTo>
                  <a:pt x="279" y="225"/>
                </a:moveTo>
                <a:lnTo>
                  <a:pt x="279" y="225"/>
                </a:lnTo>
                <a:lnTo>
                  <a:pt x="297" y="213"/>
                </a:lnTo>
                <a:lnTo>
                  <a:pt x="316" y="200"/>
                </a:lnTo>
                <a:lnTo>
                  <a:pt x="336" y="190"/>
                </a:lnTo>
                <a:lnTo>
                  <a:pt x="358" y="182"/>
                </a:lnTo>
                <a:lnTo>
                  <a:pt x="358" y="182"/>
                </a:lnTo>
                <a:lnTo>
                  <a:pt x="352" y="164"/>
                </a:lnTo>
                <a:lnTo>
                  <a:pt x="346" y="148"/>
                </a:lnTo>
                <a:lnTo>
                  <a:pt x="340" y="136"/>
                </a:lnTo>
                <a:lnTo>
                  <a:pt x="334" y="126"/>
                </a:lnTo>
                <a:lnTo>
                  <a:pt x="326" y="117"/>
                </a:lnTo>
                <a:lnTo>
                  <a:pt x="318" y="109"/>
                </a:lnTo>
                <a:lnTo>
                  <a:pt x="303" y="99"/>
                </a:lnTo>
                <a:lnTo>
                  <a:pt x="289" y="89"/>
                </a:lnTo>
                <a:lnTo>
                  <a:pt x="275" y="79"/>
                </a:lnTo>
                <a:lnTo>
                  <a:pt x="269" y="73"/>
                </a:lnTo>
                <a:lnTo>
                  <a:pt x="263" y="65"/>
                </a:lnTo>
                <a:lnTo>
                  <a:pt x="259" y="57"/>
                </a:lnTo>
                <a:lnTo>
                  <a:pt x="255" y="45"/>
                </a:lnTo>
                <a:lnTo>
                  <a:pt x="255" y="45"/>
                </a:lnTo>
                <a:lnTo>
                  <a:pt x="243" y="67"/>
                </a:lnTo>
                <a:lnTo>
                  <a:pt x="233" y="89"/>
                </a:lnTo>
                <a:lnTo>
                  <a:pt x="225" y="109"/>
                </a:lnTo>
                <a:lnTo>
                  <a:pt x="225" y="122"/>
                </a:lnTo>
                <a:lnTo>
                  <a:pt x="225" y="132"/>
                </a:lnTo>
                <a:lnTo>
                  <a:pt x="225" y="144"/>
                </a:lnTo>
                <a:lnTo>
                  <a:pt x="227" y="154"/>
                </a:lnTo>
                <a:lnTo>
                  <a:pt x="231" y="166"/>
                </a:lnTo>
                <a:lnTo>
                  <a:pt x="237" y="178"/>
                </a:lnTo>
                <a:lnTo>
                  <a:pt x="245" y="190"/>
                </a:lnTo>
                <a:lnTo>
                  <a:pt x="255" y="200"/>
                </a:lnTo>
                <a:lnTo>
                  <a:pt x="265" y="213"/>
                </a:lnTo>
                <a:lnTo>
                  <a:pt x="279" y="225"/>
                </a:lnTo>
                <a:lnTo>
                  <a:pt x="279" y="225"/>
                </a:lnTo>
                <a:close/>
                <a:moveTo>
                  <a:pt x="186" y="344"/>
                </a:moveTo>
                <a:lnTo>
                  <a:pt x="186" y="344"/>
                </a:lnTo>
                <a:lnTo>
                  <a:pt x="196" y="324"/>
                </a:lnTo>
                <a:lnTo>
                  <a:pt x="206" y="304"/>
                </a:lnTo>
                <a:lnTo>
                  <a:pt x="218" y="285"/>
                </a:lnTo>
                <a:lnTo>
                  <a:pt x="233" y="267"/>
                </a:lnTo>
                <a:lnTo>
                  <a:pt x="233" y="267"/>
                </a:lnTo>
                <a:lnTo>
                  <a:pt x="218" y="255"/>
                </a:lnTo>
                <a:lnTo>
                  <a:pt x="206" y="245"/>
                </a:lnTo>
                <a:lnTo>
                  <a:pt x="194" y="237"/>
                </a:lnTo>
                <a:lnTo>
                  <a:pt x="184" y="231"/>
                </a:lnTo>
                <a:lnTo>
                  <a:pt x="174" y="227"/>
                </a:lnTo>
                <a:lnTo>
                  <a:pt x="164" y="225"/>
                </a:lnTo>
                <a:lnTo>
                  <a:pt x="146" y="223"/>
                </a:lnTo>
                <a:lnTo>
                  <a:pt x="127" y="223"/>
                </a:lnTo>
                <a:lnTo>
                  <a:pt x="111" y="221"/>
                </a:lnTo>
                <a:lnTo>
                  <a:pt x="103" y="219"/>
                </a:lnTo>
                <a:lnTo>
                  <a:pt x="93" y="215"/>
                </a:lnTo>
                <a:lnTo>
                  <a:pt x="85" y="209"/>
                </a:lnTo>
                <a:lnTo>
                  <a:pt x="77" y="200"/>
                </a:lnTo>
                <a:lnTo>
                  <a:pt x="77" y="200"/>
                </a:lnTo>
                <a:lnTo>
                  <a:pt x="75" y="227"/>
                </a:lnTo>
                <a:lnTo>
                  <a:pt x="77" y="249"/>
                </a:lnTo>
                <a:lnTo>
                  <a:pt x="83" y="271"/>
                </a:lnTo>
                <a:lnTo>
                  <a:pt x="87" y="281"/>
                </a:lnTo>
                <a:lnTo>
                  <a:pt x="93" y="292"/>
                </a:lnTo>
                <a:lnTo>
                  <a:pt x="99" y="302"/>
                </a:lnTo>
                <a:lnTo>
                  <a:pt x="107" y="310"/>
                </a:lnTo>
                <a:lnTo>
                  <a:pt x="115" y="318"/>
                </a:lnTo>
                <a:lnTo>
                  <a:pt x="127" y="324"/>
                </a:lnTo>
                <a:lnTo>
                  <a:pt x="140" y="330"/>
                </a:lnTo>
                <a:lnTo>
                  <a:pt x="154" y="336"/>
                </a:lnTo>
                <a:lnTo>
                  <a:pt x="168" y="340"/>
                </a:lnTo>
                <a:lnTo>
                  <a:pt x="186" y="344"/>
                </a:lnTo>
                <a:lnTo>
                  <a:pt x="186" y="344"/>
                </a:lnTo>
                <a:close/>
                <a:moveTo>
                  <a:pt x="166" y="494"/>
                </a:moveTo>
                <a:lnTo>
                  <a:pt x="166" y="494"/>
                </a:lnTo>
                <a:lnTo>
                  <a:pt x="164" y="472"/>
                </a:lnTo>
                <a:lnTo>
                  <a:pt x="164" y="449"/>
                </a:lnTo>
                <a:lnTo>
                  <a:pt x="166" y="427"/>
                </a:lnTo>
                <a:lnTo>
                  <a:pt x="168" y="405"/>
                </a:lnTo>
                <a:lnTo>
                  <a:pt x="168" y="405"/>
                </a:lnTo>
                <a:lnTo>
                  <a:pt x="150" y="399"/>
                </a:lnTo>
                <a:lnTo>
                  <a:pt x="133" y="397"/>
                </a:lnTo>
                <a:lnTo>
                  <a:pt x="119" y="397"/>
                </a:lnTo>
                <a:lnTo>
                  <a:pt x="107" y="397"/>
                </a:lnTo>
                <a:lnTo>
                  <a:pt x="97" y="399"/>
                </a:lnTo>
                <a:lnTo>
                  <a:pt x="87" y="403"/>
                </a:lnTo>
                <a:lnTo>
                  <a:pt x="69" y="409"/>
                </a:lnTo>
                <a:lnTo>
                  <a:pt x="54" y="419"/>
                </a:lnTo>
                <a:lnTo>
                  <a:pt x="38" y="425"/>
                </a:lnTo>
                <a:lnTo>
                  <a:pt x="30" y="427"/>
                </a:lnTo>
                <a:lnTo>
                  <a:pt x="20" y="427"/>
                </a:lnTo>
                <a:lnTo>
                  <a:pt x="10" y="427"/>
                </a:lnTo>
                <a:lnTo>
                  <a:pt x="0" y="425"/>
                </a:lnTo>
                <a:lnTo>
                  <a:pt x="0" y="425"/>
                </a:lnTo>
                <a:lnTo>
                  <a:pt x="10" y="447"/>
                </a:lnTo>
                <a:lnTo>
                  <a:pt x="24" y="466"/>
                </a:lnTo>
                <a:lnTo>
                  <a:pt x="40" y="484"/>
                </a:lnTo>
                <a:lnTo>
                  <a:pt x="48" y="490"/>
                </a:lnTo>
                <a:lnTo>
                  <a:pt x="59" y="496"/>
                </a:lnTo>
                <a:lnTo>
                  <a:pt x="69" y="500"/>
                </a:lnTo>
                <a:lnTo>
                  <a:pt x="79" y="504"/>
                </a:lnTo>
                <a:lnTo>
                  <a:pt x="91" y="506"/>
                </a:lnTo>
                <a:lnTo>
                  <a:pt x="105" y="506"/>
                </a:lnTo>
                <a:lnTo>
                  <a:pt x="119" y="506"/>
                </a:lnTo>
                <a:lnTo>
                  <a:pt x="133" y="504"/>
                </a:lnTo>
                <a:lnTo>
                  <a:pt x="150" y="500"/>
                </a:lnTo>
                <a:lnTo>
                  <a:pt x="166" y="494"/>
                </a:lnTo>
                <a:lnTo>
                  <a:pt x="166" y="494"/>
                </a:lnTo>
                <a:close/>
                <a:moveTo>
                  <a:pt x="225" y="634"/>
                </a:moveTo>
                <a:lnTo>
                  <a:pt x="225" y="634"/>
                </a:lnTo>
                <a:lnTo>
                  <a:pt x="210" y="615"/>
                </a:lnTo>
                <a:lnTo>
                  <a:pt x="198" y="597"/>
                </a:lnTo>
                <a:lnTo>
                  <a:pt x="188" y="577"/>
                </a:lnTo>
                <a:lnTo>
                  <a:pt x="180" y="555"/>
                </a:lnTo>
                <a:lnTo>
                  <a:pt x="180" y="555"/>
                </a:lnTo>
                <a:lnTo>
                  <a:pt x="162" y="561"/>
                </a:lnTo>
                <a:lnTo>
                  <a:pt x="148" y="567"/>
                </a:lnTo>
                <a:lnTo>
                  <a:pt x="135" y="573"/>
                </a:lnTo>
                <a:lnTo>
                  <a:pt x="125" y="579"/>
                </a:lnTo>
                <a:lnTo>
                  <a:pt x="115" y="587"/>
                </a:lnTo>
                <a:lnTo>
                  <a:pt x="109" y="593"/>
                </a:lnTo>
                <a:lnTo>
                  <a:pt x="97" y="609"/>
                </a:lnTo>
                <a:lnTo>
                  <a:pt x="89" y="624"/>
                </a:lnTo>
                <a:lnTo>
                  <a:pt x="79" y="638"/>
                </a:lnTo>
                <a:lnTo>
                  <a:pt x="73" y="644"/>
                </a:lnTo>
                <a:lnTo>
                  <a:pt x="65" y="650"/>
                </a:lnTo>
                <a:lnTo>
                  <a:pt x="54" y="654"/>
                </a:lnTo>
                <a:lnTo>
                  <a:pt x="44" y="658"/>
                </a:lnTo>
                <a:lnTo>
                  <a:pt x="44" y="658"/>
                </a:lnTo>
                <a:lnTo>
                  <a:pt x="65" y="670"/>
                </a:lnTo>
                <a:lnTo>
                  <a:pt x="87" y="680"/>
                </a:lnTo>
                <a:lnTo>
                  <a:pt x="109" y="688"/>
                </a:lnTo>
                <a:lnTo>
                  <a:pt x="119" y="688"/>
                </a:lnTo>
                <a:lnTo>
                  <a:pt x="131" y="688"/>
                </a:lnTo>
                <a:lnTo>
                  <a:pt x="142" y="688"/>
                </a:lnTo>
                <a:lnTo>
                  <a:pt x="154" y="686"/>
                </a:lnTo>
                <a:lnTo>
                  <a:pt x="166" y="682"/>
                </a:lnTo>
                <a:lnTo>
                  <a:pt x="176" y="676"/>
                </a:lnTo>
                <a:lnTo>
                  <a:pt x="188" y="668"/>
                </a:lnTo>
                <a:lnTo>
                  <a:pt x="200" y="658"/>
                </a:lnTo>
                <a:lnTo>
                  <a:pt x="212" y="648"/>
                </a:lnTo>
                <a:lnTo>
                  <a:pt x="225" y="634"/>
                </a:lnTo>
                <a:lnTo>
                  <a:pt x="225" y="634"/>
                </a:lnTo>
                <a:close/>
                <a:moveTo>
                  <a:pt x="344" y="727"/>
                </a:moveTo>
                <a:lnTo>
                  <a:pt x="344" y="727"/>
                </a:lnTo>
                <a:lnTo>
                  <a:pt x="324" y="717"/>
                </a:lnTo>
                <a:lnTo>
                  <a:pt x="303" y="707"/>
                </a:lnTo>
                <a:lnTo>
                  <a:pt x="285" y="694"/>
                </a:lnTo>
                <a:lnTo>
                  <a:pt x="267" y="680"/>
                </a:lnTo>
                <a:lnTo>
                  <a:pt x="267" y="680"/>
                </a:lnTo>
                <a:lnTo>
                  <a:pt x="253" y="692"/>
                </a:lnTo>
                <a:lnTo>
                  <a:pt x="243" y="707"/>
                </a:lnTo>
                <a:lnTo>
                  <a:pt x="235" y="717"/>
                </a:lnTo>
                <a:lnTo>
                  <a:pt x="231" y="729"/>
                </a:lnTo>
                <a:lnTo>
                  <a:pt x="227" y="739"/>
                </a:lnTo>
                <a:lnTo>
                  <a:pt x="225" y="749"/>
                </a:lnTo>
                <a:lnTo>
                  <a:pt x="223" y="767"/>
                </a:lnTo>
                <a:lnTo>
                  <a:pt x="220" y="785"/>
                </a:lnTo>
                <a:lnTo>
                  <a:pt x="218" y="802"/>
                </a:lnTo>
                <a:lnTo>
                  <a:pt x="216" y="810"/>
                </a:lnTo>
                <a:lnTo>
                  <a:pt x="212" y="818"/>
                </a:lnTo>
                <a:lnTo>
                  <a:pt x="206" y="828"/>
                </a:lnTo>
                <a:lnTo>
                  <a:pt x="198" y="836"/>
                </a:lnTo>
                <a:lnTo>
                  <a:pt x="198" y="836"/>
                </a:lnTo>
                <a:lnTo>
                  <a:pt x="225" y="836"/>
                </a:lnTo>
                <a:lnTo>
                  <a:pt x="249" y="836"/>
                </a:lnTo>
                <a:lnTo>
                  <a:pt x="271" y="830"/>
                </a:lnTo>
                <a:lnTo>
                  <a:pt x="281" y="826"/>
                </a:lnTo>
                <a:lnTo>
                  <a:pt x="291" y="820"/>
                </a:lnTo>
                <a:lnTo>
                  <a:pt x="299" y="814"/>
                </a:lnTo>
                <a:lnTo>
                  <a:pt x="308" y="806"/>
                </a:lnTo>
                <a:lnTo>
                  <a:pt x="316" y="796"/>
                </a:lnTo>
                <a:lnTo>
                  <a:pt x="324" y="785"/>
                </a:lnTo>
                <a:lnTo>
                  <a:pt x="330" y="773"/>
                </a:lnTo>
                <a:lnTo>
                  <a:pt x="334" y="759"/>
                </a:lnTo>
                <a:lnTo>
                  <a:pt x="340" y="745"/>
                </a:lnTo>
                <a:lnTo>
                  <a:pt x="344" y="727"/>
                </a:lnTo>
                <a:lnTo>
                  <a:pt x="344" y="727"/>
                </a:lnTo>
                <a:close/>
                <a:moveTo>
                  <a:pt x="494" y="747"/>
                </a:moveTo>
                <a:lnTo>
                  <a:pt x="494" y="747"/>
                </a:lnTo>
                <a:lnTo>
                  <a:pt x="471" y="749"/>
                </a:lnTo>
                <a:lnTo>
                  <a:pt x="447" y="749"/>
                </a:lnTo>
                <a:lnTo>
                  <a:pt x="425" y="747"/>
                </a:lnTo>
                <a:lnTo>
                  <a:pt x="403" y="745"/>
                </a:lnTo>
                <a:lnTo>
                  <a:pt x="403" y="745"/>
                </a:lnTo>
                <a:lnTo>
                  <a:pt x="399" y="763"/>
                </a:lnTo>
                <a:lnTo>
                  <a:pt x="397" y="779"/>
                </a:lnTo>
                <a:lnTo>
                  <a:pt x="395" y="794"/>
                </a:lnTo>
                <a:lnTo>
                  <a:pt x="397" y="806"/>
                </a:lnTo>
                <a:lnTo>
                  <a:pt x="399" y="816"/>
                </a:lnTo>
                <a:lnTo>
                  <a:pt x="401" y="826"/>
                </a:lnTo>
                <a:lnTo>
                  <a:pt x="409" y="842"/>
                </a:lnTo>
                <a:lnTo>
                  <a:pt x="417" y="858"/>
                </a:lnTo>
                <a:lnTo>
                  <a:pt x="423" y="875"/>
                </a:lnTo>
                <a:lnTo>
                  <a:pt x="425" y="883"/>
                </a:lnTo>
                <a:lnTo>
                  <a:pt x="427" y="893"/>
                </a:lnTo>
                <a:lnTo>
                  <a:pt x="425" y="903"/>
                </a:lnTo>
                <a:lnTo>
                  <a:pt x="423" y="913"/>
                </a:lnTo>
                <a:lnTo>
                  <a:pt x="423" y="913"/>
                </a:lnTo>
                <a:lnTo>
                  <a:pt x="445" y="901"/>
                </a:lnTo>
                <a:lnTo>
                  <a:pt x="465" y="889"/>
                </a:lnTo>
                <a:lnTo>
                  <a:pt x="482" y="873"/>
                </a:lnTo>
                <a:lnTo>
                  <a:pt x="488" y="864"/>
                </a:lnTo>
                <a:lnTo>
                  <a:pt x="494" y="854"/>
                </a:lnTo>
                <a:lnTo>
                  <a:pt x="500" y="844"/>
                </a:lnTo>
                <a:lnTo>
                  <a:pt x="502" y="832"/>
                </a:lnTo>
                <a:lnTo>
                  <a:pt x="504" y="822"/>
                </a:lnTo>
                <a:lnTo>
                  <a:pt x="506" y="808"/>
                </a:lnTo>
                <a:lnTo>
                  <a:pt x="504" y="794"/>
                </a:lnTo>
                <a:lnTo>
                  <a:pt x="502" y="779"/>
                </a:lnTo>
                <a:lnTo>
                  <a:pt x="498" y="763"/>
                </a:lnTo>
                <a:lnTo>
                  <a:pt x="494" y="747"/>
                </a:lnTo>
                <a:lnTo>
                  <a:pt x="494" y="747"/>
                </a:lnTo>
                <a:close/>
                <a:moveTo>
                  <a:pt x="631" y="674"/>
                </a:moveTo>
                <a:lnTo>
                  <a:pt x="631" y="674"/>
                </a:lnTo>
                <a:lnTo>
                  <a:pt x="613" y="686"/>
                </a:lnTo>
                <a:lnTo>
                  <a:pt x="593" y="698"/>
                </a:lnTo>
                <a:lnTo>
                  <a:pt x="573" y="709"/>
                </a:lnTo>
                <a:lnTo>
                  <a:pt x="552" y="719"/>
                </a:lnTo>
                <a:lnTo>
                  <a:pt x="552" y="719"/>
                </a:lnTo>
                <a:lnTo>
                  <a:pt x="557" y="735"/>
                </a:lnTo>
                <a:lnTo>
                  <a:pt x="563" y="751"/>
                </a:lnTo>
                <a:lnTo>
                  <a:pt x="569" y="763"/>
                </a:lnTo>
                <a:lnTo>
                  <a:pt x="577" y="773"/>
                </a:lnTo>
                <a:lnTo>
                  <a:pt x="583" y="781"/>
                </a:lnTo>
                <a:lnTo>
                  <a:pt x="591" y="790"/>
                </a:lnTo>
                <a:lnTo>
                  <a:pt x="607" y="800"/>
                </a:lnTo>
                <a:lnTo>
                  <a:pt x="621" y="810"/>
                </a:lnTo>
                <a:lnTo>
                  <a:pt x="635" y="820"/>
                </a:lnTo>
                <a:lnTo>
                  <a:pt x="642" y="826"/>
                </a:lnTo>
                <a:lnTo>
                  <a:pt x="646" y="834"/>
                </a:lnTo>
                <a:lnTo>
                  <a:pt x="650" y="842"/>
                </a:lnTo>
                <a:lnTo>
                  <a:pt x="654" y="854"/>
                </a:lnTo>
                <a:lnTo>
                  <a:pt x="654" y="854"/>
                </a:lnTo>
                <a:lnTo>
                  <a:pt x="668" y="832"/>
                </a:lnTo>
                <a:lnTo>
                  <a:pt x="678" y="812"/>
                </a:lnTo>
                <a:lnTo>
                  <a:pt x="684" y="790"/>
                </a:lnTo>
                <a:lnTo>
                  <a:pt x="686" y="777"/>
                </a:lnTo>
                <a:lnTo>
                  <a:pt x="686" y="767"/>
                </a:lnTo>
                <a:lnTo>
                  <a:pt x="684" y="755"/>
                </a:lnTo>
                <a:lnTo>
                  <a:pt x="682" y="745"/>
                </a:lnTo>
                <a:lnTo>
                  <a:pt x="678" y="733"/>
                </a:lnTo>
                <a:lnTo>
                  <a:pt x="672" y="721"/>
                </a:lnTo>
                <a:lnTo>
                  <a:pt x="666" y="711"/>
                </a:lnTo>
                <a:lnTo>
                  <a:pt x="656" y="698"/>
                </a:lnTo>
                <a:lnTo>
                  <a:pt x="644" y="686"/>
                </a:lnTo>
                <a:lnTo>
                  <a:pt x="631" y="674"/>
                </a:lnTo>
                <a:lnTo>
                  <a:pt x="631" y="674"/>
                </a:lnTo>
                <a:close/>
                <a:moveTo>
                  <a:pt x="716" y="553"/>
                </a:moveTo>
                <a:lnTo>
                  <a:pt x="716" y="553"/>
                </a:lnTo>
                <a:lnTo>
                  <a:pt x="708" y="573"/>
                </a:lnTo>
                <a:lnTo>
                  <a:pt x="696" y="593"/>
                </a:lnTo>
                <a:lnTo>
                  <a:pt x="684" y="611"/>
                </a:lnTo>
                <a:lnTo>
                  <a:pt x="670" y="630"/>
                </a:lnTo>
                <a:lnTo>
                  <a:pt x="670" y="630"/>
                </a:lnTo>
                <a:lnTo>
                  <a:pt x="684" y="644"/>
                </a:lnTo>
                <a:lnTo>
                  <a:pt x="696" y="654"/>
                </a:lnTo>
                <a:lnTo>
                  <a:pt x="708" y="660"/>
                </a:lnTo>
                <a:lnTo>
                  <a:pt x="718" y="666"/>
                </a:lnTo>
                <a:lnTo>
                  <a:pt x="729" y="670"/>
                </a:lnTo>
                <a:lnTo>
                  <a:pt x="739" y="672"/>
                </a:lnTo>
                <a:lnTo>
                  <a:pt x="759" y="674"/>
                </a:lnTo>
                <a:lnTo>
                  <a:pt x="775" y="674"/>
                </a:lnTo>
                <a:lnTo>
                  <a:pt x="793" y="676"/>
                </a:lnTo>
                <a:lnTo>
                  <a:pt x="801" y="680"/>
                </a:lnTo>
                <a:lnTo>
                  <a:pt x="810" y="684"/>
                </a:lnTo>
                <a:lnTo>
                  <a:pt x="818" y="688"/>
                </a:lnTo>
                <a:lnTo>
                  <a:pt x="826" y="696"/>
                </a:lnTo>
                <a:lnTo>
                  <a:pt x="826" y="696"/>
                </a:lnTo>
                <a:lnTo>
                  <a:pt x="828" y="672"/>
                </a:lnTo>
                <a:lnTo>
                  <a:pt x="826" y="648"/>
                </a:lnTo>
                <a:lnTo>
                  <a:pt x="820" y="626"/>
                </a:lnTo>
                <a:lnTo>
                  <a:pt x="816" y="615"/>
                </a:lnTo>
                <a:lnTo>
                  <a:pt x="812" y="605"/>
                </a:lnTo>
                <a:lnTo>
                  <a:pt x="803" y="597"/>
                </a:lnTo>
                <a:lnTo>
                  <a:pt x="795" y="587"/>
                </a:lnTo>
                <a:lnTo>
                  <a:pt x="787" y="581"/>
                </a:lnTo>
                <a:lnTo>
                  <a:pt x="777" y="573"/>
                </a:lnTo>
                <a:lnTo>
                  <a:pt x="765" y="567"/>
                </a:lnTo>
                <a:lnTo>
                  <a:pt x="751" y="561"/>
                </a:lnTo>
                <a:lnTo>
                  <a:pt x="735" y="557"/>
                </a:lnTo>
                <a:lnTo>
                  <a:pt x="716" y="553"/>
                </a:lnTo>
                <a:lnTo>
                  <a:pt x="716" y="55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0000" tIns="46800" rIns="90000" bIns="46800" numCol="1" anchor="t" anchorCtr="0" compatLnSpc="1">
            <a:normAutofit/>
          </a:bodyPr>
          <a:lstStyle/>
          <a:p>
            <a:pPr fontAlgn="base"/>
            <a:endParaRPr lang="zh-CN" altLang="en-US" sz="1350" strike="noStrike" noProof="1"/>
          </a:p>
        </p:txBody>
      </p:sp>
      <p:sp>
        <p:nvSpPr>
          <p:cNvPr id="54274" name="文本框 25"/>
          <p:cNvSpPr txBox="1"/>
          <p:nvPr>
            <p:custDataLst>
              <p:tags r:id="rId2"/>
            </p:custDataLst>
          </p:nvPr>
        </p:nvSpPr>
        <p:spPr>
          <a:xfrm>
            <a:off x="3795713" y="3908425"/>
            <a:ext cx="4967287" cy="1019175"/>
          </a:xfrm>
          <a:prstGeom prst="rect">
            <a:avLst/>
          </a:prstGeom>
          <a:noFill/>
          <a:ln w="9525">
            <a:noFill/>
          </a:ln>
        </p:spPr>
        <p:txBody>
          <a:bodyPr wrap="square" lIns="90000" tIns="46800" rIns="90000" bIns="46800" anchor="t" anchorCtr="0"/>
          <a:p>
            <a:pPr>
              <a:lnSpc>
                <a:spcPct val="90000"/>
              </a:lnSpc>
            </a:pPr>
            <a:r>
              <a:rPr lang="zh-CN" altLang="en-US" sz="1200" dirty="0">
                <a:solidFill>
                  <a:schemeClr val="bg1"/>
                </a:solidFill>
                <a:latin typeface="微软雅黑" panose="020B0503020204020204" charset="-122"/>
                <a:ea typeface="微软雅黑" panose="020B0503020204020204" charset="-122"/>
                <a:sym typeface="黑体" panose="02010609060101010101" charset="-122"/>
              </a:rPr>
              <a:t>在此输入您的描述内容，在此输入您的描述内容在此输入您的描述内容，在此输入您的描述内容，在此输入您的描述内容在此输入您的描述内容</a:t>
            </a:r>
            <a:r>
              <a:rPr lang="en-US" altLang="zh-CN" sz="1200" dirty="0">
                <a:solidFill>
                  <a:schemeClr val="bg1"/>
                </a:solidFill>
                <a:latin typeface="微软雅黑" panose="020B0503020204020204" charset="-122"/>
                <a:ea typeface="微软雅黑" panose="020B0503020204020204" charset="-122"/>
                <a:sym typeface="黑体" panose="02010609060101010101" charset="-122"/>
              </a:rPr>
              <a:t>,</a:t>
            </a:r>
            <a:r>
              <a:rPr lang="zh-CN" altLang="en-US" sz="1200" dirty="0">
                <a:solidFill>
                  <a:schemeClr val="bg1"/>
                </a:solidFill>
                <a:latin typeface="微软雅黑" panose="020B0503020204020204" charset="-122"/>
                <a:ea typeface="微软雅黑" panose="020B0503020204020204" charset="-122"/>
                <a:sym typeface="黑体" panose="02010609060101010101" charset="-122"/>
              </a:rPr>
              <a:t>在此输入您的描述内容，在此输入您的描述内容在此输入您的描述内容，在此输入您的描述内容，在此输入您的描述内容在此输入您的描述内容在此输入您的描述内容</a:t>
            </a:r>
            <a:endParaRPr lang="zh-CN" altLang="en-US" sz="1200" dirty="0">
              <a:solidFill>
                <a:schemeClr val="bg1"/>
              </a:solidFill>
              <a:latin typeface="微软雅黑" panose="020B0503020204020204" charset="-122"/>
              <a:ea typeface="微软雅黑" panose="020B0503020204020204" charset="-122"/>
              <a:sym typeface="黑体" panose="02010609060101010101" charset="-122"/>
            </a:endParaRPr>
          </a:p>
        </p:txBody>
      </p:sp>
      <p:sp>
        <p:nvSpPr>
          <p:cNvPr id="21" name="文本框 20"/>
          <p:cNvSpPr txBox="1"/>
          <p:nvPr>
            <p:custDataLst>
              <p:tags r:id="rId3"/>
            </p:custDataLst>
          </p:nvPr>
        </p:nvSpPr>
        <p:spPr>
          <a:xfrm>
            <a:off x="3795713" y="3559175"/>
            <a:ext cx="1408113" cy="369888"/>
          </a:xfrm>
          <a:prstGeom prst="rect">
            <a:avLst/>
          </a:prstGeom>
          <a:noFill/>
        </p:spPr>
        <p:txBody>
          <a:bodyPr wrap="square" lIns="90000" tIns="46800" rIns="90000" bIns="46800"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da-DK" b="1" strike="noStrike" noProof="1" dirty="0">
                <a:solidFill>
                  <a:schemeClr val="bg1"/>
                </a:solidFill>
                <a:latin typeface="微软雅黑" panose="020B0503020204020204" charset="-122"/>
                <a:ea typeface="微软雅黑" panose="020B0503020204020204" charset="-122"/>
                <a:cs typeface="+mn-cs"/>
                <a:sym typeface="+mn-ea"/>
              </a:rPr>
              <a:t>输入标题</a:t>
            </a:r>
            <a:endParaRPr lang="zh-CN" altLang="da-DK" b="1" strike="noStrike" kern="0" noProof="1" dirty="0">
              <a:solidFill>
                <a:schemeClr val="bg1"/>
              </a:solidFill>
              <a:latin typeface="微软雅黑" panose="020B0503020204020204" charset="-122"/>
              <a:ea typeface="微软雅黑" panose="020B0503020204020204" charset="-122"/>
              <a:sym typeface="+mn-ea"/>
            </a:endParaRPr>
          </a:p>
        </p:txBody>
      </p:sp>
      <p:sp>
        <p:nvSpPr>
          <p:cNvPr id="14" name="Freeform 5"/>
          <p:cNvSpPr>
            <a:spLocks noEditPoints="1"/>
          </p:cNvSpPr>
          <p:nvPr>
            <p:custDataLst>
              <p:tags r:id="rId4"/>
            </p:custDataLst>
          </p:nvPr>
        </p:nvSpPr>
        <p:spPr bwMode="auto">
          <a:xfrm>
            <a:off x="5257800" y="1897063"/>
            <a:ext cx="374650" cy="381000"/>
          </a:xfrm>
          <a:custGeom>
            <a:avLst/>
            <a:gdLst>
              <a:gd name="T0" fmla="*/ 803 w 901"/>
              <a:gd name="T1" fmla="*/ 514 h 913"/>
              <a:gd name="T2" fmla="*/ 860 w 901"/>
              <a:gd name="T3" fmla="*/ 431 h 913"/>
              <a:gd name="T4" fmla="*/ 484 w 901"/>
              <a:gd name="T5" fmla="*/ 490 h 913"/>
              <a:gd name="T6" fmla="*/ 445 w 901"/>
              <a:gd name="T7" fmla="*/ 441 h 913"/>
              <a:gd name="T8" fmla="*/ 500 w 901"/>
              <a:gd name="T9" fmla="*/ 399 h 913"/>
              <a:gd name="T10" fmla="*/ 476 w 901"/>
              <a:gd name="T11" fmla="*/ 385 h 913"/>
              <a:gd name="T12" fmla="*/ 397 w 901"/>
              <a:gd name="T13" fmla="*/ 462 h 913"/>
              <a:gd name="T14" fmla="*/ 484 w 901"/>
              <a:gd name="T15" fmla="*/ 522 h 913"/>
              <a:gd name="T16" fmla="*/ 585 w 901"/>
              <a:gd name="T17" fmla="*/ 478 h 913"/>
              <a:gd name="T18" fmla="*/ 617 w 901"/>
              <a:gd name="T19" fmla="*/ 375 h 913"/>
              <a:gd name="T20" fmla="*/ 512 w 901"/>
              <a:gd name="T21" fmla="*/ 279 h 913"/>
              <a:gd name="T22" fmla="*/ 370 w 901"/>
              <a:gd name="T23" fmla="*/ 308 h 913"/>
              <a:gd name="T24" fmla="*/ 277 w 901"/>
              <a:gd name="T25" fmla="*/ 470 h 913"/>
              <a:gd name="T26" fmla="*/ 342 w 901"/>
              <a:gd name="T27" fmla="*/ 589 h 913"/>
              <a:gd name="T28" fmla="*/ 492 w 901"/>
              <a:gd name="T29" fmla="*/ 630 h 913"/>
              <a:gd name="T30" fmla="*/ 528 w 901"/>
              <a:gd name="T31" fmla="*/ 686 h 913"/>
              <a:gd name="T32" fmla="*/ 413 w 901"/>
              <a:gd name="T33" fmla="*/ 698 h 913"/>
              <a:gd name="T34" fmla="*/ 212 w 901"/>
              <a:gd name="T35" fmla="*/ 528 h 913"/>
              <a:gd name="T36" fmla="*/ 216 w 901"/>
              <a:gd name="T37" fmla="*/ 377 h 913"/>
              <a:gd name="T38" fmla="*/ 433 w 901"/>
              <a:gd name="T39" fmla="*/ 207 h 913"/>
              <a:gd name="T40" fmla="*/ 567 w 901"/>
              <a:gd name="T41" fmla="*/ 219 h 913"/>
              <a:gd name="T42" fmla="*/ 694 w 901"/>
              <a:gd name="T43" fmla="*/ 381 h 913"/>
              <a:gd name="T44" fmla="*/ 664 w 901"/>
              <a:gd name="T45" fmla="*/ 498 h 913"/>
              <a:gd name="T46" fmla="*/ 490 w 901"/>
              <a:gd name="T47" fmla="*/ 597 h 913"/>
              <a:gd name="T48" fmla="*/ 388 w 901"/>
              <a:gd name="T49" fmla="*/ 573 h 913"/>
              <a:gd name="T50" fmla="*/ 322 w 901"/>
              <a:gd name="T51" fmla="*/ 468 h 913"/>
              <a:gd name="T52" fmla="*/ 362 w 901"/>
              <a:gd name="T53" fmla="*/ 360 h 913"/>
              <a:gd name="T54" fmla="*/ 469 w 901"/>
              <a:gd name="T55" fmla="*/ 310 h 913"/>
              <a:gd name="T56" fmla="*/ 573 w 901"/>
              <a:gd name="T57" fmla="*/ 393 h 913"/>
              <a:gd name="T58" fmla="*/ 534 w 901"/>
              <a:gd name="T59" fmla="*/ 472 h 913"/>
              <a:gd name="T60" fmla="*/ 749 w 901"/>
              <a:gd name="T61" fmla="*/ 354 h 913"/>
              <a:gd name="T62" fmla="*/ 868 w 901"/>
              <a:gd name="T63" fmla="*/ 257 h 913"/>
              <a:gd name="T64" fmla="*/ 712 w 901"/>
              <a:gd name="T65" fmla="*/ 255 h 913"/>
              <a:gd name="T66" fmla="*/ 668 w 901"/>
              <a:gd name="T67" fmla="*/ 209 h 913"/>
              <a:gd name="T68" fmla="*/ 712 w 901"/>
              <a:gd name="T69" fmla="*/ 77 h 913"/>
              <a:gd name="T70" fmla="*/ 573 w 901"/>
              <a:gd name="T71" fmla="*/ 170 h 913"/>
              <a:gd name="T72" fmla="*/ 516 w 901"/>
              <a:gd name="T73" fmla="*/ 122 h 913"/>
              <a:gd name="T74" fmla="*/ 465 w 901"/>
              <a:gd name="T75" fmla="*/ 12 h 913"/>
              <a:gd name="T76" fmla="*/ 419 w 901"/>
              <a:gd name="T77" fmla="*/ 168 h 913"/>
              <a:gd name="T78" fmla="*/ 334 w 901"/>
              <a:gd name="T79" fmla="*/ 126 h 913"/>
              <a:gd name="T80" fmla="*/ 233 w 901"/>
              <a:gd name="T81" fmla="*/ 89 h 913"/>
              <a:gd name="T82" fmla="*/ 279 w 901"/>
              <a:gd name="T83" fmla="*/ 225 h 913"/>
              <a:gd name="T84" fmla="*/ 174 w 901"/>
              <a:gd name="T85" fmla="*/ 227 h 913"/>
              <a:gd name="T86" fmla="*/ 83 w 901"/>
              <a:gd name="T87" fmla="*/ 271 h 913"/>
              <a:gd name="T88" fmla="*/ 166 w 901"/>
              <a:gd name="T89" fmla="*/ 494 h 913"/>
              <a:gd name="T90" fmla="*/ 87 w 901"/>
              <a:gd name="T91" fmla="*/ 403 h 913"/>
              <a:gd name="T92" fmla="*/ 48 w 901"/>
              <a:gd name="T93" fmla="*/ 490 h 913"/>
              <a:gd name="T94" fmla="*/ 225 w 901"/>
              <a:gd name="T95" fmla="*/ 634 h 913"/>
              <a:gd name="T96" fmla="*/ 97 w 901"/>
              <a:gd name="T97" fmla="*/ 609 h 913"/>
              <a:gd name="T98" fmla="*/ 131 w 901"/>
              <a:gd name="T99" fmla="*/ 688 h 913"/>
              <a:gd name="T100" fmla="*/ 324 w 901"/>
              <a:gd name="T101" fmla="*/ 717 h 913"/>
              <a:gd name="T102" fmla="*/ 220 w 901"/>
              <a:gd name="T103" fmla="*/ 785 h 913"/>
              <a:gd name="T104" fmla="*/ 299 w 901"/>
              <a:gd name="T105" fmla="*/ 814 h 913"/>
              <a:gd name="T106" fmla="*/ 447 w 901"/>
              <a:gd name="T107" fmla="*/ 749 h 913"/>
              <a:gd name="T108" fmla="*/ 423 w 901"/>
              <a:gd name="T109" fmla="*/ 875 h 913"/>
              <a:gd name="T110" fmla="*/ 502 w 901"/>
              <a:gd name="T111" fmla="*/ 832 h 913"/>
              <a:gd name="T112" fmla="*/ 573 w 901"/>
              <a:gd name="T113" fmla="*/ 709 h 913"/>
              <a:gd name="T114" fmla="*/ 642 w 901"/>
              <a:gd name="T115" fmla="*/ 826 h 913"/>
              <a:gd name="T116" fmla="*/ 678 w 901"/>
              <a:gd name="T117" fmla="*/ 733 h 913"/>
              <a:gd name="T118" fmla="*/ 670 w 901"/>
              <a:gd name="T119" fmla="*/ 630 h 913"/>
              <a:gd name="T120" fmla="*/ 810 w 901"/>
              <a:gd name="T121" fmla="*/ 684 h 913"/>
              <a:gd name="T122" fmla="*/ 777 w 901"/>
              <a:gd name="T123" fmla="*/ 573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1" h="913">
                <a:moveTo>
                  <a:pt x="735" y="419"/>
                </a:moveTo>
                <a:lnTo>
                  <a:pt x="735" y="419"/>
                </a:lnTo>
                <a:lnTo>
                  <a:pt x="737" y="441"/>
                </a:lnTo>
                <a:lnTo>
                  <a:pt x="737" y="464"/>
                </a:lnTo>
                <a:lnTo>
                  <a:pt x="735" y="488"/>
                </a:lnTo>
                <a:lnTo>
                  <a:pt x="733" y="510"/>
                </a:lnTo>
                <a:lnTo>
                  <a:pt x="733" y="510"/>
                </a:lnTo>
                <a:lnTo>
                  <a:pt x="751" y="514"/>
                </a:lnTo>
                <a:lnTo>
                  <a:pt x="765" y="516"/>
                </a:lnTo>
                <a:lnTo>
                  <a:pt x="779" y="518"/>
                </a:lnTo>
                <a:lnTo>
                  <a:pt x="791" y="516"/>
                </a:lnTo>
                <a:lnTo>
                  <a:pt x="803" y="514"/>
                </a:lnTo>
                <a:lnTo>
                  <a:pt x="814" y="512"/>
                </a:lnTo>
                <a:lnTo>
                  <a:pt x="830" y="504"/>
                </a:lnTo>
                <a:lnTo>
                  <a:pt x="846" y="496"/>
                </a:lnTo>
                <a:lnTo>
                  <a:pt x="862" y="490"/>
                </a:lnTo>
                <a:lnTo>
                  <a:pt x="870" y="488"/>
                </a:lnTo>
                <a:lnTo>
                  <a:pt x="878" y="486"/>
                </a:lnTo>
                <a:lnTo>
                  <a:pt x="889" y="488"/>
                </a:lnTo>
                <a:lnTo>
                  <a:pt x="901" y="490"/>
                </a:lnTo>
                <a:lnTo>
                  <a:pt x="901" y="490"/>
                </a:lnTo>
                <a:lnTo>
                  <a:pt x="889" y="468"/>
                </a:lnTo>
                <a:lnTo>
                  <a:pt x="876" y="447"/>
                </a:lnTo>
                <a:lnTo>
                  <a:pt x="860" y="431"/>
                </a:lnTo>
                <a:lnTo>
                  <a:pt x="850" y="423"/>
                </a:lnTo>
                <a:lnTo>
                  <a:pt x="842" y="419"/>
                </a:lnTo>
                <a:lnTo>
                  <a:pt x="832" y="413"/>
                </a:lnTo>
                <a:lnTo>
                  <a:pt x="820" y="411"/>
                </a:lnTo>
                <a:lnTo>
                  <a:pt x="808" y="409"/>
                </a:lnTo>
                <a:lnTo>
                  <a:pt x="795" y="407"/>
                </a:lnTo>
                <a:lnTo>
                  <a:pt x="781" y="409"/>
                </a:lnTo>
                <a:lnTo>
                  <a:pt x="767" y="411"/>
                </a:lnTo>
                <a:lnTo>
                  <a:pt x="751" y="415"/>
                </a:lnTo>
                <a:lnTo>
                  <a:pt x="735" y="419"/>
                </a:lnTo>
                <a:lnTo>
                  <a:pt x="735" y="419"/>
                </a:lnTo>
                <a:close/>
                <a:moveTo>
                  <a:pt x="484" y="490"/>
                </a:moveTo>
                <a:lnTo>
                  <a:pt x="484" y="490"/>
                </a:lnTo>
                <a:lnTo>
                  <a:pt x="476" y="490"/>
                </a:lnTo>
                <a:lnTo>
                  <a:pt x="467" y="490"/>
                </a:lnTo>
                <a:lnTo>
                  <a:pt x="461" y="486"/>
                </a:lnTo>
                <a:lnTo>
                  <a:pt x="455" y="482"/>
                </a:lnTo>
                <a:lnTo>
                  <a:pt x="451" y="478"/>
                </a:lnTo>
                <a:lnTo>
                  <a:pt x="447" y="472"/>
                </a:lnTo>
                <a:lnTo>
                  <a:pt x="443" y="464"/>
                </a:lnTo>
                <a:lnTo>
                  <a:pt x="443" y="458"/>
                </a:lnTo>
                <a:lnTo>
                  <a:pt x="443" y="458"/>
                </a:lnTo>
                <a:lnTo>
                  <a:pt x="443" y="449"/>
                </a:lnTo>
                <a:lnTo>
                  <a:pt x="445" y="441"/>
                </a:lnTo>
                <a:lnTo>
                  <a:pt x="447" y="435"/>
                </a:lnTo>
                <a:lnTo>
                  <a:pt x="451" y="429"/>
                </a:lnTo>
                <a:lnTo>
                  <a:pt x="457" y="425"/>
                </a:lnTo>
                <a:lnTo>
                  <a:pt x="461" y="421"/>
                </a:lnTo>
                <a:lnTo>
                  <a:pt x="469" y="417"/>
                </a:lnTo>
                <a:lnTo>
                  <a:pt x="478" y="417"/>
                </a:lnTo>
                <a:lnTo>
                  <a:pt x="478" y="417"/>
                </a:lnTo>
                <a:lnTo>
                  <a:pt x="486" y="413"/>
                </a:lnTo>
                <a:lnTo>
                  <a:pt x="494" y="409"/>
                </a:lnTo>
                <a:lnTo>
                  <a:pt x="494" y="409"/>
                </a:lnTo>
                <a:lnTo>
                  <a:pt x="498" y="403"/>
                </a:lnTo>
                <a:lnTo>
                  <a:pt x="500" y="399"/>
                </a:lnTo>
                <a:lnTo>
                  <a:pt x="500" y="399"/>
                </a:lnTo>
                <a:lnTo>
                  <a:pt x="500" y="399"/>
                </a:lnTo>
                <a:lnTo>
                  <a:pt x="498" y="399"/>
                </a:lnTo>
                <a:lnTo>
                  <a:pt x="498" y="399"/>
                </a:lnTo>
                <a:lnTo>
                  <a:pt x="498" y="393"/>
                </a:lnTo>
                <a:lnTo>
                  <a:pt x="494" y="389"/>
                </a:lnTo>
                <a:lnTo>
                  <a:pt x="494" y="389"/>
                </a:lnTo>
                <a:lnTo>
                  <a:pt x="486" y="385"/>
                </a:lnTo>
                <a:lnTo>
                  <a:pt x="476" y="385"/>
                </a:lnTo>
                <a:lnTo>
                  <a:pt x="476" y="385"/>
                </a:lnTo>
                <a:lnTo>
                  <a:pt x="476" y="385"/>
                </a:lnTo>
                <a:lnTo>
                  <a:pt x="476" y="385"/>
                </a:lnTo>
                <a:lnTo>
                  <a:pt x="476" y="385"/>
                </a:lnTo>
                <a:lnTo>
                  <a:pt x="457" y="387"/>
                </a:lnTo>
                <a:lnTo>
                  <a:pt x="441" y="393"/>
                </a:lnTo>
                <a:lnTo>
                  <a:pt x="427" y="401"/>
                </a:lnTo>
                <a:lnTo>
                  <a:pt x="417" y="411"/>
                </a:lnTo>
                <a:lnTo>
                  <a:pt x="417" y="411"/>
                </a:lnTo>
                <a:lnTo>
                  <a:pt x="407" y="421"/>
                </a:lnTo>
                <a:lnTo>
                  <a:pt x="401" y="433"/>
                </a:lnTo>
                <a:lnTo>
                  <a:pt x="397" y="447"/>
                </a:lnTo>
                <a:lnTo>
                  <a:pt x="397" y="462"/>
                </a:lnTo>
                <a:lnTo>
                  <a:pt x="397" y="462"/>
                </a:lnTo>
                <a:lnTo>
                  <a:pt x="397" y="462"/>
                </a:lnTo>
                <a:lnTo>
                  <a:pt x="397" y="462"/>
                </a:lnTo>
                <a:lnTo>
                  <a:pt x="397" y="462"/>
                </a:lnTo>
                <a:lnTo>
                  <a:pt x="399" y="474"/>
                </a:lnTo>
                <a:lnTo>
                  <a:pt x="405" y="486"/>
                </a:lnTo>
                <a:lnTo>
                  <a:pt x="413" y="498"/>
                </a:lnTo>
                <a:lnTo>
                  <a:pt x="423" y="506"/>
                </a:lnTo>
                <a:lnTo>
                  <a:pt x="423" y="506"/>
                </a:lnTo>
                <a:lnTo>
                  <a:pt x="435" y="514"/>
                </a:lnTo>
                <a:lnTo>
                  <a:pt x="449" y="520"/>
                </a:lnTo>
                <a:lnTo>
                  <a:pt x="465" y="522"/>
                </a:lnTo>
                <a:lnTo>
                  <a:pt x="484" y="522"/>
                </a:lnTo>
                <a:lnTo>
                  <a:pt x="484" y="522"/>
                </a:lnTo>
                <a:lnTo>
                  <a:pt x="484" y="522"/>
                </a:lnTo>
                <a:lnTo>
                  <a:pt x="484" y="522"/>
                </a:lnTo>
                <a:lnTo>
                  <a:pt x="484" y="522"/>
                </a:lnTo>
                <a:lnTo>
                  <a:pt x="500" y="520"/>
                </a:lnTo>
                <a:lnTo>
                  <a:pt x="514" y="518"/>
                </a:lnTo>
                <a:lnTo>
                  <a:pt x="528" y="514"/>
                </a:lnTo>
                <a:lnTo>
                  <a:pt x="540" y="508"/>
                </a:lnTo>
                <a:lnTo>
                  <a:pt x="552" y="502"/>
                </a:lnTo>
                <a:lnTo>
                  <a:pt x="565" y="494"/>
                </a:lnTo>
                <a:lnTo>
                  <a:pt x="575" y="486"/>
                </a:lnTo>
                <a:lnTo>
                  <a:pt x="585" y="478"/>
                </a:lnTo>
                <a:lnTo>
                  <a:pt x="585" y="478"/>
                </a:lnTo>
                <a:lnTo>
                  <a:pt x="601" y="458"/>
                </a:lnTo>
                <a:lnTo>
                  <a:pt x="607" y="447"/>
                </a:lnTo>
                <a:lnTo>
                  <a:pt x="611" y="435"/>
                </a:lnTo>
                <a:lnTo>
                  <a:pt x="615" y="425"/>
                </a:lnTo>
                <a:lnTo>
                  <a:pt x="617" y="413"/>
                </a:lnTo>
                <a:lnTo>
                  <a:pt x="619" y="401"/>
                </a:lnTo>
                <a:lnTo>
                  <a:pt x="619" y="389"/>
                </a:lnTo>
                <a:lnTo>
                  <a:pt x="619" y="389"/>
                </a:lnTo>
                <a:lnTo>
                  <a:pt x="619" y="387"/>
                </a:lnTo>
                <a:lnTo>
                  <a:pt x="619" y="387"/>
                </a:lnTo>
                <a:lnTo>
                  <a:pt x="619" y="387"/>
                </a:lnTo>
                <a:lnTo>
                  <a:pt x="617" y="375"/>
                </a:lnTo>
                <a:lnTo>
                  <a:pt x="615" y="362"/>
                </a:lnTo>
                <a:lnTo>
                  <a:pt x="611" y="352"/>
                </a:lnTo>
                <a:lnTo>
                  <a:pt x="605" y="342"/>
                </a:lnTo>
                <a:lnTo>
                  <a:pt x="599" y="332"/>
                </a:lnTo>
                <a:lnTo>
                  <a:pt x="591" y="322"/>
                </a:lnTo>
                <a:lnTo>
                  <a:pt x="573" y="306"/>
                </a:lnTo>
                <a:lnTo>
                  <a:pt x="573" y="306"/>
                </a:lnTo>
                <a:lnTo>
                  <a:pt x="563" y="300"/>
                </a:lnTo>
                <a:lnTo>
                  <a:pt x="550" y="294"/>
                </a:lnTo>
                <a:lnTo>
                  <a:pt x="538" y="288"/>
                </a:lnTo>
                <a:lnTo>
                  <a:pt x="526" y="283"/>
                </a:lnTo>
                <a:lnTo>
                  <a:pt x="512" y="279"/>
                </a:lnTo>
                <a:lnTo>
                  <a:pt x="498" y="277"/>
                </a:lnTo>
                <a:lnTo>
                  <a:pt x="484" y="277"/>
                </a:lnTo>
                <a:lnTo>
                  <a:pt x="469" y="277"/>
                </a:lnTo>
                <a:lnTo>
                  <a:pt x="469" y="277"/>
                </a:lnTo>
                <a:lnTo>
                  <a:pt x="467" y="277"/>
                </a:lnTo>
                <a:lnTo>
                  <a:pt x="467" y="277"/>
                </a:lnTo>
                <a:lnTo>
                  <a:pt x="467" y="277"/>
                </a:lnTo>
                <a:lnTo>
                  <a:pt x="447" y="279"/>
                </a:lnTo>
                <a:lnTo>
                  <a:pt x="427" y="285"/>
                </a:lnTo>
                <a:lnTo>
                  <a:pt x="407" y="292"/>
                </a:lnTo>
                <a:lnTo>
                  <a:pt x="388" y="298"/>
                </a:lnTo>
                <a:lnTo>
                  <a:pt x="370" y="308"/>
                </a:lnTo>
                <a:lnTo>
                  <a:pt x="354" y="318"/>
                </a:lnTo>
                <a:lnTo>
                  <a:pt x="340" y="330"/>
                </a:lnTo>
                <a:lnTo>
                  <a:pt x="326" y="342"/>
                </a:lnTo>
                <a:lnTo>
                  <a:pt x="326" y="342"/>
                </a:lnTo>
                <a:lnTo>
                  <a:pt x="314" y="356"/>
                </a:lnTo>
                <a:lnTo>
                  <a:pt x="303" y="371"/>
                </a:lnTo>
                <a:lnTo>
                  <a:pt x="293" y="387"/>
                </a:lnTo>
                <a:lnTo>
                  <a:pt x="287" y="401"/>
                </a:lnTo>
                <a:lnTo>
                  <a:pt x="281" y="419"/>
                </a:lnTo>
                <a:lnTo>
                  <a:pt x="277" y="435"/>
                </a:lnTo>
                <a:lnTo>
                  <a:pt x="275" y="454"/>
                </a:lnTo>
                <a:lnTo>
                  <a:pt x="277" y="470"/>
                </a:lnTo>
                <a:lnTo>
                  <a:pt x="277" y="470"/>
                </a:lnTo>
                <a:lnTo>
                  <a:pt x="277" y="472"/>
                </a:lnTo>
                <a:lnTo>
                  <a:pt x="277" y="472"/>
                </a:lnTo>
                <a:lnTo>
                  <a:pt x="277" y="472"/>
                </a:lnTo>
                <a:lnTo>
                  <a:pt x="279" y="490"/>
                </a:lnTo>
                <a:lnTo>
                  <a:pt x="283" y="506"/>
                </a:lnTo>
                <a:lnTo>
                  <a:pt x="289" y="522"/>
                </a:lnTo>
                <a:lnTo>
                  <a:pt x="297" y="537"/>
                </a:lnTo>
                <a:lnTo>
                  <a:pt x="305" y="553"/>
                </a:lnTo>
                <a:lnTo>
                  <a:pt x="318" y="565"/>
                </a:lnTo>
                <a:lnTo>
                  <a:pt x="330" y="577"/>
                </a:lnTo>
                <a:lnTo>
                  <a:pt x="342" y="589"/>
                </a:lnTo>
                <a:lnTo>
                  <a:pt x="342" y="589"/>
                </a:lnTo>
                <a:lnTo>
                  <a:pt x="358" y="599"/>
                </a:lnTo>
                <a:lnTo>
                  <a:pt x="374" y="607"/>
                </a:lnTo>
                <a:lnTo>
                  <a:pt x="391" y="615"/>
                </a:lnTo>
                <a:lnTo>
                  <a:pt x="409" y="622"/>
                </a:lnTo>
                <a:lnTo>
                  <a:pt x="429" y="626"/>
                </a:lnTo>
                <a:lnTo>
                  <a:pt x="447" y="630"/>
                </a:lnTo>
                <a:lnTo>
                  <a:pt x="467" y="630"/>
                </a:lnTo>
                <a:lnTo>
                  <a:pt x="490" y="630"/>
                </a:lnTo>
                <a:lnTo>
                  <a:pt x="490" y="630"/>
                </a:lnTo>
                <a:lnTo>
                  <a:pt x="492" y="630"/>
                </a:lnTo>
                <a:lnTo>
                  <a:pt x="492" y="630"/>
                </a:lnTo>
                <a:lnTo>
                  <a:pt x="500" y="630"/>
                </a:lnTo>
                <a:lnTo>
                  <a:pt x="506" y="632"/>
                </a:lnTo>
                <a:lnTo>
                  <a:pt x="514" y="634"/>
                </a:lnTo>
                <a:lnTo>
                  <a:pt x="520" y="638"/>
                </a:lnTo>
                <a:lnTo>
                  <a:pt x="524" y="644"/>
                </a:lnTo>
                <a:lnTo>
                  <a:pt x="528" y="650"/>
                </a:lnTo>
                <a:lnTo>
                  <a:pt x="530" y="656"/>
                </a:lnTo>
                <a:lnTo>
                  <a:pt x="532" y="664"/>
                </a:lnTo>
                <a:lnTo>
                  <a:pt x="532" y="664"/>
                </a:lnTo>
                <a:lnTo>
                  <a:pt x="532" y="672"/>
                </a:lnTo>
                <a:lnTo>
                  <a:pt x="530" y="678"/>
                </a:lnTo>
                <a:lnTo>
                  <a:pt x="528" y="686"/>
                </a:lnTo>
                <a:lnTo>
                  <a:pt x="522" y="690"/>
                </a:lnTo>
                <a:lnTo>
                  <a:pt x="518" y="696"/>
                </a:lnTo>
                <a:lnTo>
                  <a:pt x="512" y="700"/>
                </a:lnTo>
                <a:lnTo>
                  <a:pt x="506" y="702"/>
                </a:lnTo>
                <a:lnTo>
                  <a:pt x="498" y="705"/>
                </a:lnTo>
                <a:lnTo>
                  <a:pt x="494" y="705"/>
                </a:lnTo>
                <a:lnTo>
                  <a:pt x="494" y="705"/>
                </a:lnTo>
                <a:lnTo>
                  <a:pt x="494" y="705"/>
                </a:lnTo>
                <a:lnTo>
                  <a:pt x="494" y="705"/>
                </a:lnTo>
                <a:lnTo>
                  <a:pt x="467" y="705"/>
                </a:lnTo>
                <a:lnTo>
                  <a:pt x="439" y="702"/>
                </a:lnTo>
                <a:lnTo>
                  <a:pt x="413" y="698"/>
                </a:lnTo>
                <a:lnTo>
                  <a:pt x="388" y="692"/>
                </a:lnTo>
                <a:lnTo>
                  <a:pt x="364" y="684"/>
                </a:lnTo>
                <a:lnTo>
                  <a:pt x="340" y="674"/>
                </a:lnTo>
                <a:lnTo>
                  <a:pt x="318" y="662"/>
                </a:lnTo>
                <a:lnTo>
                  <a:pt x="297" y="648"/>
                </a:lnTo>
                <a:lnTo>
                  <a:pt x="297" y="648"/>
                </a:lnTo>
                <a:lnTo>
                  <a:pt x="279" y="632"/>
                </a:lnTo>
                <a:lnTo>
                  <a:pt x="261" y="613"/>
                </a:lnTo>
                <a:lnTo>
                  <a:pt x="245" y="595"/>
                </a:lnTo>
                <a:lnTo>
                  <a:pt x="233" y="573"/>
                </a:lnTo>
                <a:lnTo>
                  <a:pt x="220" y="553"/>
                </a:lnTo>
                <a:lnTo>
                  <a:pt x="212" y="528"/>
                </a:lnTo>
                <a:lnTo>
                  <a:pt x="206" y="504"/>
                </a:lnTo>
                <a:lnTo>
                  <a:pt x="202" y="478"/>
                </a:lnTo>
                <a:lnTo>
                  <a:pt x="202" y="478"/>
                </a:lnTo>
                <a:lnTo>
                  <a:pt x="202" y="478"/>
                </a:lnTo>
                <a:lnTo>
                  <a:pt x="202" y="476"/>
                </a:lnTo>
                <a:lnTo>
                  <a:pt x="202" y="476"/>
                </a:lnTo>
                <a:lnTo>
                  <a:pt x="202" y="476"/>
                </a:lnTo>
                <a:lnTo>
                  <a:pt x="202" y="476"/>
                </a:lnTo>
                <a:lnTo>
                  <a:pt x="202" y="449"/>
                </a:lnTo>
                <a:lnTo>
                  <a:pt x="204" y="425"/>
                </a:lnTo>
                <a:lnTo>
                  <a:pt x="208" y="401"/>
                </a:lnTo>
                <a:lnTo>
                  <a:pt x="216" y="377"/>
                </a:lnTo>
                <a:lnTo>
                  <a:pt x="227" y="352"/>
                </a:lnTo>
                <a:lnTo>
                  <a:pt x="241" y="332"/>
                </a:lnTo>
                <a:lnTo>
                  <a:pt x="255" y="310"/>
                </a:lnTo>
                <a:lnTo>
                  <a:pt x="271" y="292"/>
                </a:lnTo>
                <a:lnTo>
                  <a:pt x="271" y="292"/>
                </a:lnTo>
                <a:lnTo>
                  <a:pt x="291" y="273"/>
                </a:lnTo>
                <a:lnTo>
                  <a:pt x="312" y="257"/>
                </a:lnTo>
                <a:lnTo>
                  <a:pt x="332" y="243"/>
                </a:lnTo>
                <a:lnTo>
                  <a:pt x="356" y="231"/>
                </a:lnTo>
                <a:lnTo>
                  <a:pt x="380" y="221"/>
                </a:lnTo>
                <a:lnTo>
                  <a:pt x="407" y="213"/>
                </a:lnTo>
                <a:lnTo>
                  <a:pt x="433" y="207"/>
                </a:lnTo>
                <a:lnTo>
                  <a:pt x="461" y="203"/>
                </a:lnTo>
                <a:lnTo>
                  <a:pt x="461" y="203"/>
                </a:lnTo>
                <a:lnTo>
                  <a:pt x="461" y="203"/>
                </a:lnTo>
                <a:lnTo>
                  <a:pt x="463" y="203"/>
                </a:lnTo>
                <a:lnTo>
                  <a:pt x="463" y="203"/>
                </a:lnTo>
                <a:lnTo>
                  <a:pt x="463" y="203"/>
                </a:lnTo>
                <a:lnTo>
                  <a:pt x="463" y="203"/>
                </a:lnTo>
                <a:lnTo>
                  <a:pt x="486" y="203"/>
                </a:lnTo>
                <a:lnTo>
                  <a:pt x="506" y="205"/>
                </a:lnTo>
                <a:lnTo>
                  <a:pt x="528" y="207"/>
                </a:lnTo>
                <a:lnTo>
                  <a:pt x="548" y="213"/>
                </a:lnTo>
                <a:lnTo>
                  <a:pt x="567" y="219"/>
                </a:lnTo>
                <a:lnTo>
                  <a:pt x="585" y="227"/>
                </a:lnTo>
                <a:lnTo>
                  <a:pt x="601" y="237"/>
                </a:lnTo>
                <a:lnTo>
                  <a:pt x="617" y="247"/>
                </a:lnTo>
                <a:lnTo>
                  <a:pt x="617" y="247"/>
                </a:lnTo>
                <a:lnTo>
                  <a:pt x="633" y="259"/>
                </a:lnTo>
                <a:lnTo>
                  <a:pt x="648" y="273"/>
                </a:lnTo>
                <a:lnTo>
                  <a:pt x="660" y="290"/>
                </a:lnTo>
                <a:lnTo>
                  <a:pt x="670" y="306"/>
                </a:lnTo>
                <a:lnTo>
                  <a:pt x="678" y="324"/>
                </a:lnTo>
                <a:lnTo>
                  <a:pt x="686" y="342"/>
                </a:lnTo>
                <a:lnTo>
                  <a:pt x="690" y="360"/>
                </a:lnTo>
                <a:lnTo>
                  <a:pt x="694" y="381"/>
                </a:lnTo>
                <a:lnTo>
                  <a:pt x="694" y="381"/>
                </a:lnTo>
                <a:lnTo>
                  <a:pt x="694" y="381"/>
                </a:lnTo>
                <a:lnTo>
                  <a:pt x="694" y="383"/>
                </a:lnTo>
                <a:lnTo>
                  <a:pt x="694" y="383"/>
                </a:lnTo>
                <a:lnTo>
                  <a:pt x="694" y="383"/>
                </a:lnTo>
                <a:lnTo>
                  <a:pt x="694" y="383"/>
                </a:lnTo>
                <a:lnTo>
                  <a:pt x="694" y="403"/>
                </a:lnTo>
                <a:lnTo>
                  <a:pt x="692" y="423"/>
                </a:lnTo>
                <a:lnTo>
                  <a:pt x="688" y="443"/>
                </a:lnTo>
                <a:lnTo>
                  <a:pt x="682" y="462"/>
                </a:lnTo>
                <a:lnTo>
                  <a:pt x="674" y="480"/>
                </a:lnTo>
                <a:lnTo>
                  <a:pt x="664" y="498"/>
                </a:lnTo>
                <a:lnTo>
                  <a:pt x="652" y="514"/>
                </a:lnTo>
                <a:lnTo>
                  <a:pt x="637" y="528"/>
                </a:lnTo>
                <a:lnTo>
                  <a:pt x="637" y="528"/>
                </a:lnTo>
                <a:lnTo>
                  <a:pt x="623" y="543"/>
                </a:lnTo>
                <a:lnTo>
                  <a:pt x="607" y="555"/>
                </a:lnTo>
                <a:lnTo>
                  <a:pt x="591" y="565"/>
                </a:lnTo>
                <a:lnTo>
                  <a:pt x="573" y="575"/>
                </a:lnTo>
                <a:lnTo>
                  <a:pt x="552" y="583"/>
                </a:lnTo>
                <a:lnTo>
                  <a:pt x="532" y="589"/>
                </a:lnTo>
                <a:lnTo>
                  <a:pt x="512" y="595"/>
                </a:lnTo>
                <a:lnTo>
                  <a:pt x="490" y="597"/>
                </a:lnTo>
                <a:lnTo>
                  <a:pt x="490" y="597"/>
                </a:lnTo>
                <a:lnTo>
                  <a:pt x="490" y="597"/>
                </a:lnTo>
                <a:lnTo>
                  <a:pt x="488" y="597"/>
                </a:lnTo>
                <a:lnTo>
                  <a:pt x="488" y="597"/>
                </a:lnTo>
                <a:lnTo>
                  <a:pt x="488" y="597"/>
                </a:lnTo>
                <a:lnTo>
                  <a:pt x="488" y="597"/>
                </a:lnTo>
                <a:lnTo>
                  <a:pt x="474" y="597"/>
                </a:lnTo>
                <a:lnTo>
                  <a:pt x="457" y="597"/>
                </a:lnTo>
                <a:lnTo>
                  <a:pt x="443" y="595"/>
                </a:lnTo>
                <a:lnTo>
                  <a:pt x="429" y="591"/>
                </a:lnTo>
                <a:lnTo>
                  <a:pt x="415" y="587"/>
                </a:lnTo>
                <a:lnTo>
                  <a:pt x="401" y="581"/>
                </a:lnTo>
                <a:lnTo>
                  <a:pt x="388" y="573"/>
                </a:lnTo>
                <a:lnTo>
                  <a:pt x="378" y="565"/>
                </a:lnTo>
                <a:lnTo>
                  <a:pt x="378" y="565"/>
                </a:lnTo>
                <a:lnTo>
                  <a:pt x="366" y="557"/>
                </a:lnTo>
                <a:lnTo>
                  <a:pt x="356" y="547"/>
                </a:lnTo>
                <a:lnTo>
                  <a:pt x="348" y="534"/>
                </a:lnTo>
                <a:lnTo>
                  <a:pt x="340" y="522"/>
                </a:lnTo>
                <a:lnTo>
                  <a:pt x="334" y="510"/>
                </a:lnTo>
                <a:lnTo>
                  <a:pt x="328" y="496"/>
                </a:lnTo>
                <a:lnTo>
                  <a:pt x="324" y="482"/>
                </a:lnTo>
                <a:lnTo>
                  <a:pt x="322" y="468"/>
                </a:lnTo>
                <a:lnTo>
                  <a:pt x="322" y="468"/>
                </a:lnTo>
                <a:lnTo>
                  <a:pt x="322" y="468"/>
                </a:lnTo>
                <a:lnTo>
                  <a:pt x="322" y="466"/>
                </a:lnTo>
                <a:lnTo>
                  <a:pt x="322" y="466"/>
                </a:lnTo>
                <a:lnTo>
                  <a:pt x="322" y="466"/>
                </a:lnTo>
                <a:lnTo>
                  <a:pt x="322" y="466"/>
                </a:lnTo>
                <a:lnTo>
                  <a:pt x="322" y="451"/>
                </a:lnTo>
                <a:lnTo>
                  <a:pt x="324" y="437"/>
                </a:lnTo>
                <a:lnTo>
                  <a:pt x="326" y="421"/>
                </a:lnTo>
                <a:lnTo>
                  <a:pt x="332" y="409"/>
                </a:lnTo>
                <a:lnTo>
                  <a:pt x="336" y="395"/>
                </a:lnTo>
                <a:lnTo>
                  <a:pt x="344" y="383"/>
                </a:lnTo>
                <a:lnTo>
                  <a:pt x="352" y="371"/>
                </a:lnTo>
                <a:lnTo>
                  <a:pt x="362" y="360"/>
                </a:lnTo>
                <a:lnTo>
                  <a:pt x="362" y="360"/>
                </a:lnTo>
                <a:lnTo>
                  <a:pt x="372" y="350"/>
                </a:lnTo>
                <a:lnTo>
                  <a:pt x="384" y="340"/>
                </a:lnTo>
                <a:lnTo>
                  <a:pt x="397" y="332"/>
                </a:lnTo>
                <a:lnTo>
                  <a:pt x="409" y="326"/>
                </a:lnTo>
                <a:lnTo>
                  <a:pt x="423" y="320"/>
                </a:lnTo>
                <a:lnTo>
                  <a:pt x="439" y="316"/>
                </a:lnTo>
                <a:lnTo>
                  <a:pt x="453" y="312"/>
                </a:lnTo>
                <a:lnTo>
                  <a:pt x="469" y="310"/>
                </a:lnTo>
                <a:lnTo>
                  <a:pt x="469" y="310"/>
                </a:lnTo>
                <a:lnTo>
                  <a:pt x="469" y="310"/>
                </a:lnTo>
                <a:lnTo>
                  <a:pt x="469" y="310"/>
                </a:lnTo>
                <a:lnTo>
                  <a:pt x="469" y="310"/>
                </a:lnTo>
                <a:lnTo>
                  <a:pt x="469" y="310"/>
                </a:lnTo>
                <a:lnTo>
                  <a:pt x="469" y="310"/>
                </a:lnTo>
                <a:lnTo>
                  <a:pt x="490" y="310"/>
                </a:lnTo>
                <a:lnTo>
                  <a:pt x="506" y="314"/>
                </a:lnTo>
                <a:lnTo>
                  <a:pt x="524" y="320"/>
                </a:lnTo>
                <a:lnTo>
                  <a:pt x="538" y="330"/>
                </a:lnTo>
                <a:lnTo>
                  <a:pt x="538" y="330"/>
                </a:lnTo>
                <a:lnTo>
                  <a:pt x="552" y="342"/>
                </a:lnTo>
                <a:lnTo>
                  <a:pt x="563" y="356"/>
                </a:lnTo>
                <a:lnTo>
                  <a:pt x="569" y="373"/>
                </a:lnTo>
                <a:lnTo>
                  <a:pt x="573" y="393"/>
                </a:lnTo>
                <a:lnTo>
                  <a:pt x="573" y="393"/>
                </a:lnTo>
                <a:lnTo>
                  <a:pt x="573" y="393"/>
                </a:lnTo>
                <a:lnTo>
                  <a:pt x="573" y="393"/>
                </a:lnTo>
                <a:lnTo>
                  <a:pt x="573" y="393"/>
                </a:lnTo>
                <a:lnTo>
                  <a:pt x="573" y="393"/>
                </a:lnTo>
                <a:lnTo>
                  <a:pt x="573" y="393"/>
                </a:lnTo>
                <a:lnTo>
                  <a:pt x="573" y="411"/>
                </a:lnTo>
                <a:lnTo>
                  <a:pt x="567" y="429"/>
                </a:lnTo>
                <a:lnTo>
                  <a:pt x="559" y="445"/>
                </a:lnTo>
                <a:lnTo>
                  <a:pt x="548" y="460"/>
                </a:lnTo>
                <a:lnTo>
                  <a:pt x="548" y="460"/>
                </a:lnTo>
                <a:lnTo>
                  <a:pt x="534" y="472"/>
                </a:lnTo>
                <a:lnTo>
                  <a:pt x="518" y="482"/>
                </a:lnTo>
                <a:lnTo>
                  <a:pt x="502" y="488"/>
                </a:lnTo>
                <a:lnTo>
                  <a:pt x="484" y="490"/>
                </a:lnTo>
                <a:lnTo>
                  <a:pt x="484" y="490"/>
                </a:lnTo>
                <a:close/>
                <a:moveTo>
                  <a:pt x="688" y="279"/>
                </a:moveTo>
                <a:lnTo>
                  <a:pt x="688" y="279"/>
                </a:lnTo>
                <a:lnTo>
                  <a:pt x="700" y="298"/>
                </a:lnTo>
                <a:lnTo>
                  <a:pt x="712" y="318"/>
                </a:lnTo>
                <a:lnTo>
                  <a:pt x="723" y="338"/>
                </a:lnTo>
                <a:lnTo>
                  <a:pt x="731" y="358"/>
                </a:lnTo>
                <a:lnTo>
                  <a:pt x="731" y="358"/>
                </a:lnTo>
                <a:lnTo>
                  <a:pt x="749" y="354"/>
                </a:lnTo>
                <a:lnTo>
                  <a:pt x="765" y="348"/>
                </a:lnTo>
                <a:lnTo>
                  <a:pt x="777" y="342"/>
                </a:lnTo>
                <a:lnTo>
                  <a:pt x="787" y="334"/>
                </a:lnTo>
                <a:lnTo>
                  <a:pt x="795" y="328"/>
                </a:lnTo>
                <a:lnTo>
                  <a:pt x="803" y="320"/>
                </a:lnTo>
                <a:lnTo>
                  <a:pt x="814" y="304"/>
                </a:lnTo>
                <a:lnTo>
                  <a:pt x="824" y="290"/>
                </a:lnTo>
                <a:lnTo>
                  <a:pt x="834" y="277"/>
                </a:lnTo>
                <a:lnTo>
                  <a:pt x="840" y="271"/>
                </a:lnTo>
                <a:lnTo>
                  <a:pt x="846" y="265"/>
                </a:lnTo>
                <a:lnTo>
                  <a:pt x="856" y="261"/>
                </a:lnTo>
                <a:lnTo>
                  <a:pt x="868" y="257"/>
                </a:lnTo>
                <a:lnTo>
                  <a:pt x="868" y="257"/>
                </a:lnTo>
                <a:lnTo>
                  <a:pt x="846" y="243"/>
                </a:lnTo>
                <a:lnTo>
                  <a:pt x="824" y="233"/>
                </a:lnTo>
                <a:lnTo>
                  <a:pt x="801" y="227"/>
                </a:lnTo>
                <a:lnTo>
                  <a:pt x="791" y="225"/>
                </a:lnTo>
                <a:lnTo>
                  <a:pt x="781" y="225"/>
                </a:lnTo>
                <a:lnTo>
                  <a:pt x="769" y="227"/>
                </a:lnTo>
                <a:lnTo>
                  <a:pt x="757" y="229"/>
                </a:lnTo>
                <a:lnTo>
                  <a:pt x="747" y="233"/>
                </a:lnTo>
                <a:lnTo>
                  <a:pt x="735" y="239"/>
                </a:lnTo>
                <a:lnTo>
                  <a:pt x="723" y="247"/>
                </a:lnTo>
                <a:lnTo>
                  <a:pt x="712" y="255"/>
                </a:lnTo>
                <a:lnTo>
                  <a:pt x="700" y="267"/>
                </a:lnTo>
                <a:lnTo>
                  <a:pt x="688" y="279"/>
                </a:lnTo>
                <a:lnTo>
                  <a:pt x="688" y="279"/>
                </a:lnTo>
                <a:close/>
                <a:moveTo>
                  <a:pt x="569" y="188"/>
                </a:moveTo>
                <a:lnTo>
                  <a:pt x="569" y="188"/>
                </a:lnTo>
                <a:lnTo>
                  <a:pt x="589" y="196"/>
                </a:lnTo>
                <a:lnTo>
                  <a:pt x="607" y="209"/>
                </a:lnTo>
                <a:lnTo>
                  <a:pt x="627" y="221"/>
                </a:lnTo>
                <a:lnTo>
                  <a:pt x="646" y="235"/>
                </a:lnTo>
                <a:lnTo>
                  <a:pt x="646" y="235"/>
                </a:lnTo>
                <a:lnTo>
                  <a:pt x="658" y="221"/>
                </a:lnTo>
                <a:lnTo>
                  <a:pt x="668" y="209"/>
                </a:lnTo>
                <a:lnTo>
                  <a:pt x="676" y="196"/>
                </a:lnTo>
                <a:lnTo>
                  <a:pt x="682" y="186"/>
                </a:lnTo>
                <a:lnTo>
                  <a:pt x="686" y="174"/>
                </a:lnTo>
                <a:lnTo>
                  <a:pt x="688" y="164"/>
                </a:lnTo>
                <a:lnTo>
                  <a:pt x="690" y="146"/>
                </a:lnTo>
                <a:lnTo>
                  <a:pt x="690" y="130"/>
                </a:lnTo>
                <a:lnTo>
                  <a:pt x="692" y="111"/>
                </a:lnTo>
                <a:lnTo>
                  <a:pt x="694" y="103"/>
                </a:lnTo>
                <a:lnTo>
                  <a:pt x="698" y="95"/>
                </a:lnTo>
                <a:lnTo>
                  <a:pt x="704" y="87"/>
                </a:lnTo>
                <a:lnTo>
                  <a:pt x="712" y="77"/>
                </a:lnTo>
                <a:lnTo>
                  <a:pt x="712" y="77"/>
                </a:lnTo>
                <a:lnTo>
                  <a:pt x="686" y="77"/>
                </a:lnTo>
                <a:lnTo>
                  <a:pt x="664" y="79"/>
                </a:lnTo>
                <a:lnTo>
                  <a:pt x="642" y="85"/>
                </a:lnTo>
                <a:lnTo>
                  <a:pt x="631" y="89"/>
                </a:lnTo>
                <a:lnTo>
                  <a:pt x="621" y="93"/>
                </a:lnTo>
                <a:lnTo>
                  <a:pt x="611" y="101"/>
                </a:lnTo>
                <a:lnTo>
                  <a:pt x="603" y="107"/>
                </a:lnTo>
                <a:lnTo>
                  <a:pt x="595" y="117"/>
                </a:lnTo>
                <a:lnTo>
                  <a:pt x="589" y="128"/>
                </a:lnTo>
                <a:lnTo>
                  <a:pt x="583" y="140"/>
                </a:lnTo>
                <a:lnTo>
                  <a:pt x="577" y="154"/>
                </a:lnTo>
                <a:lnTo>
                  <a:pt x="573" y="170"/>
                </a:lnTo>
                <a:lnTo>
                  <a:pt x="569" y="188"/>
                </a:lnTo>
                <a:lnTo>
                  <a:pt x="569" y="188"/>
                </a:lnTo>
                <a:close/>
                <a:moveTo>
                  <a:pt x="419" y="168"/>
                </a:moveTo>
                <a:lnTo>
                  <a:pt x="419" y="168"/>
                </a:lnTo>
                <a:lnTo>
                  <a:pt x="441" y="166"/>
                </a:lnTo>
                <a:lnTo>
                  <a:pt x="463" y="166"/>
                </a:lnTo>
                <a:lnTo>
                  <a:pt x="486" y="166"/>
                </a:lnTo>
                <a:lnTo>
                  <a:pt x="508" y="170"/>
                </a:lnTo>
                <a:lnTo>
                  <a:pt x="508" y="170"/>
                </a:lnTo>
                <a:lnTo>
                  <a:pt x="512" y="152"/>
                </a:lnTo>
                <a:lnTo>
                  <a:pt x="516" y="136"/>
                </a:lnTo>
                <a:lnTo>
                  <a:pt x="516" y="122"/>
                </a:lnTo>
                <a:lnTo>
                  <a:pt x="516" y="109"/>
                </a:lnTo>
                <a:lnTo>
                  <a:pt x="514" y="97"/>
                </a:lnTo>
                <a:lnTo>
                  <a:pt x="510" y="87"/>
                </a:lnTo>
                <a:lnTo>
                  <a:pt x="502" y="71"/>
                </a:lnTo>
                <a:lnTo>
                  <a:pt x="494" y="55"/>
                </a:lnTo>
                <a:lnTo>
                  <a:pt x="488" y="41"/>
                </a:lnTo>
                <a:lnTo>
                  <a:pt x="486" y="30"/>
                </a:lnTo>
                <a:lnTo>
                  <a:pt x="486" y="22"/>
                </a:lnTo>
                <a:lnTo>
                  <a:pt x="486" y="12"/>
                </a:lnTo>
                <a:lnTo>
                  <a:pt x="488" y="0"/>
                </a:lnTo>
                <a:lnTo>
                  <a:pt x="488" y="0"/>
                </a:lnTo>
                <a:lnTo>
                  <a:pt x="465" y="12"/>
                </a:lnTo>
                <a:lnTo>
                  <a:pt x="445" y="26"/>
                </a:lnTo>
                <a:lnTo>
                  <a:pt x="429" y="41"/>
                </a:lnTo>
                <a:lnTo>
                  <a:pt x="423" y="51"/>
                </a:lnTo>
                <a:lnTo>
                  <a:pt x="417" y="61"/>
                </a:lnTo>
                <a:lnTo>
                  <a:pt x="413" y="71"/>
                </a:lnTo>
                <a:lnTo>
                  <a:pt x="409" y="81"/>
                </a:lnTo>
                <a:lnTo>
                  <a:pt x="407" y="93"/>
                </a:lnTo>
                <a:lnTo>
                  <a:pt x="407" y="105"/>
                </a:lnTo>
                <a:lnTo>
                  <a:pt x="407" y="120"/>
                </a:lnTo>
                <a:lnTo>
                  <a:pt x="409" y="134"/>
                </a:lnTo>
                <a:lnTo>
                  <a:pt x="413" y="150"/>
                </a:lnTo>
                <a:lnTo>
                  <a:pt x="419" y="168"/>
                </a:lnTo>
                <a:lnTo>
                  <a:pt x="419" y="168"/>
                </a:lnTo>
                <a:close/>
                <a:moveTo>
                  <a:pt x="279" y="225"/>
                </a:moveTo>
                <a:lnTo>
                  <a:pt x="279" y="225"/>
                </a:lnTo>
                <a:lnTo>
                  <a:pt x="297" y="213"/>
                </a:lnTo>
                <a:lnTo>
                  <a:pt x="316" y="200"/>
                </a:lnTo>
                <a:lnTo>
                  <a:pt x="336" y="190"/>
                </a:lnTo>
                <a:lnTo>
                  <a:pt x="358" y="182"/>
                </a:lnTo>
                <a:lnTo>
                  <a:pt x="358" y="182"/>
                </a:lnTo>
                <a:lnTo>
                  <a:pt x="352" y="164"/>
                </a:lnTo>
                <a:lnTo>
                  <a:pt x="346" y="148"/>
                </a:lnTo>
                <a:lnTo>
                  <a:pt x="340" y="136"/>
                </a:lnTo>
                <a:lnTo>
                  <a:pt x="334" y="126"/>
                </a:lnTo>
                <a:lnTo>
                  <a:pt x="326" y="117"/>
                </a:lnTo>
                <a:lnTo>
                  <a:pt x="318" y="109"/>
                </a:lnTo>
                <a:lnTo>
                  <a:pt x="303" y="99"/>
                </a:lnTo>
                <a:lnTo>
                  <a:pt x="289" y="89"/>
                </a:lnTo>
                <a:lnTo>
                  <a:pt x="275" y="79"/>
                </a:lnTo>
                <a:lnTo>
                  <a:pt x="269" y="73"/>
                </a:lnTo>
                <a:lnTo>
                  <a:pt x="263" y="65"/>
                </a:lnTo>
                <a:lnTo>
                  <a:pt x="259" y="57"/>
                </a:lnTo>
                <a:lnTo>
                  <a:pt x="255" y="45"/>
                </a:lnTo>
                <a:lnTo>
                  <a:pt x="255" y="45"/>
                </a:lnTo>
                <a:lnTo>
                  <a:pt x="243" y="67"/>
                </a:lnTo>
                <a:lnTo>
                  <a:pt x="233" y="89"/>
                </a:lnTo>
                <a:lnTo>
                  <a:pt x="225" y="109"/>
                </a:lnTo>
                <a:lnTo>
                  <a:pt x="225" y="122"/>
                </a:lnTo>
                <a:lnTo>
                  <a:pt x="225" y="132"/>
                </a:lnTo>
                <a:lnTo>
                  <a:pt x="225" y="144"/>
                </a:lnTo>
                <a:lnTo>
                  <a:pt x="227" y="154"/>
                </a:lnTo>
                <a:lnTo>
                  <a:pt x="231" y="166"/>
                </a:lnTo>
                <a:lnTo>
                  <a:pt x="237" y="178"/>
                </a:lnTo>
                <a:lnTo>
                  <a:pt x="245" y="190"/>
                </a:lnTo>
                <a:lnTo>
                  <a:pt x="255" y="200"/>
                </a:lnTo>
                <a:lnTo>
                  <a:pt x="265" y="213"/>
                </a:lnTo>
                <a:lnTo>
                  <a:pt x="279" y="225"/>
                </a:lnTo>
                <a:lnTo>
                  <a:pt x="279" y="225"/>
                </a:lnTo>
                <a:close/>
                <a:moveTo>
                  <a:pt x="186" y="344"/>
                </a:moveTo>
                <a:lnTo>
                  <a:pt x="186" y="344"/>
                </a:lnTo>
                <a:lnTo>
                  <a:pt x="196" y="324"/>
                </a:lnTo>
                <a:lnTo>
                  <a:pt x="206" y="304"/>
                </a:lnTo>
                <a:lnTo>
                  <a:pt x="218" y="285"/>
                </a:lnTo>
                <a:lnTo>
                  <a:pt x="233" y="267"/>
                </a:lnTo>
                <a:lnTo>
                  <a:pt x="233" y="267"/>
                </a:lnTo>
                <a:lnTo>
                  <a:pt x="218" y="255"/>
                </a:lnTo>
                <a:lnTo>
                  <a:pt x="206" y="245"/>
                </a:lnTo>
                <a:lnTo>
                  <a:pt x="194" y="237"/>
                </a:lnTo>
                <a:lnTo>
                  <a:pt x="184" y="231"/>
                </a:lnTo>
                <a:lnTo>
                  <a:pt x="174" y="227"/>
                </a:lnTo>
                <a:lnTo>
                  <a:pt x="164" y="225"/>
                </a:lnTo>
                <a:lnTo>
                  <a:pt x="146" y="223"/>
                </a:lnTo>
                <a:lnTo>
                  <a:pt x="127" y="223"/>
                </a:lnTo>
                <a:lnTo>
                  <a:pt x="111" y="221"/>
                </a:lnTo>
                <a:lnTo>
                  <a:pt x="103" y="219"/>
                </a:lnTo>
                <a:lnTo>
                  <a:pt x="93" y="215"/>
                </a:lnTo>
                <a:lnTo>
                  <a:pt x="85" y="209"/>
                </a:lnTo>
                <a:lnTo>
                  <a:pt x="77" y="200"/>
                </a:lnTo>
                <a:lnTo>
                  <a:pt x="77" y="200"/>
                </a:lnTo>
                <a:lnTo>
                  <a:pt x="75" y="227"/>
                </a:lnTo>
                <a:lnTo>
                  <a:pt x="77" y="249"/>
                </a:lnTo>
                <a:lnTo>
                  <a:pt x="83" y="271"/>
                </a:lnTo>
                <a:lnTo>
                  <a:pt x="87" y="281"/>
                </a:lnTo>
                <a:lnTo>
                  <a:pt x="93" y="292"/>
                </a:lnTo>
                <a:lnTo>
                  <a:pt x="99" y="302"/>
                </a:lnTo>
                <a:lnTo>
                  <a:pt x="107" y="310"/>
                </a:lnTo>
                <a:lnTo>
                  <a:pt x="115" y="318"/>
                </a:lnTo>
                <a:lnTo>
                  <a:pt x="127" y="324"/>
                </a:lnTo>
                <a:lnTo>
                  <a:pt x="140" y="330"/>
                </a:lnTo>
                <a:lnTo>
                  <a:pt x="154" y="336"/>
                </a:lnTo>
                <a:lnTo>
                  <a:pt x="168" y="340"/>
                </a:lnTo>
                <a:lnTo>
                  <a:pt x="186" y="344"/>
                </a:lnTo>
                <a:lnTo>
                  <a:pt x="186" y="344"/>
                </a:lnTo>
                <a:close/>
                <a:moveTo>
                  <a:pt x="166" y="494"/>
                </a:moveTo>
                <a:lnTo>
                  <a:pt x="166" y="494"/>
                </a:lnTo>
                <a:lnTo>
                  <a:pt x="164" y="472"/>
                </a:lnTo>
                <a:lnTo>
                  <a:pt x="164" y="449"/>
                </a:lnTo>
                <a:lnTo>
                  <a:pt x="166" y="427"/>
                </a:lnTo>
                <a:lnTo>
                  <a:pt x="168" y="405"/>
                </a:lnTo>
                <a:lnTo>
                  <a:pt x="168" y="405"/>
                </a:lnTo>
                <a:lnTo>
                  <a:pt x="150" y="399"/>
                </a:lnTo>
                <a:lnTo>
                  <a:pt x="133" y="397"/>
                </a:lnTo>
                <a:lnTo>
                  <a:pt x="119" y="397"/>
                </a:lnTo>
                <a:lnTo>
                  <a:pt x="107" y="397"/>
                </a:lnTo>
                <a:lnTo>
                  <a:pt x="97" y="399"/>
                </a:lnTo>
                <a:lnTo>
                  <a:pt x="87" y="403"/>
                </a:lnTo>
                <a:lnTo>
                  <a:pt x="69" y="409"/>
                </a:lnTo>
                <a:lnTo>
                  <a:pt x="54" y="419"/>
                </a:lnTo>
                <a:lnTo>
                  <a:pt x="38" y="425"/>
                </a:lnTo>
                <a:lnTo>
                  <a:pt x="30" y="427"/>
                </a:lnTo>
                <a:lnTo>
                  <a:pt x="20" y="427"/>
                </a:lnTo>
                <a:lnTo>
                  <a:pt x="10" y="427"/>
                </a:lnTo>
                <a:lnTo>
                  <a:pt x="0" y="425"/>
                </a:lnTo>
                <a:lnTo>
                  <a:pt x="0" y="425"/>
                </a:lnTo>
                <a:lnTo>
                  <a:pt x="10" y="447"/>
                </a:lnTo>
                <a:lnTo>
                  <a:pt x="24" y="466"/>
                </a:lnTo>
                <a:lnTo>
                  <a:pt x="40" y="484"/>
                </a:lnTo>
                <a:lnTo>
                  <a:pt x="48" y="490"/>
                </a:lnTo>
                <a:lnTo>
                  <a:pt x="59" y="496"/>
                </a:lnTo>
                <a:lnTo>
                  <a:pt x="69" y="500"/>
                </a:lnTo>
                <a:lnTo>
                  <a:pt x="79" y="504"/>
                </a:lnTo>
                <a:lnTo>
                  <a:pt x="91" y="506"/>
                </a:lnTo>
                <a:lnTo>
                  <a:pt x="105" y="506"/>
                </a:lnTo>
                <a:lnTo>
                  <a:pt x="119" y="506"/>
                </a:lnTo>
                <a:lnTo>
                  <a:pt x="133" y="504"/>
                </a:lnTo>
                <a:lnTo>
                  <a:pt x="150" y="500"/>
                </a:lnTo>
                <a:lnTo>
                  <a:pt x="166" y="494"/>
                </a:lnTo>
                <a:lnTo>
                  <a:pt x="166" y="494"/>
                </a:lnTo>
                <a:close/>
                <a:moveTo>
                  <a:pt x="225" y="634"/>
                </a:moveTo>
                <a:lnTo>
                  <a:pt x="225" y="634"/>
                </a:lnTo>
                <a:lnTo>
                  <a:pt x="210" y="615"/>
                </a:lnTo>
                <a:lnTo>
                  <a:pt x="198" y="597"/>
                </a:lnTo>
                <a:lnTo>
                  <a:pt x="188" y="577"/>
                </a:lnTo>
                <a:lnTo>
                  <a:pt x="180" y="555"/>
                </a:lnTo>
                <a:lnTo>
                  <a:pt x="180" y="555"/>
                </a:lnTo>
                <a:lnTo>
                  <a:pt x="162" y="561"/>
                </a:lnTo>
                <a:lnTo>
                  <a:pt x="148" y="567"/>
                </a:lnTo>
                <a:lnTo>
                  <a:pt x="135" y="573"/>
                </a:lnTo>
                <a:lnTo>
                  <a:pt x="125" y="579"/>
                </a:lnTo>
                <a:lnTo>
                  <a:pt x="115" y="587"/>
                </a:lnTo>
                <a:lnTo>
                  <a:pt x="109" y="593"/>
                </a:lnTo>
                <a:lnTo>
                  <a:pt x="97" y="609"/>
                </a:lnTo>
                <a:lnTo>
                  <a:pt x="89" y="624"/>
                </a:lnTo>
                <a:lnTo>
                  <a:pt x="79" y="638"/>
                </a:lnTo>
                <a:lnTo>
                  <a:pt x="73" y="644"/>
                </a:lnTo>
                <a:lnTo>
                  <a:pt x="65" y="650"/>
                </a:lnTo>
                <a:lnTo>
                  <a:pt x="54" y="654"/>
                </a:lnTo>
                <a:lnTo>
                  <a:pt x="44" y="658"/>
                </a:lnTo>
                <a:lnTo>
                  <a:pt x="44" y="658"/>
                </a:lnTo>
                <a:lnTo>
                  <a:pt x="65" y="670"/>
                </a:lnTo>
                <a:lnTo>
                  <a:pt x="87" y="680"/>
                </a:lnTo>
                <a:lnTo>
                  <a:pt x="109" y="688"/>
                </a:lnTo>
                <a:lnTo>
                  <a:pt x="119" y="688"/>
                </a:lnTo>
                <a:lnTo>
                  <a:pt x="131" y="688"/>
                </a:lnTo>
                <a:lnTo>
                  <a:pt x="142" y="688"/>
                </a:lnTo>
                <a:lnTo>
                  <a:pt x="154" y="686"/>
                </a:lnTo>
                <a:lnTo>
                  <a:pt x="166" y="682"/>
                </a:lnTo>
                <a:lnTo>
                  <a:pt x="176" y="676"/>
                </a:lnTo>
                <a:lnTo>
                  <a:pt x="188" y="668"/>
                </a:lnTo>
                <a:lnTo>
                  <a:pt x="200" y="658"/>
                </a:lnTo>
                <a:lnTo>
                  <a:pt x="212" y="648"/>
                </a:lnTo>
                <a:lnTo>
                  <a:pt x="225" y="634"/>
                </a:lnTo>
                <a:lnTo>
                  <a:pt x="225" y="634"/>
                </a:lnTo>
                <a:close/>
                <a:moveTo>
                  <a:pt x="344" y="727"/>
                </a:moveTo>
                <a:lnTo>
                  <a:pt x="344" y="727"/>
                </a:lnTo>
                <a:lnTo>
                  <a:pt x="324" y="717"/>
                </a:lnTo>
                <a:lnTo>
                  <a:pt x="303" y="707"/>
                </a:lnTo>
                <a:lnTo>
                  <a:pt x="285" y="694"/>
                </a:lnTo>
                <a:lnTo>
                  <a:pt x="267" y="680"/>
                </a:lnTo>
                <a:lnTo>
                  <a:pt x="267" y="680"/>
                </a:lnTo>
                <a:lnTo>
                  <a:pt x="253" y="692"/>
                </a:lnTo>
                <a:lnTo>
                  <a:pt x="243" y="707"/>
                </a:lnTo>
                <a:lnTo>
                  <a:pt x="235" y="717"/>
                </a:lnTo>
                <a:lnTo>
                  <a:pt x="231" y="729"/>
                </a:lnTo>
                <a:lnTo>
                  <a:pt x="227" y="739"/>
                </a:lnTo>
                <a:lnTo>
                  <a:pt x="225" y="749"/>
                </a:lnTo>
                <a:lnTo>
                  <a:pt x="223" y="767"/>
                </a:lnTo>
                <a:lnTo>
                  <a:pt x="220" y="785"/>
                </a:lnTo>
                <a:lnTo>
                  <a:pt x="218" y="802"/>
                </a:lnTo>
                <a:lnTo>
                  <a:pt x="216" y="810"/>
                </a:lnTo>
                <a:lnTo>
                  <a:pt x="212" y="818"/>
                </a:lnTo>
                <a:lnTo>
                  <a:pt x="206" y="828"/>
                </a:lnTo>
                <a:lnTo>
                  <a:pt x="198" y="836"/>
                </a:lnTo>
                <a:lnTo>
                  <a:pt x="198" y="836"/>
                </a:lnTo>
                <a:lnTo>
                  <a:pt x="225" y="836"/>
                </a:lnTo>
                <a:lnTo>
                  <a:pt x="249" y="836"/>
                </a:lnTo>
                <a:lnTo>
                  <a:pt x="271" y="830"/>
                </a:lnTo>
                <a:lnTo>
                  <a:pt x="281" y="826"/>
                </a:lnTo>
                <a:lnTo>
                  <a:pt x="291" y="820"/>
                </a:lnTo>
                <a:lnTo>
                  <a:pt x="299" y="814"/>
                </a:lnTo>
                <a:lnTo>
                  <a:pt x="308" y="806"/>
                </a:lnTo>
                <a:lnTo>
                  <a:pt x="316" y="796"/>
                </a:lnTo>
                <a:lnTo>
                  <a:pt x="324" y="785"/>
                </a:lnTo>
                <a:lnTo>
                  <a:pt x="330" y="773"/>
                </a:lnTo>
                <a:lnTo>
                  <a:pt x="334" y="759"/>
                </a:lnTo>
                <a:lnTo>
                  <a:pt x="340" y="745"/>
                </a:lnTo>
                <a:lnTo>
                  <a:pt x="344" y="727"/>
                </a:lnTo>
                <a:lnTo>
                  <a:pt x="344" y="727"/>
                </a:lnTo>
                <a:close/>
                <a:moveTo>
                  <a:pt x="494" y="747"/>
                </a:moveTo>
                <a:lnTo>
                  <a:pt x="494" y="747"/>
                </a:lnTo>
                <a:lnTo>
                  <a:pt x="471" y="749"/>
                </a:lnTo>
                <a:lnTo>
                  <a:pt x="447" y="749"/>
                </a:lnTo>
                <a:lnTo>
                  <a:pt x="425" y="747"/>
                </a:lnTo>
                <a:lnTo>
                  <a:pt x="403" y="745"/>
                </a:lnTo>
                <a:lnTo>
                  <a:pt x="403" y="745"/>
                </a:lnTo>
                <a:lnTo>
                  <a:pt x="399" y="763"/>
                </a:lnTo>
                <a:lnTo>
                  <a:pt x="397" y="779"/>
                </a:lnTo>
                <a:lnTo>
                  <a:pt x="395" y="794"/>
                </a:lnTo>
                <a:lnTo>
                  <a:pt x="397" y="806"/>
                </a:lnTo>
                <a:lnTo>
                  <a:pt x="399" y="816"/>
                </a:lnTo>
                <a:lnTo>
                  <a:pt x="401" y="826"/>
                </a:lnTo>
                <a:lnTo>
                  <a:pt x="409" y="842"/>
                </a:lnTo>
                <a:lnTo>
                  <a:pt x="417" y="858"/>
                </a:lnTo>
                <a:lnTo>
                  <a:pt x="423" y="875"/>
                </a:lnTo>
                <a:lnTo>
                  <a:pt x="425" y="883"/>
                </a:lnTo>
                <a:lnTo>
                  <a:pt x="427" y="893"/>
                </a:lnTo>
                <a:lnTo>
                  <a:pt x="425" y="903"/>
                </a:lnTo>
                <a:lnTo>
                  <a:pt x="423" y="913"/>
                </a:lnTo>
                <a:lnTo>
                  <a:pt x="423" y="913"/>
                </a:lnTo>
                <a:lnTo>
                  <a:pt x="445" y="901"/>
                </a:lnTo>
                <a:lnTo>
                  <a:pt x="465" y="889"/>
                </a:lnTo>
                <a:lnTo>
                  <a:pt x="482" y="873"/>
                </a:lnTo>
                <a:lnTo>
                  <a:pt x="488" y="864"/>
                </a:lnTo>
                <a:lnTo>
                  <a:pt x="494" y="854"/>
                </a:lnTo>
                <a:lnTo>
                  <a:pt x="500" y="844"/>
                </a:lnTo>
                <a:lnTo>
                  <a:pt x="502" y="832"/>
                </a:lnTo>
                <a:lnTo>
                  <a:pt x="504" y="822"/>
                </a:lnTo>
                <a:lnTo>
                  <a:pt x="506" y="808"/>
                </a:lnTo>
                <a:lnTo>
                  <a:pt x="504" y="794"/>
                </a:lnTo>
                <a:lnTo>
                  <a:pt x="502" y="779"/>
                </a:lnTo>
                <a:lnTo>
                  <a:pt x="498" y="763"/>
                </a:lnTo>
                <a:lnTo>
                  <a:pt x="494" y="747"/>
                </a:lnTo>
                <a:lnTo>
                  <a:pt x="494" y="747"/>
                </a:lnTo>
                <a:close/>
                <a:moveTo>
                  <a:pt x="631" y="674"/>
                </a:moveTo>
                <a:lnTo>
                  <a:pt x="631" y="674"/>
                </a:lnTo>
                <a:lnTo>
                  <a:pt x="613" y="686"/>
                </a:lnTo>
                <a:lnTo>
                  <a:pt x="593" y="698"/>
                </a:lnTo>
                <a:lnTo>
                  <a:pt x="573" y="709"/>
                </a:lnTo>
                <a:lnTo>
                  <a:pt x="552" y="719"/>
                </a:lnTo>
                <a:lnTo>
                  <a:pt x="552" y="719"/>
                </a:lnTo>
                <a:lnTo>
                  <a:pt x="557" y="735"/>
                </a:lnTo>
                <a:lnTo>
                  <a:pt x="563" y="751"/>
                </a:lnTo>
                <a:lnTo>
                  <a:pt x="569" y="763"/>
                </a:lnTo>
                <a:lnTo>
                  <a:pt x="577" y="773"/>
                </a:lnTo>
                <a:lnTo>
                  <a:pt x="583" y="781"/>
                </a:lnTo>
                <a:lnTo>
                  <a:pt x="591" y="790"/>
                </a:lnTo>
                <a:lnTo>
                  <a:pt x="607" y="800"/>
                </a:lnTo>
                <a:lnTo>
                  <a:pt x="621" y="810"/>
                </a:lnTo>
                <a:lnTo>
                  <a:pt x="635" y="820"/>
                </a:lnTo>
                <a:lnTo>
                  <a:pt x="642" y="826"/>
                </a:lnTo>
                <a:lnTo>
                  <a:pt x="646" y="834"/>
                </a:lnTo>
                <a:lnTo>
                  <a:pt x="650" y="842"/>
                </a:lnTo>
                <a:lnTo>
                  <a:pt x="654" y="854"/>
                </a:lnTo>
                <a:lnTo>
                  <a:pt x="654" y="854"/>
                </a:lnTo>
                <a:lnTo>
                  <a:pt x="668" y="832"/>
                </a:lnTo>
                <a:lnTo>
                  <a:pt x="678" y="812"/>
                </a:lnTo>
                <a:lnTo>
                  <a:pt x="684" y="790"/>
                </a:lnTo>
                <a:lnTo>
                  <a:pt x="686" y="777"/>
                </a:lnTo>
                <a:lnTo>
                  <a:pt x="686" y="767"/>
                </a:lnTo>
                <a:lnTo>
                  <a:pt x="684" y="755"/>
                </a:lnTo>
                <a:lnTo>
                  <a:pt x="682" y="745"/>
                </a:lnTo>
                <a:lnTo>
                  <a:pt x="678" y="733"/>
                </a:lnTo>
                <a:lnTo>
                  <a:pt x="672" y="721"/>
                </a:lnTo>
                <a:lnTo>
                  <a:pt x="666" y="711"/>
                </a:lnTo>
                <a:lnTo>
                  <a:pt x="656" y="698"/>
                </a:lnTo>
                <a:lnTo>
                  <a:pt x="644" y="686"/>
                </a:lnTo>
                <a:lnTo>
                  <a:pt x="631" y="674"/>
                </a:lnTo>
                <a:lnTo>
                  <a:pt x="631" y="674"/>
                </a:lnTo>
                <a:close/>
                <a:moveTo>
                  <a:pt x="716" y="553"/>
                </a:moveTo>
                <a:lnTo>
                  <a:pt x="716" y="553"/>
                </a:lnTo>
                <a:lnTo>
                  <a:pt x="708" y="573"/>
                </a:lnTo>
                <a:lnTo>
                  <a:pt x="696" y="593"/>
                </a:lnTo>
                <a:lnTo>
                  <a:pt x="684" y="611"/>
                </a:lnTo>
                <a:lnTo>
                  <a:pt x="670" y="630"/>
                </a:lnTo>
                <a:lnTo>
                  <a:pt x="670" y="630"/>
                </a:lnTo>
                <a:lnTo>
                  <a:pt x="684" y="644"/>
                </a:lnTo>
                <a:lnTo>
                  <a:pt x="696" y="654"/>
                </a:lnTo>
                <a:lnTo>
                  <a:pt x="708" y="660"/>
                </a:lnTo>
                <a:lnTo>
                  <a:pt x="718" y="666"/>
                </a:lnTo>
                <a:lnTo>
                  <a:pt x="729" y="670"/>
                </a:lnTo>
                <a:lnTo>
                  <a:pt x="739" y="672"/>
                </a:lnTo>
                <a:lnTo>
                  <a:pt x="759" y="674"/>
                </a:lnTo>
                <a:lnTo>
                  <a:pt x="775" y="674"/>
                </a:lnTo>
                <a:lnTo>
                  <a:pt x="793" y="676"/>
                </a:lnTo>
                <a:lnTo>
                  <a:pt x="801" y="680"/>
                </a:lnTo>
                <a:lnTo>
                  <a:pt x="810" y="684"/>
                </a:lnTo>
                <a:lnTo>
                  <a:pt x="818" y="688"/>
                </a:lnTo>
                <a:lnTo>
                  <a:pt x="826" y="696"/>
                </a:lnTo>
                <a:lnTo>
                  <a:pt x="826" y="696"/>
                </a:lnTo>
                <a:lnTo>
                  <a:pt x="828" y="672"/>
                </a:lnTo>
                <a:lnTo>
                  <a:pt x="826" y="648"/>
                </a:lnTo>
                <a:lnTo>
                  <a:pt x="820" y="626"/>
                </a:lnTo>
                <a:lnTo>
                  <a:pt x="816" y="615"/>
                </a:lnTo>
                <a:lnTo>
                  <a:pt x="812" y="605"/>
                </a:lnTo>
                <a:lnTo>
                  <a:pt x="803" y="597"/>
                </a:lnTo>
                <a:lnTo>
                  <a:pt x="795" y="587"/>
                </a:lnTo>
                <a:lnTo>
                  <a:pt x="787" y="581"/>
                </a:lnTo>
                <a:lnTo>
                  <a:pt x="777" y="573"/>
                </a:lnTo>
                <a:lnTo>
                  <a:pt x="765" y="567"/>
                </a:lnTo>
                <a:lnTo>
                  <a:pt x="751" y="561"/>
                </a:lnTo>
                <a:lnTo>
                  <a:pt x="735" y="557"/>
                </a:lnTo>
                <a:lnTo>
                  <a:pt x="716" y="553"/>
                </a:lnTo>
                <a:lnTo>
                  <a:pt x="716" y="55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0000" tIns="46800" rIns="90000" bIns="46800" numCol="1" anchor="t" anchorCtr="0" compatLnSpc="1">
            <a:normAutofit/>
          </a:bodyPr>
          <a:lstStyle/>
          <a:p>
            <a:pPr fontAlgn="base"/>
            <a:endParaRPr lang="zh-CN" altLang="en-US" sz="1350" strike="noStrike" noProof="1"/>
          </a:p>
        </p:txBody>
      </p:sp>
      <p:sp>
        <p:nvSpPr>
          <p:cNvPr id="54277" name="文本框 14"/>
          <p:cNvSpPr txBox="1"/>
          <p:nvPr>
            <p:custDataLst>
              <p:tags r:id="rId5"/>
            </p:custDataLst>
          </p:nvPr>
        </p:nvSpPr>
        <p:spPr>
          <a:xfrm>
            <a:off x="47625" y="2336800"/>
            <a:ext cx="1860550" cy="901700"/>
          </a:xfrm>
          <a:prstGeom prst="rect">
            <a:avLst/>
          </a:prstGeom>
          <a:noFill/>
          <a:ln w="9525">
            <a:noFill/>
          </a:ln>
        </p:spPr>
        <p:txBody>
          <a:bodyPr wrap="square" lIns="90000" tIns="46800" rIns="90000" bIns="46800" anchor="t" anchorCtr="0"/>
          <a:p>
            <a:pPr algn="ct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endParaRPr lang="zh-CN" altLang="da-DK" sz="1100" dirty="0">
              <a:solidFill>
                <a:schemeClr val="bg1"/>
              </a:solidFill>
              <a:latin typeface="微软雅黑" panose="020B0503020204020204" charset="-122"/>
              <a:ea typeface="微软雅黑" panose="020B0503020204020204" charset="-122"/>
              <a:sym typeface="黑体" panose="02010609060101010101" charset="-122"/>
            </a:endParaRPr>
          </a:p>
        </p:txBody>
      </p:sp>
      <p:sp>
        <p:nvSpPr>
          <p:cNvPr id="54278" name="文本框 2"/>
          <p:cNvSpPr txBox="1"/>
          <p:nvPr>
            <p:custDataLst>
              <p:tags r:id="rId6"/>
            </p:custDataLst>
          </p:nvPr>
        </p:nvSpPr>
        <p:spPr>
          <a:xfrm>
            <a:off x="4533900" y="2325688"/>
            <a:ext cx="1862138" cy="903287"/>
          </a:xfrm>
          <a:prstGeom prst="rect">
            <a:avLst/>
          </a:prstGeom>
          <a:noFill/>
          <a:ln w="9525">
            <a:noFill/>
          </a:ln>
        </p:spPr>
        <p:txBody>
          <a:bodyPr wrap="square" lIns="90000" tIns="46800" rIns="90000" bIns="46800" anchor="t" anchorCtr="0"/>
          <a:p>
            <a:pPr algn="ct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endParaRPr lang="zh-CN" altLang="da-DK" sz="1100" dirty="0">
              <a:solidFill>
                <a:schemeClr val="bg1"/>
              </a:solidFill>
              <a:latin typeface="微软雅黑" panose="020B0503020204020204" charset="-122"/>
              <a:ea typeface="微软雅黑" panose="020B0503020204020204" charset="-122"/>
              <a:sym typeface="黑体" panose="02010609060101010101" charset="-122"/>
            </a:endParaRPr>
          </a:p>
        </p:txBody>
      </p:sp>
      <p:sp>
        <p:nvSpPr>
          <p:cNvPr id="54279" name="文本框 16"/>
          <p:cNvSpPr txBox="1"/>
          <p:nvPr>
            <p:custDataLst>
              <p:tags r:id="rId7"/>
            </p:custDataLst>
          </p:nvPr>
        </p:nvSpPr>
        <p:spPr>
          <a:xfrm>
            <a:off x="273050" y="228600"/>
            <a:ext cx="3016250" cy="460375"/>
          </a:xfrm>
          <a:prstGeom prst="rect">
            <a:avLst/>
          </a:prstGeom>
          <a:noFill/>
          <a:ln w="9525">
            <a:noFill/>
          </a:ln>
        </p:spPr>
        <p:txBody>
          <a:bodyPr wrap="square" anchor="t" anchorCtr="0">
            <a:spAutoFit/>
          </a:bodyPr>
          <a:p>
            <a:r>
              <a:rPr lang="zh-CN" altLang="zh-CN" sz="2400" b="1">
                <a:solidFill>
                  <a:srgbClr val="595959"/>
                </a:solidFill>
                <a:latin typeface="微软雅黑" panose="020B0503020204020204" charset="-122"/>
                <a:ea typeface="微软雅黑" panose="020B0503020204020204" charset="-122"/>
                <a:sym typeface="黑体" panose="02010609060101010101" charset="-122"/>
              </a:rPr>
              <a:t>变压器组成</a:t>
            </a:r>
            <a:endParaRPr lang="zh-CN"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18" name="矩形 17"/>
          <p:cNvSpPr/>
          <p:nvPr>
            <p:custDataLst>
              <p:tags r:id="rId8"/>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19" name="矩形 18"/>
          <p:cNvSpPr/>
          <p:nvPr>
            <p:custDataLst>
              <p:tags r:id="rId9"/>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pic>
        <p:nvPicPr>
          <p:cNvPr id="54282" name="图片 1"/>
          <p:cNvPicPr>
            <a:picLocks noChangeAspect="1"/>
          </p:cNvPicPr>
          <p:nvPr/>
        </p:nvPicPr>
        <p:blipFill>
          <a:blip r:embed="rId10"/>
          <a:stretch>
            <a:fillRect/>
          </a:stretch>
        </p:blipFill>
        <p:spPr>
          <a:xfrm>
            <a:off x="333375" y="1727200"/>
            <a:ext cx="8477250" cy="3200400"/>
          </a:xfrm>
          <a:prstGeom prst="rect">
            <a:avLst/>
          </a:prstGeom>
          <a:noFill/>
          <a:ln w="9525">
            <a:noFill/>
          </a:ln>
        </p:spPr>
      </p:pic>
    </p:spTree>
    <p:custDataLst>
      <p:tags r:id="rId1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reeform 5"/>
          <p:cNvSpPr>
            <a:spLocks noEditPoints="1"/>
          </p:cNvSpPr>
          <p:nvPr>
            <p:custDataLst>
              <p:tags r:id="rId1"/>
            </p:custDataLst>
          </p:nvPr>
        </p:nvSpPr>
        <p:spPr bwMode="auto">
          <a:xfrm>
            <a:off x="782638" y="1919288"/>
            <a:ext cx="374650" cy="379413"/>
          </a:xfrm>
          <a:custGeom>
            <a:avLst/>
            <a:gdLst>
              <a:gd name="T0" fmla="*/ 803 w 901"/>
              <a:gd name="T1" fmla="*/ 514 h 913"/>
              <a:gd name="T2" fmla="*/ 860 w 901"/>
              <a:gd name="T3" fmla="*/ 431 h 913"/>
              <a:gd name="T4" fmla="*/ 484 w 901"/>
              <a:gd name="T5" fmla="*/ 490 h 913"/>
              <a:gd name="T6" fmla="*/ 445 w 901"/>
              <a:gd name="T7" fmla="*/ 441 h 913"/>
              <a:gd name="T8" fmla="*/ 500 w 901"/>
              <a:gd name="T9" fmla="*/ 399 h 913"/>
              <a:gd name="T10" fmla="*/ 476 w 901"/>
              <a:gd name="T11" fmla="*/ 385 h 913"/>
              <a:gd name="T12" fmla="*/ 397 w 901"/>
              <a:gd name="T13" fmla="*/ 462 h 913"/>
              <a:gd name="T14" fmla="*/ 484 w 901"/>
              <a:gd name="T15" fmla="*/ 522 h 913"/>
              <a:gd name="T16" fmla="*/ 585 w 901"/>
              <a:gd name="T17" fmla="*/ 478 h 913"/>
              <a:gd name="T18" fmla="*/ 617 w 901"/>
              <a:gd name="T19" fmla="*/ 375 h 913"/>
              <a:gd name="T20" fmla="*/ 512 w 901"/>
              <a:gd name="T21" fmla="*/ 279 h 913"/>
              <a:gd name="T22" fmla="*/ 370 w 901"/>
              <a:gd name="T23" fmla="*/ 308 h 913"/>
              <a:gd name="T24" fmla="*/ 277 w 901"/>
              <a:gd name="T25" fmla="*/ 470 h 913"/>
              <a:gd name="T26" fmla="*/ 342 w 901"/>
              <a:gd name="T27" fmla="*/ 589 h 913"/>
              <a:gd name="T28" fmla="*/ 492 w 901"/>
              <a:gd name="T29" fmla="*/ 630 h 913"/>
              <a:gd name="T30" fmla="*/ 528 w 901"/>
              <a:gd name="T31" fmla="*/ 686 h 913"/>
              <a:gd name="T32" fmla="*/ 413 w 901"/>
              <a:gd name="T33" fmla="*/ 698 h 913"/>
              <a:gd name="T34" fmla="*/ 212 w 901"/>
              <a:gd name="T35" fmla="*/ 528 h 913"/>
              <a:gd name="T36" fmla="*/ 216 w 901"/>
              <a:gd name="T37" fmla="*/ 377 h 913"/>
              <a:gd name="T38" fmla="*/ 433 w 901"/>
              <a:gd name="T39" fmla="*/ 207 h 913"/>
              <a:gd name="T40" fmla="*/ 567 w 901"/>
              <a:gd name="T41" fmla="*/ 219 h 913"/>
              <a:gd name="T42" fmla="*/ 694 w 901"/>
              <a:gd name="T43" fmla="*/ 381 h 913"/>
              <a:gd name="T44" fmla="*/ 664 w 901"/>
              <a:gd name="T45" fmla="*/ 498 h 913"/>
              <a:gd name="T46" fmla="*/ 490 w 901"/>
              <a:gd name="T47" fmla="*/ 597 h 913"/>
              <a:gd name="T48" fmla="*/ 388 w 901"/>
              <a:gd name="T49" fmla="*/ 573 h 913"/>
              <a:gd name="T50" fmla="*/ 322 w 901"/>
              <a:gd name="T51" fmla="*/ 468 h 913"/>
              <a:gd name="T52" fmla="*/ 362 w 901"/>
              <a:gd name="T53" fmla="*/ 360 h 913"/>
              <a:gd name="T54" fmla="*/ 469 w 901"/>
              <a:gd name="T55" fmla="*/ 310 h 913"/>
              <a:gd name="T56" fmla="*/ 573 w 901"/>
              <a:gd name="T57" fmla="*/ 393 h 913"/>
              <a:gd name="T58" fmla="*/ 534 w 901"/>
              <a:gd name="T59" fmla="*/ 472 h 913"/>
              <a:gd name="T60" fmla="*/ 749 w 901"/>
              <a:gd name="T61" fmla="*/ 354 h 913"/>
              <a:gd name="T62" fmla="*/ 868 w 901"/>
              <a:gd name="T63" fmla="*/ 257 h 913"/>
              <a:gd name="T64" fmla="*/ 712 w 901"/>
              <a:gd name="T65" fmla="*/ 255 h 913"/>
              <a:gd name="T66" fmla="*/ 668 w 901"/>
              <a:gd name="T67" fmla="*/ 209 h 913"/>
              <a:gd name="T68" fmla="*/ 712 w 901"/>
              <a:gd name="T69" fmla="*/ 77 h 913"/>
              <a:gd name="T70" fmla="*/ 573 w 901"/>
              <a:gd name="T71" fmla="*/ 170 h 913"/>
              <a:gd name="T72" fmla="*/ 516 w 901"/>
              <a:gd name="T73" fmla="*/ 122 h 913"/>
              <a:gd name="T74" fmla="*/ 465 w 901"/>
              <a:gd name="T75" fmla="*/ 12 h 913"/>
              <a:gd name="T76" fmla="*/ 419 w 901"/>
              <a:gd name="T77" fmla="*/ 168 h 913"/>
              <a:gd name="T78" fmla="*/ 334 w 901"/>
              <a:gd name="T79" fmla="*/ 126 h 913"/>
              <a:gd name="T80" fmla="*/ 233 w 901"/>
              <a:gd name="T81" fmla="*/ 89 h 913"/>
              <a:gd name="T82" fmla="*/ 279 w 901"/>
              <a:gd name="T83" fmla="*/ 225 h 913"/>
              <a:gd name="T84" fmla="*/ 174 w 901"/>
              <a:gd name="T85" fmla="*/ 227 h 913"/>
              <a:gd name="T86" fmla="*/ 83 w 901"/>
              <a:gd name="T87" fmla="*/ 271 h 913"/>
              <a:gd name="T88" fmla="*/ 166 w 901"/>
              <a:gd name="T89" fmla="*/ 494 h 913"/>
              <a:gd name="T90" fmla="*/ 87 w 901"/>
              <a:gd name="T91" fmla="*/ 403 h 913"/>
              <a:gd name="T92" fmla="*/ 48 w 901"/>
              <a:gd name="T93" fmla="*/ 490 h 913"/>
              <a:gd name="T94" fmla="*/ 225 w 901"/>
              <a:gd name="T95" fmla="*/ 634 h 913"/>
              <a:gd name="T96" fmla="*/ 97 w 901"/>
              <a:gd name="T97" fmla="*/ 609 h 913"/>
              <a:gd name="T98" fmla="*/ 131 w 901"/>
              <a:gd name="T99" fmla="*/ 688 h 913"/>
              <a:gd name="T100" fmla="*/ 324 w 901"/>
              <a:gd name="T101" fmla="*/ 717 h 913"/>
              <a:gd name="T102" fmla="*/ 220 w 901"/>
              <a:gd name="T103" fmla="*/ 785 h 913"/>
              <a:gd name="T104" fmla="*/ 299 w 901"/>
              <a:gd name="T105" fmla="*/ 814 h 913"/>
              <a:gd name="T106" fmla="*/ 447 w 901"/>
              <a:gd name="T107" fmla="*/ 749 h 913"/>
              <a:gd name="T108" fmla="*/ 423 w 901"/>
              <a:gd name="T109" fmla="*/ 875 h 913"/>
              <a:gd name="T110" fmla="*/ 502 w 901"/>
              <a:gd name="T111" fmla="*/ 832 h 913"/>
              <a:gd name="T112" fmla="*/ 573 w 901"/>
              <a:gd name="T113" fmla="*/ 709 h 913"/>
              <a:gd name="T114" fmla="*/ 642 w 901"/>
              <a:gd name="T115" fmla="*/ 826 h 913"/>
              <a:gd name="T116" fmla="*/ 678 w 901"/>
              <a:gd name="T117" fmla="*/ 733 h 913"/>
              <a:gd name="T118" fmla="*/ 670 w 901"/>
              <a:gd name="T119" fmla="*/ 630 h 913"/>
              <a:gd name="T120" fmla="*/ 810 w 901"/>
              <a:gd name="T121" fmla="*/ 684 h 913"/>
              <a:gd name="T122" fmla="*/ 777 w 901"/>
              <a:gd name="T123" fmla="*/ 573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1" h="913">
                <a:moveTo>
                  <a:pt x="735" y="419"/>
                </a:moveTo>
                <a:lnTo>
                  <a:pt x="735" y="419"/>
                </a:lnTo>
                <a:lnTo>
                  <a:pt x="737" y="441"/>
                </a:lnTo>
                <a:lnTo>
                  <a:pt x="737" y="464"/>
                </a:lnTo>
                <a:lnTo>
                  <a:pt x="735" y="488"/>
                </a:lnTo>
                <a:lnTo>
                  <a:pt x="733" y="510"/>
                </a:lnTo>
                <a:lnTo>
                  <a:pt x="733" y="510"/>
                </a:lnTo>
                <a:lnTo>
                  <a:pt x="751" y="514"/>
                </a:lnTo>
                <a:lnTo>
                  <a:pt x="765" y="516"/>
                </a:lnTo>
                <a:lnTo>
                  <a:pt x="779" y="518"/>
                </a:lnTo>
                <a:lnTo>
                  <a:pt x="791" y="516"/>
                </a:lnTo>
                <a:lnTo>
                  <a:pt x="803" y="514"/>
                </a:lnTo>
                <a:lnTo>
                  <a:pt x="814" y="512"/>
                </a:lnTo>
                <a:lnTo>
                  <a:pt x="830" y="504"/>
                </a:lnTo>
                <a:lnTo>
                  <a:pt x="846" y="496"/>
                </a:lnTo>
                <a:lnTo>
                  <a:pt x="862" y="490"/>
                </a:lnTo>
                <a:lnTo>
                  <a:pt x="870" y="488"/>
                </a:lnTo>
                <a:lnTo>
                  <a:pt x="878" y="486"/>
                </a:lnTo>
                <a:lnTo>
                  <a:pt x="889" y="488"/>
                </a:lnTo>
                <a:lnTo>
                  <a:pt x="901" y="490"/>
                </a:lnTo>
                <a:lnTo>
                  <a:pt x="901" y="490"/>
                </a:lnTo>
                <a:lnTo>
                  <a:pt x="889" y="468"/>
                </a:lnTo>
                <a:lnTo>
                  <a:pt x="876" y="447"/>
                </a:lnTo>
                <a:lnTo>
                  <a:pt x="860" y="431"/>
                </a:lnTo>
                <a:lnTo>
                  <a:pt x="850" y="423"/>
                </a:lnTo>
                <a:lnTo>
                  <a:pt x="842" y="419"/>
                </a:lnTo>
                <a:lnTo>
                  <a:pt x="832" y="413"/>
                </a:lnTo>
                <a:lnTo>
                  <a:pt x="820" y="411"/>
                </a:lnTo>
                <a:lnTo>
                  <a:pt x="808" y="409"/>
                </a:lnTo>
                <a:lnTo>
                  <a:pt x="795" y="407"/>
                </a:lnTo>
                <a:lnTo>
                  <a:pt x="781" y="409"/>
                </a:lnTo>
                <a:lnTo>
                  <a:pt x="767" y="411"/>
                </a:lnTo>
                <a:lnTo>
                  <a:pt x="751" y="415"/>
                </a:lnTo>
                <a:lnTo>
                  <a:pt x="735" y="419"/>
                </a:lnTo>
                <a:lnTo>
                  <a:pt x="735" y="419"/>
                </a:lnTo>
                <a:close/>
                <a:moveTo>
                  <a:pt x="484" y="490"/>
                </a:moveTo>
                <a:lnTo>
                  <a:pt x="484" y="490"/>
                </a:lnTo>
                <a:lnTo>
                  <a:pt x="476" y="490"/>
                </a:lnTo>
                <a:lnTo>
                  <a:pt x="467" y="490"/>
                </a:lnTo>
                <a:lnTo>
                  <a:pt x="461" y="486"/>
                </a:lnTo>
                <a:lnTo>
                  <a:pt x="455" y="482"/>
                </a:lnTo>
                <a:lnTo>
                  <a:pt x="451" y="478"/>
                </a:lnTo>
                <a:lnTo>
                  <a:pt x="447" y="472"/>
                </a:lnTo>
                <a:lnTo>
                  <a:pt x="443" y="464"/>
                </a:lnTo>
                <a:lnTo>
                  <a:pt x="443" y="458"/>
                </a:lnTo>
                <a:lnTo>
                  <a:pt x="443" y="458"/>
                </a:lnTo>
                <a:lnTo>
                  <a:pt x="443" y="449"/>
                </a:lnTo>
                <a:lnTo>
                  <a:pt x="445" y="441"/>
                </a:lnTo>
                <a:lnTo>
                  <a:pt x="447" y="435"/>
                </a:lnTo>
                <a:lnTo>
                  <a:pt x="451" y="429"/>
                </a:lnTo>
                <a:lnTo>
                  <a:pt x="457" y="425"/>
                </a:lnTo>
                <a:lnTo>
                  <a:pt x="461" y="421"/>
                </a:lnTo>
                <a:lnTo>
                  <a:pt x="469" y="417"/>
                </a:lnTo>
                <a:lnTo>
                  <a:pt x="478" y="417"/>
                </a:lnTo>
                <a:lnTo>
                  <a:pt x="478" y="417"/>
                </a:lnTo>
                <a:lnTo>
                  <a:pt x="486" y="413"/>
                </a:lnTo>
                <a:lnTo>
                  <a:pt x="494" y="409"/>
                </a:lnTo>
                <a:lnTo>
                  <a:pt x="494" y="409"/>
                </a:lnTo>
                <a:lnTo>
                  <a:pt x="498" y="403"/>
                </a:lnTo>
                <a:lnTo>
                  <a:pt x="500" y="399"/>
                </a:lnTo>
                <a:lnTo>
                  <a:pt x="500" y="399"/>
                </a:lnTo>
                <a:lnTo>
                  <a:pt x="500" y="399"/>
                </a:lnTo>
                <a:lnTo>
                  <a:pt x="498" y="399"/>
                </a:lnTo>
                <a:lnTo>
                  <a:pt x="498" y="399"/>
                </a:lnTo>
                <a:lnTo>
                  <a:pt x="498" y="393"/>
                </a:lnTo>
                <a:lnTo>
                  <a:pt x="494" y="389"/>
                </a:lnTo>
                <a:lnTo>
                  <a:pt x="494" y="389"/>
                </a:lnTo>
                <a:lnTo>
                  <a:pt x="486" y="385"/>
                </a:lnTo>
                <a:lnTo>
                  <a:pt x="476" y="385"/>
                </a:lnTo>
                <a:lnTo>
                  <a:pt x="476" y="385"/>
                </a:lnTo>
                <a:lnTo>
                  <a:pt x="476" y="385"/>
                </a:lnTo>
                <a:lnTo>
                  <a:pt x="476" y="385"/>
                </a:lnTo>
                <a:lnTo>
                  <a:pt x="476" y="385"/>
                </a:lnTo>
                <a:lnTo>
                  <a:pt x="457" y="387"/>
                </a:lnTo>
                <a:lnTo>
                  <a:pt x="441" y="393"/>
                </a:lnTo>
                <a:lnTo>
                  <a:pt x="427" y="401"/>
                </a:lnTo>
                <a:lnTo>
                  <a:pt x="417" y="411"/>
                </a:lnTo>
                <a:lnTo>
                  <a:pt x="417" y="411"/>
                </a:lnTo>
                <a:lnTo>
                  <a:pt x="407" y="421"/>
                </a:lnTo>
                <a:lnTo>
                  <a:pt x="401" y="433"/>
                </a:lnTo>
                <a:lnTo>
                  <a:pt x="397" y="447"/>
                </a:lnTo>
                <a:lnTo>
                  <a:pt x="397" y="462"/>
                </a:lnTo>
                <a:lnTo>
                  <a:pt x="397" y="462"/>
                </a:lnTo>
                <a:lnTo>
                  <a:pt x="397" y="462"/>
                </a:lnTo>
                <a:lnTo>
                  <a:pt x="397" y="462"/>
                </a:lnTo>
                <a:lnTo>
                  <a:pt x="397" y="462"/>
                </a:lnTo>
                <a:lnTo>
                  <a:pt x="399" y="474"/>
                </a:lnTo>
                <a:lnTo>
                  <a:pt x="405" y="486"/>
                </a:lnTo>
                <a:lnTo>
                  <a:pt x="413" y="498"/>
                </a:lnTo>
                <a:lnTo>
                  <a:pt x="423" y="506"/>
                </a:lnTo>
                <a:lnTo>
                  <a:pt x="423" y="506"/>
                </a:lnTo>
                <a:lnTo>
                  <a:pt x="435" y="514"/>
                </a:lnTo>
                <a:lnTo>
                  <a:pt x="449" y="520"/>
                </a:lnTo>
                <a:lnTo>
                  <a:pt x="465" y="522"/>
                </a:lnTo>
                <a:lnTo>
                  <a:pt x="484" y="522"/>
                </a:lnTo>
                <a:lnTo>
                  <a:pt x="484" y="522"/>
                </a:lnTo>
                <a:lnTo>
                  <a:pt x="484" y="522"/>
                </a:lnTo>
                <a:lnTo>
                  <a:pt x="484" y="522"/>
                </a:lnTo>
                <a:lnTo>
                  <a:pt x="484" y="522"/>
                </a:lnTo>
                <a:lnTo>
                  <a:pt x="500" y="520"/>
                </a:lnTo>
                <a:lnTo>
                  <a:pt x="514" y="518"/>
                </a:lnTo>
                <a:lnTo>
                  <a:pt x="528" y="514"/>
                </a:lnTo>
                <a:lnTo>
                  <a:pt x="540" y="508"/>
                </a:lnTo>
                <a:lnTo>
                  <a:pt x="552" y="502"/>
                </a:lnTo>
                <a:lnTo>
                  <a:pt x="565" y="494"/>
                </a:lnTo>
                <a:lnTo>
                  <a:pt x="575" y="486"/>
                </a:lnTo>
                <a:lnTo>
                  <a:pt x="585" y="478"/>
                </a:lnTo>
                <a:lnTo>
                  <a:pt x="585" y="478"/>
                </a:lnTo>
                <a:lnTo>
                  <a:pt x="601" y="458"/>
                </a:lnTo>
                <a:lnTo>
                  <a:pt x="607" y="447"/>
                </a:lnTo>
                <a:lnTo>
                  <a:pt x="611" y="435"/>
                </a:lnTo>
                <a:lnTo>
                  <a:pt x="615" y="425"/>
                </a:lnTo>
                <a:lnTo>
                  <a:pt x="617" y="413"/>
                </a:lnTo>
                <a:lnTo>
                  <a:pt x="619" y="401"/>
                </a:lnTo>
                <a:lnTo>
                  <a:pt x="619" y="389"/>
                </a:lnTo>
                <a:lnTo>
                  <a:pt x="619" y="389"/>
                </a:lnTo>
                <a:lnTo>
                  <a:pt x="619" y="387"/>
                </a:lnTo>
                <a:lnTo>
                  <a:pt x="619" y="387"/>
                </a:lnTo>
                <a:lnTo>
                  <a:pt x="619" y="387"/>
                </a:lnTo>
                <a:lnTo>
                  <a:pt x="617" y="375"/>
                </a:lnTo>
                <a:lnTo>
                  <a:pt x="615" y="362"/>
                </a:lnTo>
                <a:lnTo>
                  <a:pt x="611" y="352"/>
                </a:lnTo>
                <a:lnTo>
                  <a:pt x="605" y="342"/>
                </a:lnTo>
                <a:lnTo>
                  <a:pt x="599" y="332"/>
                </a:lnTo>
                <a:lnTo>
                  <a:pt x="591" y="322"/>
                </a:lnTo>
                <a:lnTo>
                  <a:pt x="573" y="306"/>
                </a:lnTo>
                <a:lnTo>
                  <a:pt x="573" y="306"/>
                </a:lnTo>
                <a:lnTo>
                  <a:pt x="563" y="300"/>
                </a:lnTo>
                <a:lnTo>
                  <a:pt x="550" y="294"/>
                </a:lnTo>
                <a:lnTo>
                  <a:pt x="538" y="288"/>
                </a:lnTo>
                <a:lnTo>
                  <a:pt x="526" y="283"/>
                </a:lnTo>
                <a:lnTo>
                  <a:pt x="512" y="279"/>
                </a:lnTo>
                <a:lnTo>
                  <a:pt x="498" y="277"/>
                </a:lnTo>
                <a:lnTo>
                  <a:pt x="484" y="277"/>
                </a:lnTo>
                <a:lnTo>
                  <a:pt x="469" y="277"/>
                </a:lnTo>
                <a:lnTo>
                  <a:pt x="469" y="277"/>
                </a:lnTo>
                <a:lnTo>
                  <a:pt x="467" y="277"/>
                </a:lnTo>
                <a:lnTo>
                  <a:pt x="467" y="277"/>
                </a:lnTo>
                <a:lnTo>
                  <a:pt x="467" y="277"/>
                </a:lnTo>
                <a:lnTo>
                  <a:pt x="447" y="279"/>
                </a:lnTo>
                <a:lnTo>
                  <a:pt x="427" y="285"/>
                </a:lnTo>
                <a:lnTo>
                  <a:pt x="407" y="292"/>
                </a:lnTo>
                <a:lnTo>
                  <a:pt x="388" y="298"/>
                </a:lnTo>
                <a:lnTo>
                  <a:pt x="370" y="308"/>
                </a:lnTo>
                <a:lnTo>
                  <a:pt x="354" y="318"/>
                </a:lnTo>
                <a:lnTo>
                  <a:pt x="340" y="330"/>
                </a:lnTo>
                <a:lnTo>
                  <a:pt x="326" y="342"/>
                </a:lnTo>
                <a:lnTo>
                  <a:pt x="326" y="342"/>
                </a:lnTo>
                <a:lnTo>
                  <a:pt x="314" y="356"/>
                </a:lnTo>
                <a:lnTo>
                  <a:pt x="303" y="371"/>
                </a:lnTo>
                <a:lnTo>
                  <a:pt x="293" y="387"/>
                </a:lnTo>
                <a:lnTo>
                  <a:pt x="287" y="401"/>
                </a:lnTo>
                <a:lnTo>
                  <a:pt x="281" y="419"/>
                </a:lnTo>
                <a:lnTo>
                  <a:pt x="277" y="435"/>
                </a:lnTo>
                <a:lnTo>
                  <a:pt x="275" y="454"/>
                </a:lnTo>
                <a:lnTo>
                  <a:pt x="277" y="470"/>
                </a:lnTo>
                <a:lnTo>
                  <a:pt x="277" y="470"/>
                </a:lnTo>
                <a:lnTo>
                  <a:pt x="277" y="472"/>
                </a:lnTo>
                <a:lnTo>
                  <a:pt x="277" y="472"/>
                </a:lnTo>
                <a:lnTo>
                  <a:pt x="277" y="472"/>
                </a:lnTo>
                <a:lnTo>
                  <a:pt x="279" y="490"/>
                </a:lnTo>
                <a:lnTo>
                  <a:pt x="283" y="506"/>
                </a:lnTo>
                <a:lnTo>
                  <a:pt x="289" y="522"/>
                </a:lnTo>
                <a:lnTo>
                  <a:pt x="297" y="537"/>
                </a:lnTo>
                <a:lnTo>
                  <a:pt x="305" y="553"/>
                </a:lnTo>
                <a:lnTo>
                  <a:pt x="318" y="565"/>
                </a:lnTo>
                <a:lnTo>
                  <a:pt x="330" y="577"/>
                </a:lnTo>
                <a:lnTo>
                  <a:pt x="342" y="589"/>
                </a:lnTo>
                <a:lnTo>
                  <a:pt x="342" y="589"/>
                </a:lnTo>
                <a:lnTo>
                  <a:pt x="358" y="599"/>
                </a:lnTo>
                <a:lnTo>
                  <a:pt x="374" y="607"/>
                </a:lnTo>
                <a:lnTo>
                  <a:pt x="391" y="615"/>
                </a:lnTo>
                <a:lnTo>
                  <a:pt x="409" y="622"/>
                </a:lnTo>
                <a:lnTo>
                  <a:pt x="429" y="626"/>
                </a:lnTo>
                <a:lnTo>
                  <a:pt x="447" y="630"/>
                </a:lnTo>
                <a:lnTo>
                  <a:pt x="467" y="630"/>
                </a:lnTo>
                <a:lnTo>
                  <a:pt x="490" y="630"/>
                </a:lnTo>
                <a:lnTo>
                  <a:pt x="490" y="630"/>
                </a:lnTo>
                <a:lnTo>
                  <a:pt x="492" y="630"/>
                </a:lnTo>
                <a:lnTo>
                  <a:pt x="492" y="630"/>
                </a:lnTo>
                <a:lnTo>
                  <a:pt x="500" y="630"/>
                </a:lnTo>
                <a:lnTo>
                  <a:pt x="506" y="632"/>
                </a:lnTo>
                <a:lnTo>
                  <a:pt x="514" y="634"/>
                </a:lnTo>
                <a:lnTo>
                  <a:pt x="520" y="638"/>
                </a:lnTo>
                <a:lnTo>
                  <a:pt x="524" y="644"/>
                </a:lnTo>
                <a:lnTo>
                  <a:pt x="528" y="650"/>
                </a:lnTo>
                <a:lnTo>
                  <a:pt x="530" y="656"/>
                </a:lnTo>
                <a:lnTo>
                  <a:pt x="532" y="664"/>
                </a:lnTo>
                <a:lnTo>
                  <a:pt x="532" y="664"/>
                </a:lnTo>
                <a:lnTo>
                  <a:pt x="532" y="672"/>
                </a:lnTo>
                <a:lnTo>
                  <a:pt x="530" y="678"/>
                </a:lnTo>
                <a:lnTo>
                  <a:pt x="528" y="686"/>
                </a:lnTo>
                <a:lnTo>
                  <a:pt x="522" y="690"/>
                </a:lnTo>
                <a:lnTo>
                  <a:pt x="518" y="696"/>
                </a:lnTo>
                <a:lnTo>
                  <a:pt x="512" y="700"/>
                </a:lnTo>
                <a:lnTo>
                  <a:pt x="506" y="702"/>
                </a:lnTo>
                <a:lnTo>
                  <a:pt x="498" y="705"/>
                </a:lnTo>
                <a:lnTo>
                  <a:pt x="494" y="705"/>
                </a:lnTo>
                <a:lnTo>
                  <a:pt x="494" y="705"/>
                </a:lnTo>
                <a:lnTo>
                  <a:pt x="494" y="705"/>
                </a:lnTo>
                <a:lnTo>
                  <a:pt x="494" y="705"/>
                </a:lnTo>
                <a:lnTo>
                  <a:pt x="467" y="705"/>
                </a:lnTo>
                <a:lnTo>
                  <a:pt x="439" y="702"/>
                </a:lnTo>
                <a:lnTo>
                  <a:pt x="413" y="698"/>
                </a:lnTo>
                <a:lnTo>
                  <a:pt x="388" y="692"/>
                </a:lnTo>
                <a:lnTo>
                  <a:pt x="364" y="684"/>
                </a:lnTo>
                <a:lnTo>
                  <a:pt x="340" y="674"/>
                </a:lnTo>
                <a:lnTo>
                  <a:pt x="318" y="662"/>
                </a:lnTo>
                <a:lnTo>
                  <a:pt x="297" y="648"/>
                </a:lnTo>
                <a:lnTo>
                  <a:pt x="297" y="648"/>
                </a:lnTo>
                <a:lnTo>
                  <a:pt x="279" y="632"/>
                </a:lnTo>
                <a:lnTo>
                  <a:pt x="261" y="613"/>
                </a:lnTo>
                <a:lnTo>
                  <a:pt x="245" y="595"/>
                </a:lnTo>
                <a:lnTo>
                  <a:pt x="233" y="573"/>
                </a:lnTo>
                <a:lnTo>
                  <a:pt x="220" y="553"/>
                </a:lnTo>
                <a:lnTo>
                  <a:pt x="212" y="528"/>
                </a:lnTo>
                <a:lnTo>
                  <a:pt x="206" y="504"/>
                </a:lnTo>
                <a:lnTo>
                  <a:pt x="202" y="478"/>
                </a:lnTo>
                <a:lnTo>
                  <a:pt x="202" y="478"/>
                </a:lnTo>
                <a:lnTo>
                  <a:pt x="202" y="478"/>
                </a:lnTo>
                <a:lnTo>
                  <a:pt x="202" y="476"/>
                </a:lnTo>
                <a:lnTo>
                  <a:pt x="202" y="476"/>
                </a:lnTo>
                <a:lnTo>
                  <a:pt x="202" y="476"/>
                </a:lnTo>
                <a:lnTo>
                  <a:pt x="202" y="476"/>
                </a:lnTo>
                <a:lnTo>
                  <a:pt x="202" y="449"/>
                </a:lnTo>
                <a:lnTo>
                  <a:pt x="204" y="425"/>
                </a:lnTo>
                <a:lnTo>
                  <a:pt x="208" y="401"/>
                </a:lnTo>
                <a:lnTo>
                  <a:pt x="216" y="377"/>
                </a:lnTo>
                <a:lnTo>
                  <a:pt x="227" y="352"/>
                </a:lnTo>
                <a:lnTo>
                  <a:pt x="241" y="332"/>
                </a:lnTo>
                <a:lnTo>
                  <a:pt x="255" y="310"/>
                </a:lnTo>
                <a:lnTo>
                  <a:pt x="271" y="292"/>
                </a:lnTo>
                <a:lnTo>
                  <a:pt x="271" y="292"/>
                </a:lnTo>
                <a:lnTo>
                  <a:pt x="291" y="273"/>
                </a:lnTo>
                <a:lnTo>
                  <a:pt x="312" y="257"/>
                </a:lnTo>
                <a:lnTo>
                  <a:pt x="332" y="243"/>
                </a:lnTo>
                <a:lnTo>
                  <a:pt x="356" y="231"/>
                </a:lnTo>
                <a:lnTo>
                  <a:pt x="380" y="221"/>
                </a:lnTo>
                <a:lnTo>
                  <a:pt x="407" y="213"/>
                </a:lnTo>
                <a:lnTo>
                  <a:pt x="433" y="207"/>
                </a:lnTo>
                <a:lnTo>
                  <a:pt x="461" y="203"/>
                </a:lnTo>
                <a:lnTo>
                  <a:pt x="461" y="203"/>
                </a:lnTo>
                <a:lnTo>
                  <a:pt x="461" y="203"/>
                </a:lnTo>
                <a:lnTo>
                  <a:pt x="463" y="203"/>
                </a:lnTo>
                <a:lnTo>
                  <a:pt x="463" y="203"/>
                </a:lnTo>
                <a:lnTo>
                  <a:pt x="463" y="203"/>
                </a:lnTo>
                <a:lnTo>
                  <a:pt x="463" y="203"/>
                </a:lnTo>
                <a:lnTo>
                  <a:pt x="486" y="203"/>
                </a:lnTo>
                <a:lnTo>
                  <a:pt x="506" y="205"/>
                </a:lnTo>
                <a:lnTo>
                  <a:pt x="528" y="207"/>
                </a:lnTo>
                <a:lnTo>
                  <a:pt x="548" y="213"/>
                </a:lnTo>
                <a:lnTo>
                  <a:pt x="567" y="219"/>
                </a:lnTo>
                <a:lnTo>
                  <a:pt x="585" y="227"/>
                </a:lnTo>
                <a:lnTo>
                  <a:pt x="601" y="237"/>
                </a:lnTo>
                <a:lnTo>
                  <a:pt x="617" y="247"/>
                </a:lnTo>
                <a:lnTo>
                  <a:pt x="617" y="247"/>
                </a:lnTo>
                <a:lnTo>
                  <a:pt x="633" y="259"/>
                </a:lnTo>
                <a:lnTo>
                  <a:pt x="648" y="273"/>
                </a:lnTo>
                <a:lnTo>
                  <a:pt x="660" y="290"/>
                </a:lnTo>
                <a:lnTo>
                  <a:pt x="670" y="306"/>
                </a:lnTo>
                <a:lnTo>
                  <a:pt x="678" y="324"/>
                </a:lnTo>
                <a:lnTo>
                  <a:pt x="686" y="342"/>
                </a:lnTo>
                <a:lnTo>
                  <a:pt x="690" y="360"/>
                </a:lnTo>
                <a:lnTo>
                  <a:pt x="694" y="381"/>
                </a:lnTo>
                <a:lnTo>
                  <a:pt x="694" y="381"/>
                </a:lnTo>
                <a:lnTo>
                  <a:pt x="694" y="381"/>
                </a:lnTo>
                <a:lnTo>
                  <a:pt x="694" y="383"/>
                </a:lnTo>
                <a:lnTo>
                  <a:pt x="694" y="383"/>
                </a:lnTo>
                <a:lnTo>
                  <a:pt x="694" y="383"/>
                </a:lnTo>
                <a:lnTo>
                  <a:pt x="694" y="383"/>
                </a:lnTo>
                <a:lnTo>
                  <a:pt x="694" y="403"/>
                </a:lnTo>
                <a:lnTo>
                  <a:pt x="692" y="423"/>
                </a:lnTo>
                <a:lnTo>
                  <a:pt x="688" y="443"/>
                </a:lnTo>
                <a:lnTo>
                  <a:pt x="682" y="462"/>
                </a:lnTo>
                <a:lnTo>
                  <a:pt x="674" y="480"/>
                </a:lnTo>
                <a:lnTo>
                  <a:pt x="664" y="498"/>
                </a:lnTo>
                <a:lnTo>
                  <a:pt x="652" y="514"/>
                </a:lnTo>
                <a:lnTo>
                  <a:pt x="637" y="528"/>
                </a:lnTo>
                <a:lnTo>
                  <a:pt x="637" y="528"/>
                </a:lnTo>
                <a:lnTo>
                  <a:pt x="623" y="543"/>
                </a:lnTo>
                <a:lnTo>
                  <a:pt x="607" y="555"/>
                </a:lnTo>
                <a:lnTo>
                  <a:pt x="591" y="565"/>
                </a:lnTo>
                <a:lnTo>
                  <a:pt x="573" y="575"/>
                </a:lnTo>
                <a:lnTo>
                  <a:pt x="552" y="583"/>
                </a:lnTo>
                <a:lnTo>
                  <a:pt x="532" y="589"/>
                </a:lnTo>
                <a:lnTo>
                  <a:pt x="512" y="595"/>
                </a:lnTo>
                <a:lnTo>
                  <a:pt x="490" y="597"/>
                </a:lnTo>
                <a:lnTo>
                  <a:pt x="490" y="597"/>
                </a:lnTo>
                <a:lnTo>
                  <a:pt x="490" y="597"/>
                </a:lnTo>
                <a:lnTo>
                  <a:pt x="488" y="597"/>
                </a:lnTo>
                <a:lnTo>
                  <a:pt x="488" y="597"/>
                </a:lnTo>
                <a:lnTo>
                  <a:pt x="488" y="597"/>
                </a:lnTo>
                <a:lnTo>
                  <a:pt x="488" y="597"/>
                </a:lnTo>
                <a:lnTo>
                  <a:pt x="474" y="597"/>
                </a:lnTo>
                <a:lnTo>
                  <a:pt x="457" y="597"/>
                </a:lnTo>
                <a:lnTo>
                  <a:pt x="443" y="595"/>
                </a:lnTo>
                <a:lnTo>
                  <a:pt x="429" y="591"/>
                </a:lnTo>
                <a:lnTo>
                  <a:pt x="415" y="587"/>
                </a:lnTo>
                <a:lnTo>
                  <a:pt x="401" y="581"/>
                </a:lnTo>
                <a:lnTo>
                  <a:pt x="388" y="573"/>
                </a:lnTo>
                <a:lnTo>
                  <a:pt x="378" y="565"/>
                </a:lnTo>
                <a:lnTo>
                  <a:pt x="378" y="565"/>
                </a:lnTo>
                <a:lnTo>
                  <a:pt x="366" y="557"/>
                </a:lnTo>
                <a:lnTo>
                  <a:pt x="356" y="547"/>
                </a:lnTo>
                <a:lnTo>
                  <a:pt x="348" y="534"/>
                </a:lnTo>
                <a:lnTo>
                  <a:pt x="340" y="522"/>
                </a:lnTo>
                <a:lnTo>
                  <a:pt x="334" y="510"/>
                </a:lnTo>
                <a:lnTo>
                  <a:pt x="328" y="496"/>
                </a:lnTo>
                <a:lnTo>
                  <a:pt x="324" y="482"/>
                </a:lnTo>
                <a:lnTo>
                  <a:pt x="322" y="468"/>
                </a:lnTo>
                <a:lnTo>
                  <a:pt x="322" y="468"/>
                </a:lnTo>
                <a:lnTo>
                  <a:pt x="322" y="468"/>
                </a:lnTo>
                <a:lnTo>
                  <a:pt x="322" y="466"/>
                </a:lnTo>
                <a:lnTo>
                  <a:pt x="322" y="466"/>
                </a:lnTo>
                <a:lnTo>
                  <a:pt x="322" y="466"/>
                </a:lnTo>
                <a:lnTo>
                  <a:pt x="322" y="466"/>
                </a:lnTo>
                <a:lnTo>
                  <a:pt x="322" y="451"/>
                </a:lnTo>
                <a:lnTo>
                  <a:pt x="324" y="437"/>
                </a:lnTo>
                <a:lnTo>
                  <a:pt x="326" y="421"/>
                </a:lnTo>
                <a:lnTo>
                  <a:pt x="332" y="409"/>
                </a:lnTo>
                <a:lnTo>
                  <a:pt x="336" y="395"/>
                </a:lnTo>
                <a:lnTo>
                  <a:pt x="344" y="383"/>
                </a:lnTo>
                <a:lnTo>
                  <a:pt x="352" y="371"/>
                </a:lnTo>
                <a:lnTo>
                  <a:pt x="362" y="360"/>
                </a:lnTo>
                <a:lnTo>
                  <a:pt x="362" y="360"/>
                </a:lnTo>
                <a:lnTo>
                  <a:pt x="372" y="350"/>
                </a:lnTo>
                <a:lnTo>
                  <a:pt x="384" y="340"/>
                </a:lnTo>
                <a:lnTo>
                  <a:pt x="397" y="332"/>
                </a:lnTo>
                <a:lnTo>
                  <a:pt x="409" y="326"/>
                </a:lnTo>
                <a:lnTo>
                  <a:pt x="423" y="320"/>
                </a:lnTo>
                <a:lnTo>
                  <a:pt x="439" y="316"/>
                </a:lnTo>
                <a:lnTo>
                  <a:pt x="453" y="312"/>
                </a:lnTo>
                <a:lnTo>
                  <a:pt x="469" y="310"/>
                </a:lnTo>
                <a:lnTo>
                  <a:pt x="469" y="310"/>
                </a:lnTo>
                <a:lnTo>
                  <a:pt x="469" y="310"/>
                </a:lnTo>
                <a:lnTo>
                  <a:pt x="469" y="310"/>
                </a:lnTo>
                <a:lnTo>
                  <a:pt x="469" y="310"/>
                </a:lnTo>
                <a:lnTo>
                  <a:pt x="469" y="310"/>
                </a:lnTo>
                <a:lnTo>
                  <a:pt x="469" y="310"/>
                </a:lnTo>
                <a:lnTo>
                  <a:pt x="490" y="310"/>
                </a:lnTo>
                <a:lnTo>
                  <a:pt x="506" y="314"/>
                </a:lnTo>
                <a:lnTo>
                  <a:pt x="524" y="320"/>
                </a:lnTo>
                <a:lnTo>
                  <a:pt x="538" y="330"/>
                </a:lnTo>
                <a:lnTo>
                  <a:pt x="538" y="330"/>
                </a:lnTo>
                <a:lnTo>
                  <a:pt x="552" y="342"/>
                </a:lnTo>
                <a:lnTo>
                  <a:pt x="563" y="356"/>
                </a:lnTo>
                <a:lnTo>
                  <a:pt x="569" y="373"/>
                </a:lnTo>
                <a:lnTo>
                  <a:pt x="573" y="393"/>
                </a:lnTo>
                <a:lnTo>
                  <a:pt x="573" y="393"/>
                </a:lnTo>
                <a:lnTo>
                  <a:pt x="573" y="393"/>
                </a:lnTo>
                <a:lnTo>
                  <a:pt x="573" y="393"/>
                </a:lnTo>
                <a:lnTo>
                  <a:pt x="573" y="393"/>
                </a:lnTo>
                <a:lnTo>
                  <a:pt x="573" y="393"/>
                </a:lnTo>
                <a:lnTo>
                  <a:pt x="573" y="393"/>
                </a:lnTo>
                <a:lnTo>
                  <a:pt x="573" y="411"/>
                </a:lnTo>
                <a:lnTo>
                  <a:pt x="567" y="429"/>
                </a:lnTo>
                <a:lnTo>
                  <a:pt x="559" y="445"/>
                </a:lnTo>
                <a:lnTo>
                  <a:pt x="548" y="460"/>
                </a:lnTo>
                <a:lnTo>
                  <a:pt x="548" y="460"/>
                </a:lnTo>
                <a:lnTo>
                  <a:pt x="534" y="472"/>
                </a:lnTo>
                <a:lnTo>
                  <a:pt x="518" y="482"/>
                </a:lnTo>
                <a:lnTo>
                  <a:pt x="502" y="488"/>
                </a:lnTo>
                <a:lnTo>
                  <a:pt x="484" y="490"/>
                </a:lnTo>
                <a:lnTo>
                  <a:pt x="484" y="490"/>
                </a:lnTo>
                <a:close/>
                <a:moveTo>
                  <a:pt x="688" y="279"/>
                </a:moveTo>
                <a:lnTo>
                  <a:pt x="688" y="279"/>
                </a:lnTo>
                <a:lnTo>
                  <a:pt x="700" y="298"/>
                </a:lnTo>
                <a:lnTo>
                  <a:pt x="712" y="318"/>
                </a:lnTo>
                <a:lnTo>
                  <a:pt x="723" y="338"/>
                </a:lnTo>
                <a:lnTo>
                  <a:pt x="731" y="358"/>
                </a:lnTo>
                <a:lnTo>
                  <a:pt x="731" y="358"/>
                </a:lnTo>
                <a:lnTo>
                  <a:pt x="749" y="354"/>
                </a:lnTo>
                <a:lnTo>
                  <a:pt x="765" y="348"/>
                </a:lnTo>
                <a:lnTo>
                  <a:pt x="777" y="342"/>
                </a:lnTo>
                <a:lnTo>
                  <a:pt x="787" y="334"/>
                </a:lnTo>
                <a:lnTo>
                  <a:pt x="795" y="328"/>
                </a:lnTo>
                <a:lnTo>
                  <a:pt x="803" y="320"/>
                </a:lnTo>
                <a:lnTo>
                  <a:pt x="814" y="304"/>
                </a:lnTo>
                <a:lnTo>
                  <a:pt x="824" y="290"/>
                </a:lnTo>
                <a:lnTo>
                  <a:pt x="834" y="277"/>
                </a:lnTo>
                <a:lnTo>
                  <a:pt x="840" y="271"/>
                </a:lnTo>
                <a:lnTo>
                  <a:pt x="846" y="265"/>
                </a:lnTo>
                <a:lnTo>
                  <a:pt x="856" y="261"/>
                </a:lnTo>
                <a:lnTo>
                  <a:pt x="868" y="257"/>
                </a:lnTo>
                <a:lnTo>
                  <a:pt x="868" y="257"/>
                </a:lnTo>
                <a:lnTo>
                  <a:pt x="846" y="243"/>
                </a:lnTo>
                <a:lnTo>
                  <a:pt x="824" y="233"/>
                </a:lnTo>
                <a:lnTo>
                  <a:pt x="801" y="227"/>
                </a:lnTo>
                <a:lnTo>
                  <a:pt x="791" y="225"/>
                </a:lnTo>
                <a:lnTo>
                  <a:pt x="781" y="225"/>
                </a:lnTo>
                <a:lnTo>
                  <a:pt x="769" y="227"/>
                </a:lnTo>
                <a:lnTo>
                  <a:pt x="757" y="229"/>
                </a:lnTo>
                <a:lnTo>
                  <a:pt x="747" y="233"/>
                </a:lnTo>
                <a:lnTo>
                  <a:pt x="735" y="239"/>
                </a:lnTo>
                <a:lnTo>
                  <a:pt x="723" y="247"/>
                </a:lnTo>
                <a:lnTo>
                  <a:pt x="712" y="255"/>
                </a:lnTo>
                <a:lnTo>
                  <a:pt x="700" y="267"/>
                </a:lnTo>
                <a:lnTo>
                  <a:pt x="688" y="279"/>
                </a:lnTo>
                <a:lnTo>
                  <a:pt x="688" y="279"/>
                </a:lnTo>
                <a:close/>
                <a:moveTo>
                  <a:pt x="569" y="188"/>
                </a:moveTo>
                <a:lnTo>
                  <a:pt x="569" y="188"/>
                </a:lnTo>
                <a:lnTo>
                  <a:pt x="589" y="196"/>
                </a:lnTo>
                <a:lnTo>
                  <a:pt x="607" y="209"/>
                </a:lnTo>
                <a:lnTo>
                  <a:pt x="627" y="221"/>
                </a:lnTo>
                <a:lnTo>
                  <a:pt x="646" y="235"/>
                </a:lnTo>
                <a:lnTo>
                  <a:pt x="646" y="235"/>
                </a:lnTo>
                <a:lnTo>
                  <a:pt x="658" y="221"/>
                </a:lnTo>
                <a:lnTo>
                  <a:pt x="668" y="209"/>
                </a:lnTo>
                <a:lnTo>
                  <a:pt x="676" y="196"/>
                </a:lnTo>
                <a:lnTo>
                  <a:pt x="682" y="186"/>
                </a:lnTo>
                <a:lnTo>
                  <a:pt x="686" y="174"/>
                </a:lnTo>
                <a:lnTo>
                  <a:pt x="688" y="164"/>
                </a:lnTo>
                <a:lnTo>
                  <a:pt x="690" y="146"/>
                </a:lnTo>
                <a:lnTo>
                  <a:pt x="690" y="130"/>
                </a:lnTo>
                <a:lnTo>
                  <a:pt x="692" y="111"/>
                </a:lnTo>
                <a:lnTo>
                  <a:pt x="694" y="103"/>
                </a:lnTo>
                <a:lnTo>
                  <a:pt x="698" y="95"/>
                </a:lnTo>
                <a:lnTo>
                  <a:pt x="704" y="87"/>
                </a:lnTo>
                <a:lnTo>
                  <a:pt x="712" y="77"/>
                </a:lnTo>
                <a:lnTo>
                  <a:pt x="712" y="77"/>
                </a:lnTo>
                <a:lnTo>
                  <a:pt x="686" y="77"/>
                </a:lnTo>
                <a:lnTo>
                  <a:pt x="664" y="79"/>
                </a:lnTo>
                <a:lnTo>
                  <a:pt x="642" y="85"/>
                </a:lnTo>
                <a:lnTo>
                  <a:pt x="631" y="89"/>
                </a:lnTo>
                <a:lnTo>
                  <a:pt x="621" y="93"/>
                </a:lnTo>
                <a:lnTo>
                  <a:pt x="611" y="101"/>
                </a:lnTo>
                <a:lnTo>
                  <a:pt x="603" y="107"/>
                </a:lnTo>
                <a:lnTo>
                  <a:pt x="595" y="117"/>
                </a:lnTo>
                <a:lnTo>
                  <a:pt x="589" y="128"/>
                </a:lnTo>
                <a:lnTo>
                  <a:pt x="583" y="140"/>
                </a:lnTo>
                <a:lnTo>
                  <a:pt x="577" y="154"/>
                </a:lnTo>
                <a:lnTo>
                  <a:pt x="573" y="170"/>
                </a:lnTo>
                <a:lnTo>
                  <a:pt x="569" y="188"/>
                </a:lnTo>
                <a:lnTo>
                  <a:pt x="569" y="188"/>
                </a:lnTo>
                <a:close/>
                <a:moveTo>
                  <a:pt x="419" y="168"/>
                </a:moveTo>
                <a:lnTo>
                  <a:pt x="419" y="168"/>
                </a:lnTo>
                <a:lnTo>
                  <a:pt x="441" y="166"/>
                </a:lnTo>
                <a:lnTo>
                  <a:pt x="463" y="166"/>
                </a:lnTo>
                <a:lnTo>
                  <a:pt x="486" y="166"/>
                </a:lnTo>
                <a:lnTo>
                  <a:pt x="508" y="170"/>
                </a:lnTo>
                <a:lnTo>
                  <a:pt x="508" y="170"/>
                </a:lnTo>
                <a:lnTo>
                  <a:pt x="512" y="152"/>
                </a:lnTo>
                <a:lnTo>
                  <a:pt x="516" y="136"/>
                </a:lnTo>
                <a:lnTo>
                  <a:pt x="516" y="122"/>
                </a:lnTo>
                <a:lnTo>
                  <a:pt x="516" y="109"/>
                </a:lnTo>
                <a:lnTo>
                  <a:pt x="514" y="97"/>
                </a:lnTo>
                <a:lnTo>
                  <a:pt x="510" y="87"/>
                </a:lnTo>
                <a:lnTo>
                  <a:pt x="502" y="71"/>
                </a:lnTo>
                <a:lnTo>
                  <a:pt x="494" y="55"/>
                </a:lnTo>
                <a:lnTo>
                  <a:pt x="488" y="41"/>
                </a:lnTo>
                <a:lnTo>
                  <a:pt x="486" y="30"/>
                </a:lnTo>
                <a:lnTo>
                  <a:pt x="486" y="22"/>
                </a:lnTo>
                <a:lnTo>
                  <a:pt x="486" y="12"/>
                </a:lnTo>
                <a:lnTo>
                  <a:pt x="488" y="0"/>
                </a:lnTo>
                <a:lnTo>
                  <a:pt x="488" y="0"/>
                </a:lnTo>
                <a:lnTo>
                  <a:pt x="465" y="12"/>
                </a:lnTo>
                <a:lnTo>
                  <a:pt x="445" y="26"/>
                </a:lnTo>
                <a:lnTo>
                  <a:pt x="429" y="41"/>
                </a:lnTo>
                <a:lnTo>
                  <a:pt x="423" y="51"/>
                </a:lnTo>
                <a:lnTo>
                  <a:pt x="417" y="61"/>
                </a:lnTo>
                <a:lnTo>
                  <a:pt x="413" y="71"/>
                </a:lnTo>
                <a:lnTo>
                  <a:pt x="409" y="81"/>
                </a:lnTo>
                <a:lnTo>
                  <a:pt x="407" y="93"/>
                </a:lnTo>
                <a:lnTo>
                  <a:pt x="407" y="105"/>
                </a:lnTo>
                <a:lnTo>
                  <a:pt x="407" y="120"/>
                </a:lnTo>
                <a:lnTo>
                  <a:pt x="409" y="134"/>
                </a:lnTo>
                <a:lnTo>
                  <a:pt x="413" y="150"/>
                </a:lnTo>
                <a:lnTo>
                  <a:pt x="419" y="168"/>
                </a:lnTo>
                <a:lnTo>
                  <a:pt x="419" y="168"/>
                </a:lnTo>
                <a:close/>
                <a:moveTo>
                  <a:pt x="279" y="225"/>
                </a:moveTo>
                <a:lnTo>
                  <a:pt x="279" y="225"/>
                </a:lnTo>
                <a:lnTo>
                  <a:pt x="297" y="213"/>
                </a:lnTo>
                <a:lnTo>
                  <a:pt x="316" y="200"/>
                </a:lnTo>
                <a:lnTo>
                  <a:pt x="336" y="190"/>
                </a:lnTo>
                <a:lnTo>
                  <a:pt x="358" y="182"/>
                </a:lnTo>
                <a:lnTo>
                  <a:pt x="358" y="182"/>
                </a:lnTo>
                <a:lnTo>
                  <a:pt x="352" y="164"/>
                </a:lnTo>
                <a:lnTo>
                  <a:pt x="346" y="148"/>
                </a:lnTo>
                <a:lnTo>
                  <a:pt x="340" y="136"/>
                </a:lnTo>
                <a:lnTo>
                  <a:pt x="334" y="126"/>
                </a:lnTo>
                <a:lnTo>
                  <a:pt x="326" y="117"/>
                </a:lnTo>
                <a:lnTo>
                  <a:pt x="318" y="109"/>
                </a:lnTo>
                <a:lnTo>
                  <a:pt x="303" y="99"/>
                </a:lnTo>
                <a:lnTo>
                  <a:pt x="289" y="89"/>
                </a:lnTo>
                <a:lnTo>
                  <a:pt x="275" y="79"/>
                </a:lnTo>
                <a:lnTo>
                  <a:pt x="269" y="73"/>
                </a:lnTo>
                <a:lnTo>
                  <a:pt x="263" y="65"/>
                </a:lnTo>
                <a:lnTo>
                  <a:pt x="259" y="57"/>
                </a:lnTo>
                <a:lnTo>
                  <a:pt x="255" y="45"/>
                </a:lnTo>
                <a:lnTo>
                  <a:pt x="255" y="45"/>
                </a:lnTo>
                <a:lnTo>
                  <a:pt x="243" y="67"/>
                </a:lnTo>
                <a:lnTo>
                  <a:pt x="233" y="89"/>
                </a:lnTo>
                <a:lnTo>
                  <a:pt x="225" y="109"/>
                </a:lnTo>
                <a:lnTo>
                  <a:pt x="225" y="122"/>
                </a:lnTo>
                <a:lnTo>
                  <a:pt x="225" y="132"/>
                </a:lnTo>
                <a:lnTo>
                  <a:pt x="225" y="144"/>
                </a:lnTo>
                <a:lnTo>
                  <a:pt x="227" y="154"/>
                </a:lnTo>
                <a:lnTo>
                  <a:pt x="231" y="166"/>
                </a:lnTo>
                <a:lnTo>
                  <a:pt x="237" y="178"/>
                </a:lnTo>
                <a:lnTo>
                  <a:pt x="245" y="190"/>
                </a:lnTo>
                <a:lnTo>
                  <a:pt x="255" y="200"/>
                </a:lnTo>
                <a:lnTo>
                  <a:pt x="265" y="213"/>
                </a:lnTo>
                <a:lnTo>
                  <a:pt x="279" y="225"/>
                </a:lnTo>
                <a:lnTo>
                  <a:pt x="279" y="225"/>
                </a:lnTo>
                <a:close/>
                <a:moveTo>
                  <a:pt x="186" y="344"/>
                </a:moveTo>
                <a:lnTo>
                  <a:pt x="186" y="344"/>
                </a:lnTo>
                <a:lnTo>
                  <a:pt x="196" y="324"/>
                </a:lnTo>
                <a:lnTo>
                  <a:pt x="206" y="304"/>
                </a:lnTo>
                <a:lnTo>
                  <a:pt x="218" y="285"/>
                </a:lnTo>
                <a:lnTo>
                  <a:pt x="233" y="267"/>
                </a:lnTo>
                <a:lnTo>
                  <a:pt x="233" y="267"/>
                </a:lnTo>
                <a:lnTo>
                  <a:pt x="218" y="255"/>
                </a:lnTo>
                <a:lnTo>
                  <a:pt x="206" y="245"/>
                </a:lnTo>
                <a:lnTo>
                  <a:pt x="194" y="237"/>
                </a:lnTo>
                <a:lnTo>
                  <a:pt x="184" y="231"/>
                </a:lnTo>
                <a:lnTo>
                  <a:pt x="174" y="227"/>
                </a:lnTo>
                <a:lnTo>
                  <a:pt x="164" y="225"/>
                </a:lnTo>
                <a:lnTo>
                  <a:pt x="146" y="223"/>
                </a:lnTo>
                <a:lnTo>
                  <a:pt x="127" y="223"/>
                </a:lnTo>
                <a:lnTo>
                  <a:pt x="111" y="221"/>
                </a:lnTo>
                <a:lnTo>
                  <a:pt x="103" y="219"/>
                </a:lnTo>
                <a:lnTo>
                  <a:pt x="93" y="215"/>
                </a:lnTo>
                <a:lnTo>
                  <a:pt x="85" y="209"/>
                </a:lnTo>
                <a:lnTo>
                  <a:pt x="77" y="200"/>
                </a:lnTo>
                <a:lnTo>
                  <a:pt x="77" y="200"/>
                </a:lnTo>
                <a:lnTo>
                  <a:pt x="75" y="227"/>
                </a:lnTo>
                <a:lnTo>
                  <a:pt x="77" y="249"/>
                </a:lnTo>
                <a:lnTo>
                  <a:pt x="83" y="271"/>
                </a:lnTo>
                <a:lnTo>
                  <a:pt x="87" y="281"/>
                </a:lnTo>
                <a:lnTo>
                  <a:pt x="93" y="292"/>
                </a:lnTo>
                <a:lnTo>
                  <a:pt x="99" y="302"/>
                </a:lnTo>
                <a:lnTo>
                  <a:pt x="107" y="310"/>
                </a:lnTo>
                <a:lnTo>
                  <a:pt x="115" y="318"/>
                </a:lnTo>
                <a:lnTo>
                  <a:pt x="127" y="324"/>
                </a:lnTo>
                <a:lnTo>
                  <a:pt x="140" y="330"/>
                </a:lnTo>
                <a:lnTo>
                  <a:pt x="154" y="336"/>
                </a:lnTo>
                <a:lnTo>
                  <a:pt x="168" y="340"/>
                </a:lnTo>
                <a:lnTo>
                  <a:pt x="186" y="344"/>
                </a:lnTo>
                <a:lnTo>
                  <a:pt x="186" y="344"/>
                </a:lnTo>
                <a:close/>
                <a:moveTo>
                  <a:pt x="166" y="494"/>
                </a:moveTo>
                <a:lnTo>
                  <a:pt x="166" y="494"/>
                </a:lnTo>
                <a:lnTo>
                  <a:pt x="164" y="472"/>
                </a:lnTo>
                <a:lnTo>
                  <a:pt x="164" y="449"/>
                </a:lnTo>
                <a:lnTo>
                  <a:pt x="166" y="427"/>
                </a:lnTo>
                <a:lnTo>
                  <a:pt x="168" y="405"/>
                </a:lnTo>
                <a:lnTo>
                  <a:pt x="168" y="405"/>
                </a:lnTo>
                <a:lnTo>
                  <a:pt x="150" y="399"/>
                </a:lnTo>
                <a:lnTo>
                  <a:pt x="133" y="397"/>
                </a:lnTo>
                <a:lnTo>
                  <a:pt x="119" y="397"/>
                </a:lnTo>
                <a:lnTo>
                  <a:pt x="107" y="397"/>
                </a:lnTo>
                <a:lnTo>
                  <a:pt x="97" y="399"/>
                </a:lnTo>
                <a:lnTo>
                  <a:pt x="87" y="403"/>
                </a:lnTo>
                <a:lnTo>
                  <a:pt x="69" y="409"/>
                </a:lnTo>
                <a:lnTo>
                  <a:pt x="54" y="419"/>
                </a:lnTo>
                <a:lnTo>
                  <a:pt x="38" y="425"/>
                </a:lnTo>
                <a:lnTo>
                  <a:pt x="30" y="427"/>
                </a:lnTo>
                <a:lnTo>
                  <a:pt x="20" y="427"/>
                </a:lnTo>
                <a:lnTo>
                  <a:pt x="10" y="427"/>
                </a:lnTo>
                <a:lnTo>
                  <a:pt x="0" y="425"/>
                </a:lnTo>
                <a:lnTo>
                  <a:pt x="0" y="425"/>
                </a:lnTo>
                <a:lnTo>
                  <a:pt x="10" y="447"/>
                </a:lnTo>
                <a:lnTo>
                  <a:pt x="24" y="466"/>
                </a:lnTo>
                <a:lnTo>
                  <a:pt x="40" y="484"/>
                </a:lnTo>
                <a:lnTo>
                  <a:pt x="48" y="490"/>
                </a:lnTo>
                <a:lnTo>
                  <a:pt x="59" y="496"/>
                </a:lnTo>
                <a:lnTo>
                  <a:pt x="69" y="500"/>
                </a:lnTo>
                <a:lnTo>
                  <a:pt x="79" y="504"/>
                </a:lnTo>
                <a:lnTo>
                  <a:pt x="91" y="506"/>
                </a:lnTo>
                <a:lnTo>
                  <a:pt x="105" y="506"/>
                </a:lnTo>
                <a:lnTo>
                  <a:pt x="119" y="506"/>
                </a:lnTo>
                <a:lnTo>
                  <a:pt x="133" y="504"/>
                </a:lnTo>
                <a:lnTo>
                  <a:pt x="150" y="500"/>
                </a:lnTo>
                <a:lnTo>
                  <a:pt x="166" y="494"/>
                </a:lnTo>
                <a:lnTo>
                  <a:pt x="166" y="494"/>
                </a:lnTo>
                <a:close/>
                <a:moveTo>
                  <a:pt x="225" y="634"/>
                </a:moveTo>
                <a:lnTo>
                  <a:pt x="225" y="634"/>
                </a:lnTo>
                <a:lnTo>
                  <a:pt x="210" y="615"/>
                </a:lnTo>
                <a:lnTo>
                  <a:pt x="198" y="597"/>
                </a:lnTo>
                <a:lnTo>
                  <a:pt x="188" y="577"/>
                </a:lnTo>
                <a:lnTo>
                  <a:pt x="180" y="555"/>
                </a:lnTo>
                <a:lnTo>
                  <a:pt x="180" y="555"/>
                </a:lnTo>
                <a:lnTo>
                  <a:pt x="162" y="561"/>
                </a:lnTo>
                <a:lnTo>
                  <a:pt x="148" y="567"/>
                </a:lnTo>
                <a:lnTo>
                  <a:pt x="135" y="573"/>
                </a:lnTo>
                <a:lnTo>
                  <a:pt x="125" y="579"/>
                </a:lnTo>
                <a:lnTo>
                  <a:pt x="115" y="587"/>
                </a:lnTo>
                <a:lnTo>
                  <a:pt x="109" y="593"/>
                </a:lnTo>
                <a:lnTo>
                  <a:pt x="97" y="609"/>
                </a:lnTo>
                <a:lnTo>
                  <a:pt x="89" y="624"/>
                </a:lnTo>
                <a:lnTo>
                  <a:pt x="79" y="638"/>
                </a:lnTo>
                <a:lnTo>
                  <a:pt x="73" y="644"/>
                </a:lnTo>
                <a:lnTo>
                  <a:pt x="65" y="650"/>
                </a:lnTo>
                <a:lnTo>
                  <a:pt x="54" y="654"/>
                </a:lnTo>
                <a:lnTo>
                  <a:pt x="44" y="658"/>
                </a:lnTo>
                <a:lnTo>
                  <a:pt x="44" y="658"/>
                </a:lnTo>
                <a:lnTo>
                  <a:pt x="65" y="670"/>
                </a:lnTo>
                <a:lnTo>
                  <a:pt x="87" y="680"/>
                </a:lnTo>
                <a:lnTo>
                  <a:pt x="109" y="688"/>
                </a:lnTo>
                <a:lnTo>
                  <a:pt x="119" y="688"/>
                </a:lnTo>
                <a:lnTo>
                  <a:pt x="131" y="688"/>
                </a:lnTo>
                <a:lnTo>
                  <a:pt x="142" y="688"/>
                </a:lnTo>
                <a:lnTo>
                  <a:pt x="154" y="686"/>
                </a:lnTo>
                <a:lnTo>
                  <a:pt x="166" y="682"/>
                </a:lnTo>
                <a:lnTo>
                  <a:pt x="176" y="676"/>
                </a:lnTo>
                <a:lnTo>
                  <a:pt x="188" y="668"/>
                </a:lnTo>
                <a:lnTo>
                  <a:pt x="200" y="658"/>
                </a:lnTo>
                <a:lnTo>
                  <a:pt x="212" y="648"/>
                </a:lnTo>
                <a:lnTo>
                  <a:pt x="225" y="634"/>
                </a:lnTo>
                <a:lnTo>
                  <a:pt x="225" y="634"/>
                </a:lnTo>
                <a:close/>
                <a:moveTo>
                  <a:pt x="344" y="727"/>
                </a:moveTo>
                <a:lnTo>
                  <a:pt x="344" y="727"/>
                </a:lnTo>
                <a:lnTo>
                  <a:pt x="324" y="717"/>
                </a:lnTo>
                <a:lnTo>
                  <a:pt x="303" y="707"/>
                </a:lnTo>
                <a:lnTo>
                  <a:pt x="285" y="694"/>
                </a:lnTo>
                <a:lnTo>
                  <a:pt x="267" y="680"/>
                </a:lnTo>
                <a:lnTo>
                  <a:pt x="267" y="680"/>
                </a:lnTo>
                <a:lnTo>
                  <a:pt x="253" y="692"/>
                </a:lnTo>
                <a:lnTo>
                  <a:pt x="243" y="707"/>
                </a:lnTo>
                <a:lnTo>
                  <a:pt x="235" y="717"/>
                </a:lnTo>
                <a:lnTo>
                  <a:pt x="231" y="729"/>
                </a:lnTo>
                <a:lnTo>
                  <a:pt x="227" y="739"/>
                </a:lnTo>
                <a:lnTo>
                  <a:pt x="225" y="749"/>
                </a:lnTo>
                <a:lnTo>
                  <a:pt x="223" y="767"/>
                </a:lnTo>
                <a:lnTo>
                  <a:pt x="220" y="785"/>
                </a:lnTo>
                <a:lnTo>
                  <a:pt x="218" y="802"/>
                </a:lnTo>
                <a:lnTo>
                  <a:pt x="216" y="810"/>
                </a:lnTo>
                <a:lnTo>
                  <a:pt x="212" y="818"/>
                </a:lnTo>
                <a:lnTo>
                  <a:pt x="206" y="828"/>
                </a:lnTo>
                <a:lnTo>
                  <a:pt x="198" y="836"/>
                </a:lnTo>
                <a:lnTo>
                  <a:pt x="198" y="836"/>
                </a:lnTo>
                <a:lnTo>
                  <a:pt x="225" y="836"/>
                </a:lnTo>
                <a:lnTo>
                  <a:pt x="249" y="836"/>
                </a:lnTo>
                <a:lnTo>
                  <a:pt x="271" y="830"/>
                </a:lnTo>
                <a:lnTo>
                  <a:pt x="281" y="826"/>
                </a:lnTo>
                <a:lnTo>
                  <a:pt x="291" y="820"/>
                </a:lnTo>
                <a:lnTo>
                  <a:pt x="299" y="814"/>
                </a:lnTo>
                <a:lnTo>
                  <a:pt x="308" y="806"/>
                </a:lnTo>
                <a:lnTo>
                  <a:pt x="316" y="796"/>
                </a:lnTo>
                <a:lnTo>
                  <a:pt x="324" y="785"/>
                </a:lnTo>
                <a:lnTo>
                  <a:pt x="330" y="773"/>
                </a:lnTo>
                <a:lnTo>
                  <a:pt x="334" y="759"/>
                </a:lnTo>
                <a:lnTo>
                  <a:pt x="340" y="745"/>
                </a:lnTo>
                <a:lnTo>
                  <a:pt x="344" y="727"/>
                </a:lnTo>
                <a:lnTo>
                  <a:pt x="344" y="727"/>
                </a:lnTo>
                <a:close/>
                <a:moveTo>
                  <a:pt x="494" y="747"/>
                </a:moveTo>
                <a:lnTo>
                  <a:pt x="494" y="747"/>
                </a:lnTo>
                <a:lnTo>
                  <a:pt x="471" y="749"/>
                </a:lnTo>
                <a:lnTo>
                  <a:pt x="447" y="749"/>
                </a:lnTo>
                <a:lnTo>
                  <a:pt x="425" y="747"/>
                </a:lnTo>
                <a:lnTo>
                  <a:pt x="403" y="745"/>
                </a:lnTo>
                <a:lnTo>
                  <a:pt x="403" y="745"/>
                </a:lnTo>
                <a:lnTo>
                  <a:pt x="399" y="763"/>
                </a:lnTo>
                <a:lnTo>
                  <a:pt x="397" y="779"/>
                </a:lnTo>
                <a:lnTo>
                  <a:pt x="395" y="794"/>
                </a:lnTo>
                <a:lnTo>
                  <a:pt x="397" y="806"/>
                </a:lnTo>
                <a:lnTo>
                  <a:pt x="399" y="816"/>
                </a:lnTo>
                <a:lnTo>
                  <a:pt x="401" y="826"/>
                </a:lnTo>
                <a:lnTo>
                  <a:pt x="409" y="842"/>
                </a:lnTo>
                <a:lnTo>
                  <a:pt x="417" y="858"/>
                </a:lnTo>
                <a:lnTo>
                  <a:pt x="423" y="875"/>
                </a:lnTo>
                <a:lnTo>
                  <a:pt x="425" y="883"/>
                </a:lnTo>
                <a:lnTo>
                  <a:pt x="427" y="893"/>
                </a:lnTo>
                <a:lnTo>
                  <a:pt x="425" y="903"/>
                </a:lnTo>
                <a:lnTo>
                  <a:pt x="423" y="913"/>
                </a:lnTo>
                <a:lnTo>
                  <a:pt x="423" y="913"/>
                </a:lnTo>
                <a:lnTo>
                  <a:pt x="445" y="901"/>
                </a:lnTo>
                <a:lnTo>
                  <a:pt x="465" y="889"/>
                </a:lnTo>
                <a:lnTo>
                  <a:pt x="482" y="873"/>
                </a:lnTo>
                <a:lnTo>
                  <a:pt x="488" y="864"/>
                </a:lnTo>
                <a:lnTo>
                  <a:pt x="494" y="854"/>
                </a:lnTo>
                <a:lnTo>
                  <a:pt x="500" y="844"/>
                </a:lnTo>
                <a:lnTo>
                  <a:pt x="502" y="832"/>
                </a:lnTo>
                <a:lnTo>
                  <a:pt x="504" y="822"/>
                </a:lnTo>
                <a:lnTo>
                  <a:pt x="506" y="808"/>
                </a:lnTo>
                <a:lnTo>
                  <a:pt x="504" y="794"/>
                </a:lnTo>
                <a:lnTo>
                  <a:pt x="502" y="779"/>
                </a:lnTo>
                <a:lnTo>
                  <a:pt x="498" y="763"/>
                </a:lnTo>
                <a:lnTo>
                  <a:pt x="494" y="747"/>
                </a:lnTo>
                <a:lnTo>
                  <a:pt x="494" y="747"/>
                </a:lnTo>
                <a:close/>
                <a:moveTo>
                  <a:pt x="631" y="674"/>
                </a:moveTo>
                <a:lnTo>
                  <a:pt x="631" y="674"/>
                </a:lnTo>
                <a:lnTo>
                  <a:pt x="613" y="686"/>
                </a:lnTo>
                <a:lnTo>
                  <a:pt x="593" y="698"/>
                </a:lnTo>
                <a:lnTo>
                  <a:pt x="573" y="709"/>
                </a:lnTo>
                <a:lnTo>
                  <a:pt x="552" y="719"/>
                </a:lnTo>
                <a:lnTo>
                  <a:pt x="552" y="719"/>
                </a:lnTo>
                <a:lnTo>
                  <a:pt x="557" y="735"/>
                </a:lnTo>
                <a:lnTo>
                  <a:pt x="563" y="751"/>
                </a:lnTo>
                <a:lnTo>
                  <a:pt x="569" y="763"/>
                </a:lnTo>
                <a:lnTo>
                  <a:pt x="577" y="773"/>
                </a:lnTo>
                <a:lnTo>
                  <a:pt x="583" y="781"/>
                </a:lnTo>
                <a:lnTo>
                  <a:pt x="591" y="790"/>
                </a:lnTo>
                <a:lnTo>
                  <a:pt x="607" y="800"/>
                </a:lnTo>
                <a:lnTo>
                  <a:pt x="621" y="810"/>
                </a:lnTo>
                <a:lnTo>
                  <a:pt x="635" y="820"/>
                </a:lnTo>
                <a:lnTo>
                  <a:pt x="642" y="826"/>
                </a:lnTo>
                <a:lnTo>
                  <a:pt x="646" y="834"/>
                </a:lnTo>
                <a:lnTo>
                  <a:pt x="650" y="842"/>
                </a:lnTo>
                <a:lnTo>
                  <a:pt x="654" y="854"/>
                </a:lnTo>
                <a:lnTo>
                  <a:pt x="654" y="854"/>
                </a:lnTo>
                <a:lnTo>
                  <a:pt x="668" y="832"/>
                </a:lnTo>
                <a:lnTo>
                  <a:pt x="678" y="812"/>
                </a:lnTo>
                <a:lnTo>
                  <a:pt x="684" y="790"/>
                </a:lnTo>
                <a:lnTo>
                  <a:pt x="686" y="777"/>
                </a:lnTo>
                <a:lnTo>
                  <a:pt x="686" y="767"/>
                </a:lnTo>
                <a:lnTo>
                  <a:pt x="684" y="755"/>
                </a:lnTo>
                <a:lnTo>
                  <a:pt x="682" y="745"/>
                </a:lnTo>
                <a:lnTo>
                  <a:pt x="678" y="733"/>
                </a:lnTo>
                <a:lnTo>
                  <a:pt x="672" y="721"/>
                </a:lnTo>
                <a:lnTo>
                  <a:pt x="666" y="711"/>
                </a:lnTo>
                <a:lnTo>
                  <a:pt x="656" y="698"/>
                </a:lnTo>
                <a:lnTo>
                  <a:pt x="644" y="686"/>
                </a:lnTo>
                <a:lnTo>
                  <a:pt x="631" y="674"/>
                </a:lnTo>
                <a:lnTo>
                  <a:pt x="631" y="674"/>
                </a:lnTo>
                <a:close/>
                <a:moveTo>
                  <a:pt x="716" y="553"/>
                </a:moveTo>
                <a:lnTo>
                  <a:pt x="716" y="553"/>
                </a:lnTo>
                <a:lnTo>
                  <a:pt x="708" y="573"/>
                </a:lnTo>
                <a:lnTo>
                  <a:pt x="696" y="593"/>
                </a:lnTo>
                <a:lnTo>
                  <a:pt x="684" y="611"/>
                </a:lnTo>
                <a:lnTo>
                  <a:pt x="670" y="630"/>
                </a:lnTo>
                <a:lnTo>
                  <a:pt x="670" y="630"/>
                </a:lnTo>
                <a:lnTo>
                  <a:pt x="684" y="644"/>
                </a:lnTo>
                <a:lnTo>
                  <a:pt x="696" y="654"/>
                </a:lnTo>
                <a:lnTo>
                  <a:pt x="708" y="660"/>
                </a:lnTo>
                <a:lnTo>
                  <a:pt x="718" y="666"/>
                </a:lnTo>
                <a:lnTo>
                  <a:pt x="729" y="670"/>
                </a:lnTo>
                <a:lnTo>
                  <a:pt x="739" y="672"/>
                </a:lnTo>
                <a:lnTo>
                  <a:pt x="759" y="674"/>
                </a:lnTo>
                <a:lnTo>
                  <a:pt x="775" y="674"/>
                </a:lnTo>
                <a:lnTo>
                  <a:pt x="793" y="676"/>
                </a:lnTo>
                <a:lnTo>
                  <a:pt x="801" y="680"/>
                </a:lnTo>
                <a:lnTo>
                  <a:pt x="810" y="684"/>
                </a:lnTo>
                <a:lnTo>
                  <a:pt x="818" y="688"/>
                </a:lnTo>
                <a:lnTo>
                  <a:pt x="826" y="696"/>
                </a:lnTo>
                <a:lnTo>
                  <a:pt x="826" y="696"/>
                </a:lnTo>
                <a:lnTo>
                  <a:pt x="828" y="672"/>
                </a:lnTo>
                <a:lnTo>
                  <a:pt x="826" y="648"/>
                </a:lnTo>
                <a:lnTo>
                  <a:pt x="820" y="626"/>
                </a:lnTo>
                <a:lnTo>
                  <a:pt x="816" y="615"/>
                </a:lnTo>
                <a:lnTo>
                  <a:pt x="812" y="605"/>
                </a:lnTo>
                <a:lnTo>
                  <a:pt x="803" y="597"/>
                </a:lnTo>
                <a:lnTo>
                  <a:pt x="795" y="587"/>
                </a:lnTo>
                <a:lnTo>
                  <a:pt x="787" y="581"/>
                </a:lnTo>
                <a:lnTo>
                  <a:pt x="777" y="573"/>
                </a:lnTo>
                <a:lnTo>
                  <a:pt x="765" y="567"/>
                </a:lnTo>
                <a:lnTo>
                  <a:pt x="751" y="561"/>
                </a:lnTo>
                <a:lnTo>
                  <a:pt x="735" y="557"/>
                </a:lnTo>
                <a:lnTo>
                  <a:pt x="716" y="553"/>
                </a:lnTo>
                <a:lnTo>
                  <a:pt x="716" y="55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0000" tIns="46800" rIns="90000" bIns="46800" numCol="1" anchor="t" anchorCtr="0" compatLnSpc="1">
            <a:normAutofit/>
          </a:bodyPr>
          <a:lstStyle/>
          <a:p>
            <a:pPr fontAlgn="base"/>
            <a:endParaRPr lang="zh-CN" altLang="en-US" sz="1350" strike="noStrike" noProof="1"/>
          </a:p>
        </p:txBody>
      </p:sp>
      <p:sp>
        <p:nvSpPr>
          <p:cNvPr id="55298" name="文本框 25"/>
          <p:cNvSpPr txBox="1"/>
          <p:nvPr>
            <p:custDataLst>
              <p:tags r:id="rId2"/>
            </p:custDataLst>
          </p:nvPr>
        </p:nvSpPr>
        <p:spPr>
          <a:xfrm>
            <a:off x="3795713" y="3908425"/>
            <a:ext cx="4967287" cy="1019175"/>
          </a:xfrm>
          <a:prstGeom prst="rect">
            <a:avLst/>
          </a:prstGeom>
          <a:noFill/>
          <a:ln w="9525">
            <a:noFill/>
          </a:ln>
        </p:spPr>
        <p:txBody>
          <a:bodyPr wrap="square" lIns="90000" tIns="46800" rIns="90000" bIns="46800" anchor="t" anchorCtr="0"/>
          <a:p>
            <a:pPr>
              <a:lnSpc>
                <a:spcPct val="90000"/>
              </a:lnSpc>
            </a:pPr>
            <a:r>
              <a:rPr lang="zh-CN" altLang="en-US" sz="1200" dirty="0">
                <a:solidFill>
                  <a:schemeClr val="bg1"/>
                </a:solidFill>
                <a:latin typeface="微软雅黑" panose="020B0503020204020204" charset="-122"/>
                <a:ea typeface="微软雅黑" panose="020B0503020204020204" charset="-122"/>
                <a:sym typeface="黑体" panose="02010609060101010101" charset="-122"/>
              </a:rPr>
              <a:t>在此输入您的描述内容，在此输入您的描述内容在此输入您的描述内容，在此输入您的描述内容，在此输入您的描述内容在此输入您的描述内容</a:t>
            </a:r>
            <a:r>
              <a:rPr lang="en-US" altLang="zh-CN" sz="1200" dirty="0">
                <a:solidFill>
                  <a:schemeClr val="bg1"/>
                </a:solidFill>
                <a:latin typeface="微软雅黑" panose="020B0503020204020204" charset="-122"/>
                <a:ea typeface="微软雅黑" panose="020B0503020204020204" charset="-122"/>
                <a:sym typeface="黑体" panose="02010609060101010101" charset="-122"/>
              </a:rPr>
              <a:t>,</a:t>
            </a:r>
            <a:r>
              <a:rPr lang="zh-CN" altLang="en-US" sz="1200" dirty="0">
                <a:solidFill>
                  <a:schemeClr val="bg1"/>
                </a:solidFill>
                <a:latin typeface="微软雅黑" panose="020B0503020204020204" charset="-122"/>
                <a:ea typeface="微软雅黑" panose="020B0503020204020204" charset="-122"/>
                <a:sym typeface="黑体" panose="02010609060101010101" charset="-122"/>
              </a:rPr>
              <a:t>在此输入您的描述内容，在此输入您的描述内容在此输入您的描述内容，在此输入您的描述内容，在此输入您的描述内容在此输入您的描述内容在此输入您的描述内容</a:t>
            </a:r>
            <a:endParaRPr lang="zh-CN" altLang="en-US" sz="1200" dirty="0">
              <a:solidFill>
                <a:schemeClr val="bg1"/>
              </a:solidFill>
              <a:latin typeface="微软雅黑" panose="020B0503020204020204" charset="-122"/>
              <a:ea typeface="微软雅黑" panose="020B0503020204020204" charset="-122"/>
              <a:sym typeface="黑体" panose="02010609060101010101" charset="-122"/>
            </a:endParaRPr>
          </a:p>
        </p:txBody>
      </p:sp>
      <p:sp>
        <p:nvSpPr>
          <p:cNvPr id="21" name="文本框 20"/>
          <p:cNvSpPr txBox="1"/>
          <p:nvPr>
            <p:custDataLst>
              <p:tags r:id="rId3"/>
            </p:custDataLst>
          </p:nvPr>
        </p:nvSpPr>
        <p:spPr>
          <a:xfrm>
            <a:off x="3795713" y="3559175"/>
            <a:ext cx="1408113" cy="369888"/>
          </a:xfrm>
          <a:prstGeom prst="rect">
            <a:avLst/>
          </a:prstGeom>
          <a:noFill/>
        </p:spPr>
        <p:txBody>
          <a:bodyPr wrap="square" lIns="90000" tIns="46800" rIns="90000" bIns="46800"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da-DK" b="1" strike="noStrike" noProof="1" dirty="0">
                <a:solidFill>
                  <a:schemeClr val="bg1"/>
                </a:solidFill>
                <a:latin typeface="微软雅黑" panose="020B0503020204020204" charset="-122"/>
                <a:ea typeface="微软雅黑" panose="020B0503020204020204" charset="-122"/>
                <a:cs typeface="+mn-cs"/>
                <a:sym typeface="+mn-ea"/>
              </a:rPr>
              <a:t>输入标题</a:t>
            </a:r>
            <a:endParaRPr lang="zh-CN" altLang="da-DK" b="1" strike="noStrike" kern="0" noProof="1" dirty="0">
              <a:solidFill>
                <a:schemeClr val="bg1"/>
              </a:solidFill>
              <a:latin typeface="微软雅黑" panose="020B0503020204020204" charset="-122"/>
              <a:ea typeface="微软雅黑" panose="020B0503020204020204" charset="-122"/>
              <a:sym typeface="+mn-ea"/>
            </a:endParaRPr>
          </a:p>
        </p:txBody>
      </p:sp>
      <p:sp>
        <p:nvSpPr>
          <p:cNvPr id="14" name="Freeform 5"/>
          <p:cNvSpPr>
            <a:spLocks noEditPoints="1"/>
          </p:cNvSpPr>
          <p:nvPr>
            <p:custDataLst>
              <p:tags r:id="rId4"/>
            </p:custDataLst>
          </p:nvPr>
        </p:nvSpPr>
        <p:spPr bwMode="auto">
          <a:xfrm>
            <a:off x="5257800" y="1897063"/>
            <a:ext cx="374650" cy="381000"/>
          </a:xfrm>
          <a:custGeom>
            <a:avLst/>
            <a:gdLst>
              <a:gd name="T0" fmla="*/ 803 w 901"/>
              <a:gd name="T1" fmla="*/ 514 h 913"/>
              <a:gd name="T2" fmla="*/ 860 w 901"/>
              <a:gd name="T3" fmla="*/ 431 h 913"/>
              <a:gd name="T4" fmla="*/ 484 w 901"/>
              <a:gd name="T5" fmla="*/ 490 h 913"/>
              <a:gd name="T6" fmla="*/ 445 w 901"/>
              <a:gd name="T7" fmla="*/ 441 h 913"/>
              <a:gd name="T8" fmla="*/ 500 w 901"/>
              <a:gd name="T9" fmla="*/ 399 h 913"/>
              <a:gd name="T10" fmla="*/ 476 w 901"/>
              <a:gd name="T11" fmla="*/ 385 h 913"/>
              <a:gd name="T12" fmla="*/ 397 w 901"/>
              <a:gd name="T13" fmla="*/ 462 h 913"/>
              <a:gd name="T14" fmla="*/ 484 w 901"/>
              <a:gd name="T15" fmla="*/ 522 h 913"/>
              <a:gd name="T16" fmla="*/ 585 w 901"/>
              <a:gd name="T17" fmla="*/ 478 h 913"/>
              <a:gd name="T18" fmla="*/ 617 w 901"/>
              <a:gd name="T19" fmla="*/ 375 h 913"/>
              <a:gd name="T20" fmla="*/ 512 w 901"/>
              <a:gd name="T21" fmla="*/ 279 h 913"/>
              <a:gd name="T22" fmla="*/ 370 w 901"/>
              <a:gd name="T23" fmla="*/ 308 h 913"/>
              <a:gd name="T24" fmla="*/ 277 w 901"/>
              <a:gd name="T25" fmla="*/ 470 h 913"/>
              <a:gd name="T26" fmla="*/ 342 w 901"/>
              <a:gd name="T27" fmla="*/ 589 h 913"/>
              <a:gd name="T28" fmla="*/ 492 w 901"/>
              <a:gd name="T29" fmla="*/ 630 h 913"/>
              <a:gd name="T30" fmla="*/ 528 w 901"/>
              <a:gd name="T31" fmla="*/ 686 h 913"/>
              <a:gd name="T32" fmla="*/ 413 w 901"/>
              <a:gd name="T33" fmla="*/ 698 h 913"/>
              <a:gd name="T34" fmla="*/ 212 w 901"/>
              <a:gd name="T35" fmla="*/ 528 h 913"/>
              <a:gd name="T36" fmla="*/ 216 w 901"/>
              <a:gd name="T37" fmla="*/ 377 h 913"/>
              <a:gd name="T38" fmla="*/ 433 w 901"/>
              <a:gd name="T39" fmla="*/ 207 h 913"/>
              <a:gd name="T40" fmla="*/ 567 w 901"/>
              <a:gd name="T41" fmla="*/ 219 h 913"/>
              <a:gd name="T42" fmla="*/ 694 w 901"/>
              <a:gd name="T43" fmla="*/ 381 h 913"/>
              <a:gd name="T44" fmla="*/ 664 w 901"/>
              <a:gd name="T45" fmla="*/ 498 h 913"/>
              <a:gd name="T46" fmla="*/ 490 w 901"/>
              <a:gd name="T47" fmla="*/ 597 h 913"/>
              <a:gd name="T48" fmla="*/ 388 w 901"/>
              <a:gd name="T49" fmla="*/ 573 h 913"/>
              <a:gd name="T50" fmla="*/ 322 w 901"/>
              <a:gd name="T51" fmla="*/ 468 h 913"/>
              <a:gd name="T52" fmla="*/ 362 w 901"/>
              <a:gd name="T53" fmla="*/ 360 h 913"/>
              <a:gd name="T54" fmla="*/ 469 w 901"/>
              <a:gd name="T55" fmla="*/ 310 h 913"/>
              <a:gd name="T56" fmla="*/ 573 w 901"/>
              <a:gd name="T57" fmla="*/ 393 h 913"/>
              <a:gd name="T58" fmla="*/ 534 w 901"/>
              <a:gd name="T59" fmla="*/ 472 h 913"/>
              <a:gd name="T60" fmla="*/ 749 w 901"/>
              <a:gd name="T61" fmla="*/ 354 h 913"/>
              <a:gd name="T62" fmla="*/ 868 w 901"/>
              <a:gd name="T63" fmla="*/ 257 h 913"/>
              <a:gd name="T64" fmla="*/ 712 w 901"/>
              <a:gd name="T65" fmla="*/ 255 h 913"/>
              <a:gd name="T66" fmla="*/ 668 w 901"/>
              <a:gd name="T67" fmla="*/ 209 h 913"/>
              <a:gd name="T68" fmla="*/ 712 w 901"/>
              <a:gd name="T69" fmla="*/ 77 h 913"/>
              <a:gd name="T70" fmla="*/ 573 w 901"/>
              <a:gd name="T71" fmla="*/ 170 h 913"/>
              <a:gd name="T72" fmla="*/ 516 w 901"/>
              <a:gd name="T73" fmla="*/ 122 h 913"/>
              <a:gd name="T74" fmla="*/ 465 w 901"/>
              <a:gd name="T75" fmla="*/ 12 h 913"/>
              <a:gd name="T76" fmla="*/ 419 w 901"/>
              <a:gd name="T77" fmla="*/ 168 h 913"/>
              <a:gd name="T78" fmla="*/ 334 w 901"/>
              <a:gd name="T79" fmla="*/ 126 h 913"/>
              <a:gd name="T80" fmla="*/ 233 w 901"/>
              <a:gd name="T81" fmla="*/ 89 h 913"/>
              <a:gd name="T82" fmla="*/ 279 w 901"/>
              <a:gd name="T83" fmla="*/ 225 h 913"/>
              <a:gd name="T84" fmla="*/ 174 w 901"/>
              <a:gd name="T85" fmla="*/ 227 h 913"/>
              <a:gd name="T86" fmla="*/ 83 w 901"/>
              <a:gd name="T87" fmla="*/ 271 h 913"/>
              <a:gd name="T88" fmla="*/ 166 w 901"/>
              <a:gd name="T89" fmla="*/ 494 h 913"/>
              <a:gd name="T90" fmla="*/ 87 w 901"/>
              <a:gd name="T91" fmla="*/ 403 h 913"/>
              <a:gd name="T92" fmla="*/ 48 w 901"/>
              <a:gd name="T93" fmla="*/ 490 h 913"/>
              <a:gd name="T94" fmla="*/ 225 w 901"/>
              <a:gd name="T95" fmla="*/ 634 h 913"/>
              <a:gd name="T96" fmla="*/ 97 w 901"/>
              <a:gd name="T97" fmla="*/ 609 h 913"/>
              <a:gd name="T98" fmla="*/ 131 w 901"/>
              <a:gd name="T99" fmla="*/ 688 h 913"/>
              <a:gd name="T100" fmla="*/ 324 w 901"/>
              <a:gd name="T101" fmla="*/ 717 h 913"/>
              <a:gd name="T102" fmla="*/ 220 w 901"/>
              <a:gd name="T103" fmla="*/ 785 h 913"/>
              <a:gd name="T104" fmla="*/ 299 w 901"/>
              <a:gd name="T105" fmla="*/ 814 h 913"/>
              <a:gd name="T106" fmla="*/ 447 w 901"/>
              <a:gd name="T107" fmla="*/ 749 h 913"/>
              <a:gd name="T108" fmla="*/ 423 w 901"/>
              <a:gd name="T109" fmla="*/ 875 h 913"/>
              <a:gd name="T110" fmla="*/ 502 w 901"/>
              <a:gd name="T111" fmla="*/ 832 h 913"/>
              <a:gd name="T112" fmla="*/ 573 w 901"/>
              <a:gd name="T113" fmla="*/ 709 h 913"/>
              <a:gd name="T114" fmla="*/ 642 w 901"/>
              <a:gd name="T115" fmla="*/ 826 h 913"/>
              <a:gd name="T116" fmla="*/ 678 w 901"/>
              <a:gd name="T117" fmla="*/ 733 h 913"/>
              <a:gd name="T118" fmla="*/ 670 w 901"/>
              <a:gd name="T119" fmla="*/ 630 h 913"/>
              <a:gd name="T120" fmla="*/ 810 w 901"/>
              <a:gd name="T121" fmla="*/ 684 h 913"/>
              <a:gd name="T122" fmla="*/ 777 w 901"/>
              <a:gd name="T123" fmla="*/ 573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1" h="913">
                <a:moveTo>
                  <a:pt x="735" y="419"/>
                </a:moveTo>
                <a:lnTo>
                  <a:pt x="735" y="419"/>
                </a:lnTo>
                <a:lnTo>
                  <a:pt x="737" y="441"/>
                </a:lnTo>
                <a:lnTo>
                  <a:pt x="737" y="464"/>
                </a:lnTo>
                <a:lnTo>
                  <a:pt x="735" y="488"/>
                </a:lnTo>
                <a:lnTo>
                  <a:pt x="733" y="510"/>
                </a:lnTo>
                <a:lnTo>
                  <a:pt x="733" y="510"/>
                </a:lnTo>
                <a:lnTo>
                  <a:pt x="751" y="514"/>
                </a:lnTo>
                <a:lnTo>
                  <a:pt x="765" y="516"/>
                </a:lnTo>
                <a:lnTo>
                  <a:pt x="779" y="518"/>
                </a:lnTo>
                <a:lnTo>
                  <a:pt x="791" y="516"/>
                </a:lnTo>
                <a:lnTo>
                  <a:pt x="803" y="514"/>
                </a:lnTo>
                <a:lnTo>
                  <a:pt x="814" y="512"/>
                </a:lnTo>
                <a:lnTo>
                  <a:pt x="830" y="504"/>
                </a:lnTo>
                <a:lnTo>
                  <a:pt x="846" y="496"/>
                </a:lnTo>
                <a:lnTo>
                  <a:pt x="862" y="490"/>
                </a:lnTo>
                <a:lnTo>
                  <a:pt x="870" y="488"/>
                </a:lnTo>
                <a:lnTo>
                  <a:pt x="878" y="486"/>
                </a:lnTo>
                <a:lnTo>
                  <a:pt x="889" y="488"/>
                </a:lnTo>
                <a:lnTo>
                  <a:pt x="901" y="490"/>
                </a:lnTo>
                <a:lnTo>
                  <a:pt x="901" y="490"/>
                </a:lnTo>
                <a:lnTo>
                  <a:pt x="889" y="468"/>
                </a:lnTo>
                <a:lnTo>
                  <a:pt x="876" y="447"/>
                </a:lnTo>
                <a:lnTo>
                  <a:pt x="860" y="431"/>
                </a:lnTo>
                <a:lnTo>
                  <a:pt x="850" y="423"/>
                </a:lnTo>
                <a:lnTo>
                  <a:pt x="842" y="419"/>
                </a:lnTo>
                <a:lnTo>
                  <a:pt x="832" y="413"/>
                </a:lnTo>
                <a:lnTo>
                  <a:pt x="820" y="411"/>
                </a:lnTo>
                <a:lnTo>
                  <a:pt x="808" y="409"/>
                </a:lnTo>
                <a:lnTo>
                  <a:pt x="795" y="407"/>
                </a:lnTo>
                <a:lnTo>
                  <a:pt x="781" y="409"/>
                </a:lnTo>
                <a:lnTo>
                  <a:pt x="767" y="411"/>
                </a:lnTo>
                <a:lnTo>
                  <a:pt x="751" y="415"/>
                </a:lnTo>
                <a:lnTo>
                  <a:pt x="735" y="419"/>
                </a:lnTo>
                <a:lnTo>
                  <a:pt x="735" y="419"/>
                </a:lnTo>
                <a:close/>
                <a:moveTo>
                  <a:pt x="484" y="490"/>
                </a:moveTo>
                <a:lnTo>
                  <a:pt x="484" y="490"/>
                </a:lnTo>
                <a:lnTo>
                  <a:pt x="476" y="490"/>
                </a:lnTo>
                <a:lnTo>
                  <a:pt x="467" y="490"/>
                </a:lnTo>
                <a:lnTo>
                  <a:pt x="461" y="486"/>
                </a:lnTo>
                <a:lnTo>
                  <a:pt x="455" y="482"/>
                </a:lnTo>
                <a:lnTo>
                  <a:pt x="451" y="478"/>
                </a:lnTo>
                <a:lnTo>
                  <a:pt x="447" y="472"/>
                </a:lnTo>
                <a:lnTo>
                  <a:pt x="443" y="464"/>
                </a:lnTo>
                <a:lnTo>
                  <a:pt x="443" y="458"/>
                </a:lnTo>
                <a:lnTo>
                  <a:pt x="443" y="458"/>
                </a:lnTo>
                <a:lnTo>
                  <a:pt x="443" y="449"/>
                </a:lnTo>
                <a:lnTo>
                  <a:pt x="445" y="441"/>
                </a:lnTo>
                <a:lnTo>
                  <a:pt x="447" y="435"/>
                </a:lnTo>
                <a:lnTo>
                  <a:pt x="451" y="429"/>
                </a:lnTo>
                <a:lnTo>
                  <a:pt x="457" y="425"/>
                </a:lnTo>
                <a:lnTo>
                  <a:pt x="461" y="421"/>
                </a:lnTo>
                <a:lnTo>
                  <a:pt x="469" y="417"/>
                </a:lnTo>
                <a:lnTo>
                  <a:pt x="478" y="417"/>
                </a:lnTo>
                <a:lnTo>
                  <a:pt x="478" y="417"/>
                </a:lnTo>
                <a:lnTo>
                  <a:pt x="486" y="413"/>
                </a:lnTo>
                <a:lnTo>
                  <a:pt x="494" y="409"/>
                </a:lnTo>
                <a:lnTo>
                  <a:pt x="494" y="409"/>
                </a:lnTo>
                <a:lnTo>
                  <a:pt x="498" y="403"/>
                </a:lnTo>
                <a:lnTo>
                  <a:pt x="500" y="399"/>
                </a:lnTo>
                <a:lnTo>
                  <a:pt x="500" y="399"/>
                </a:lnTo>
                <a:lnTo>
                  <a:pt x="500" y="399"/>
                </a:lnTo>
                <a:lnTo>
                  <a:pt x="498" y="399"/>
                </a:lnTo>
                <a:lnTo>
                  <a:pt x="498" y="399"/>
                </a:lnTo>
                <a:lnTo>
                  <a:pt x="498" y="393"/>
                </a:lnTo>
                <a:lnTo>
                  <a:pt x="494" y="389"/>
                </a:lnTo>
                <a:lnTo>
                  <a:pt x="494" y="389"/>
                </a:lnTo>
                <a:lnTo>
                  <a:pt x="486" y="385"/>
                </a:lnTo>
                <a:lnTo>
                  <a:pt x="476" y="385"/>
                </a:lnTo>
                <a:lnTo>
                  <a:pt x="476" y="385"/>
                </a:lnTo>
                <a:lnTo>
                  <a:pt x="476" y="385"/>
                </a:lnTo>
                <a:lnTo>
                  <a:pt x="476" y="385"/>
                </a:lnTo>
                <a:lnTo>
                  <a:pt x="476" y="385"/>
                </a:lnTo>
                <a:lnTo>
                  <a:pt x="457" y="387"/>
                </a:lnTo>
                <a:lnTo>
                  <a:pt x="441" y="393"/>
                </a:lnTo>
                <a:lnTo>
                  <a:pt x="427" y="401"/>
                </a:lnTo>
                <a:lnTo>
                  <a:pt x="417" y="411"/>
                </a:lnTo>
                <a:lnTo>
                  <a:pt x="417" y="411"/>
                </a:lnTo>
                <a:lnTo>
                  <a:pt x="407" y="421"/>
                </a:lnTo>
                <a:lnTo>
                  <a:pt x="401" y="433"/>
                </a:lnTo>
                <a:lnTo>
                  <a:pt x="397" y="447"/>
                </a:lnTo>
                <a:lnTo>
                  <a:pt x="397" y="462"/>
                </a:lnTo>
                <a:lnTo>
                  <a:pt x="397" y="462"/>
                </a:lnTo>
                <a:lnTo>
                  <a:pt x="397" y="462"/>
                </a:lnTo>
                <a:lnTo>
                  <a:pt x="397" y="462"/>
                </a:lnTo>
                <a:lnTo>
                  <a:pt x="397" y="462"/>
                </a:lnTo>
                <a:lnTo>
                  <a:pt x="399" y="474"/>
                </a:lnTo>
                <a:lnTo>
                  <a:pt x="405" y="486"/>
                </a:lnTo>
                <a:lnTo>
                  <a:pt x="413" y="498"/>
                </a:lnTo>
                <a:lnTo>
                  <a:pt x="423" y="506"/>
                </a:lnTo>
                <a:lnTo>
                  <a:pt x="423" y="506"/>
                </a:lnTo>
                <a:lnTo>
                  <a:pt x="435" y="514"/>
                </a:lnTo>
                <a:lnTo>
                  <a:pt x="449" y="520"/>
                </a:lnTo>
                <a:lnTo>
                  <a:pt x="465" y="522"/>
                </a:lnTo>
                <a:lnTo>
                  <a:pt x="484" y="522"/>
                </a:lnTo>
                <a:lnTo>
                  <a:pt x="484" y="522"/>
                </a:lnTo>
                <a:lnTo>
                  <a:pt x="484" y="522"/>
                </a:lnTo>
                <a:lnTo>
                  <a:pt x="484" y="522"/>
                </a:lnTo>
                <a:lnTo>
                  <a:pt x="484" y="522"/>
                </a:lnTo>
                <a:lnTo>
                  <a:pt x="500" y="520"/>
                </a:lnTo>
                <a:lnTo>
                  <a:pt x="514" y="518"/>
                </a:lnTo>
                <a:lnTo>
                  <a:pt x="528" y="514"/>
                </a:lnTo>
                <a:lnTo>
                  <a:pt x="540" y="508"/>
                </a:lnTo>
                <a:lnTo>
                  <a:pt x="552" y="502"/>
                </a:lnTo>
                <a:lnTo>
                  <a:pt x="565" y="494"/>
                </a:lnTo>
                <a:lnTo>
                  <a:pt x="575" y="486"/>
                </a:lnTo>
                <a:lnTo>
                  <a:pt x="585" y="478"/>
                </a:lnTo>
                <a:lnTo>
                  <a:pt x="585" y="478"/>
                </a:lnTo>
                <a:lnTo>
                  <a:pt x="601" y="458"/>
                </a:lnTo>
                <a:lnTo>
                  <a:pt x="607" y="447"/>
                </a:lnTo>
                <a:lnTo>
                  <a:pt x="611" y="435"/>
                </a:lnTo>
                <a:lnTo>
                  <a:pt x="615" y="425"/>
                </a:lnTo>
                <a:lnTo>
                  <a:pt x="617" y="413"/>
                </a:lnTo>
                <a:lnTo>
                  <a:pt x="619" y="401"/>
                </a:lnTo>
                <a:lnTo>
                  <a:pt x="619" y="389"/>
                </a:lnTo>
                <a:lnTo>
                  <a:pt x="619" y="389"/>
                </a:lnTo>
                <a:lnTo>
                  <a:pt x="619" y="387"/>
                </a:lnTo>
                <a:lnTo>
                  <a:pt x="619" y="387"/>
                </a:lnTo>
                <a:lnTo>
                  <a:pt x="619" y="387"/>
                </a:lnTo>
                <a:lnTo>
                  <a:pt x="617" y="375"/>
                </a:lnTo>
                <a:lnTo>
                  <a:pt x="615" y="362"/>
                </a:lnTo>
                <a:lnTo>
                  <a:pt x="611" y="352"/>
                </a:lnTo>
                <a:lnTo>
                  <a:pt x="605" y="342"/>
                </a:lnTo>
                <a:lnTo>
                  <a:pt x="599" y="332"/>
                </a:lnTo>
                <a:lnTo>
                  <a:pt x="591" y="322"/>
                </a:lnTo>
                <a:lnTo>
                  <a:pt x="573" y="306"/>
                </a:lnTo>
                <a:lnTo>
                  <a:pt x="573" y="306"/>
                </a:lnTo>
                <a:lnTo>
                  <a:pt x="563" y="300"/>
                </a:lnTo>
                <a:lnTo>
                  <a:pt x="550" y="294"/>
                </a:lnTo>
                <a:lnTo>
                  <a:pt x="538" y="288"/>
                </a:lnTo>
                <a:lnTo>
                  <a:pt x="526" y="283"/>
                </a:lnTo>
                <a:lnTo>
                  <a:pt x="512" y="279"/>
                </a:lnTo>
                <a:lnTo>
                  <a:pt x="498" y="277"/>
                </a:lnTo>
                <a:lnTo>
                  <a:pt x="484" y="277"/>
                </a:lnTo>
                <a:lnTo>
                  <a:pt x="469" y="277"/>
                </a:lnTo>
                <a:lnTo>
                  <a:pt x="469" y="277"/>
                </a:lnTo>
                <a:lnTo>
                  <a:pt x="467" y="277"/>
                </a:lnTo>
                <a:lnTo>
                  <a:pt x="467" y="277"/>
                </a:lnTo>
                <a:lnTo>
                  <a:pt x="467" y="277"/>
                </a:lnTo>
                <a:lnTo>
                  <a:pt x="447" y="279"/>
                </a:lnTo>
                <a:lnTo>
                  <a:pt x="427" y="285"/>
                </a:lnTo>
                <a:lnTo>
                  <a:pt x="407" y="292"/>
                </a:lnTo>
                <a:lnTo>
                  <a:pt x="388" y="298"/>
                </a:lnTo>
                <a:lnTo>
                  <a:pt x="370" y="308"/>
                </a:lnTo>
                <a:lnTo>
                  <a:pt x="354" y="318"/>
                </a:lnTo>
                <a:lnTo>
                  <a:pt x="340" y="330"/>
                </a:lnTo>
                <a:lnTo>
                  <a:pt x="326" y="342"/>
                </a:lnTo>
                <a:lnTo>
                  <a:pt x="326" y="342"/>
                </a:lnTo>
                <a:lnTo>
                  <a:pt x="314" y="356"/>
                </a:lnTo>
                <a:lnTo>
                  <a:pt x="303" y="371"/>
                </a:lnTo>
                <a:lnTo>
                  <a:pt x="293" y="387"/>
                </a:lnTo>
                <a:lnTo>
                  <a:pt x="287" y="401"/>
                </a:lnTo>
                <a:lnTo>
                  <a:pt x="281" y="419"/>
                </a:lnTo>
                <a:lnTo>
                  <a:pt x="277" y="435"/>
                </a:lnTo>
                <a:lnTo>
                  <a:pt x="275" y="454"/>
                </a:lnTo>
                <a:lnTo>
                  <a:pt x="277" y="470"/>
                </a:lnTo>
                <a:lnTo>
                  <a:pt x="277" y="470"/>
                </a:lnTo>
                <a:lnTo>
                  <a:pt x="277" y="472"/>
                </a:lnTo>
                <a:lnTo>
                  <a:pt x="277" y="472"/>
                </a:lnTo>
                <a:lnTo>
                  <a:pt x="277" y="472"/>
                </a:lnTo>
                <a:lnTo>
                  <a:pt x="279" y="490"/>
                </a:lnTo>
                <a:lnTo>
                  <a:pt x="283" y="506"/>
                </a:lnTo>
                <a:lnTo>
                  <a:pt x="289" y="522"/>
                </a:lnTo>
                <a:lnTo>
                  <a:pt x="297" y="537"/>
                </a:lnTo>
                <a:lnTo>
                  <a:pt x="305" y="553"/>
                </a:lnTo>
                <a:lnTo>
                  <a:pt x="318" y="565"/>
                </a:lnTo>
                <a:lnTo>
                  <a:pt x="330" y="577"/>
                </a:lnTo>
                <a:lnTo>
                  <a:pt x="342" y="589"/>
                </a:lnTo>
                <a:lnTo>
                  <a:pt x="342" y="589"/>
                </a:lnTo>
                <a:lnTo>
                  <a:pt x="358" y="599"/>
                </a:lnTo>
                <a:lnTo>
                  <a:pt x="374" y="607"/>
                </a:lnTo>
                <a:lnTo>
                  <a:pt x="391" y="615"/>
                </a:lnTo>
                <a:lnTo>
                  <a:pt x="409" y="622"/>
                </a:lnTo>
                <a:lnTo>
                  <a:pt x="429" y="626"/>
                </a:lnTo>
                <a:lnTo>
                  <a:pt x="447" y="630"/>
                </a:lnTo>
                <a:lnTo>
                  <a:pt x="467" y="630"/>
                </a:lnTo>
                <a:lnTo>
                  <a:pt x="490" y="630"/>
                </a:lnTo>
                <a:lnTo>
                  <a:pt x="490" y="630"/>
                </a:lnTo>
                <a:lnTo>
                  <a:pt x="492" y="630"/>
                </a:lnTo>
                <a:lnTo>
                  <a:pt x="492" y="630"/>
                </a:lnTo>
                <a:lnTo>
                  <a:pt x="500" y="630"/>
                </a:lnTo>
                <a:lnTo>
                  <a:pt x="506" y="632"/>
                </a:lnTo>
                <a:lnTo>
                  <a:pt x="514" y="634"/>
                </a:lnTo>
                <a:lnTo>
                  <a:pt x="520" y="638"/>
                </a:lnTo>
                <a:lnTo>
                  <a:pt x="524" y="644"/>
                </a:lnTo>
                <a:lnTo>
                  <a:pt x="528" y="650"/>
                </a:lnTo>
                <a:lnTo>
                  <a:pt x="530" y="656"/>
                </a:lnTo>
                <a:lnTo>
                  <a:pt x="532" y="664"/>
                </a:lnTo>
                <a:lnTo>
                  <a:pt x="532" y="664"/>
                </a:lnTo>
                <a:lnTo>
                  <a:pt x="532" y="672"/>
                </a:lnTo>
                <a:lnTo>
                  <a:pt x="530" y="678"/>
                </a:lnTo>
                <a:lnTo>
                  <a:pt x="528" y="686"/>
                </a:lnTo>
                <a:lnTo>
                  <a:pt x="522" y="690"/>
                </a:lnTo>
                <a:lnTo>
                  <a:pt x="518" y="696"/>
                </a:lnTo>
                <a:lnTo>
                  <a:pt x="512" y="700"/>
                </a:lnTo>
                <a:lnTo>
                  <a:pt x="506" y="702"/>
                </a:lnTo>
                <a:lnTo>
                  <a:pt x="498" y="705"/>
                </a:lnTo>
                <a:lnTo>
                  <a:pt x="494" y="705"/>
                </a:lnTo>
                <a:lnTo>
                  <a:pt x="494" y="705"/>
                </a:lnTo>
                <a:lnTo>
                  <a:pt x="494" y="705"/>
                </a:lnTo>
                <a:lnTo>
                  <a:pt x="494" y="705"/>
                </a:lnTo>
                <a:lnTo>
                  <a:pt x="467" y="705"/>
                </a:lnTo>
                <a:lnTo>
                  <a:pt x="439" y="702"/>
                </a:lnTo>
                <a:lnTo>
                  <a:pt x="413" y="698"/>
                </a:lnTo>
                <a:lnTo>
                  <a:pt x="388" y="692"/>
                </a:lnTo>
                <a:lnTo>
                  <a:pt x="364" y="684"/>
                </a:lnTo>
                <a:lnTo>
                  <a:pt x="340" y="674"/>
                </a:lnTo>
                <a:lnTo>
                  <a:pt x="318" y="662"/>
                </a:lnTo>
                <a:lnTo>
                  <a:pt x="297" y="648"/>
                </a:lnTo>
                <a:lnTo>
                  <a:pt x="297" y="648"/>
                </a:lnTo>
                <a:lnTo>
                  <a:pt x="279" y="632"/>
                </a:lnTo>
                <a:lnTo>
                  <a:pt x="261" y="613"/>
                </a:lnTo>
                <a:lnTo>
                  <a:pt x="245" y="595"/>
                </a:lnTo>
                <a:lnTo>
                  <a:pt x="233" y="573"/>
                </a:lnTo>
                <a:lnTo>
                  <a:pt x="220" y="553"/>
                </a:lnTo>
                <a:lnTo>
                  <a:pt x="212" y="528"/>
                </a:lnTo>
                <a:lnTo>
                  <a:pt x="206" y="504"/>
                </a:lnTo>
                <a:lnTo>
                  <a:pt x="202" y="478"/>
                </a:lnTo>
                <a:lnTo>
                  <a:pt x="202" y="478"/>
                </a:lnTo>
                <a:lnTo>
                  <a:pt x="202" y="478"/>
                </a:lnTo>
                <a:lnTo>
                  <a:pt x="202" y="476"/>
                </a:lnTo>
                <a:lnTo>
                  <a:pt x="202" y="476"/>
                </a:lnTo>
                <a:lnTo>
                  <a:pt x="202" y="476"/>
                </a:lnTo>
                <a:lnTo>
                  <a:pt x="202" y="476"/>
                </a:lnTo>
                <a:lnTo>
                  <a:pt x="202" y="449"/>
                </a:lnTo>
                <a:lnTo>
                  <a:pt x="204" y="425"/>
                </a:lnTo>
                <a:lnTo>
                  <a:pt x="208" y="401"/>
                </a:lnTo>
                <a:lnTo>
                  <a:pt x="216" y="377"/>
                </a:lnTo>
                <a:lnTo>
                  <a:pt x="227" y="352"/>
                </a:lnTo>
                <a:lnTo>
                  <a:pt x="241" y="332"/>
                </a:lnTo>
                <a:lnTo>
                  <a:pt x="255" y="310"/>
                </a:lnTo>
                <a:lnTo>
                  <a:pt x="271" y="292"/>
                </a:lnTo>
                <a:lnTo>
                  <a:pt x="271" y="292"/>
                </a:lnTo>
                <a:lnTo>
                  <a:pt x="291" y="273"/>
                </a:lnTo>
                <a:lnTo>
                  <a:pt x="312" y="257"/>
                </a:lnTo>
                <a:lnTo>
                  <a:pt x="332" y="243"/>
                </a:lnTo>
                <a:lnTo>
                  <a:pt x="356" y="231"/>
                </a:lnTo>
                <a:lnTo>
                  <a:pt x="380" y="221"/>
                </a:lnTo>
                <a:lnTo>
                  <a:pt x="407" y="213"/>
                </a:lnTo>
                <a:lnTo>
                  <a:pt x="433" y="207"/>
                </a:lnTo>
                <a:lnTo>
                  <a:pt x="461" y="203"/>
                </a:lnTo>
                <a:lnTo>
                  <a:pt x="461" y="203"/>
                </a:lnTo>
                <a:lnTo>
                  <a:pt x="461" y="203"/>
                </a:lnTo>
                <a:lnTo>
                  <a:pt x="463" y="203"/>
                </a:lnTo>
                <a:lnTo>
                  <a:pt x="463" y="203"/>
                </a:lnTo>
                <a:lnTo>
                  <a:pt x="463" y="203"/>
                </a:lnTo>
                <a:lnTo>
                  <a:pt x="463" y="203"/>
                </a:lnTo>
                <a:lnTo>
                  <a:pt x="486" y="203"/>
                </a:lnTo>
                <a:lnTo>
                  <a:pt x="506" y="205"/>
                </a:lnTo>
                <a:lnTo>
                  <a:pt x="528" y="207"/>
                </a:lnTo>
                <a:lnTo>
                  <a:pt x="548" y="213"/>
                </a:lnTo>
                <a:lnTo>
                  <a:pt x="567" y="219"/>
                </a:lnTo>
                <a:lnTo>
                  <a:pt x="585" y="227"/>
                </a:lnTo>
                <a:lnTo>
                  <a:pt x="601" y="237"/>
                </a:lnTo>
                <a:lnTo>
                  <a:pt x="617" y="247"/>
                </a:lnTo>
                <a:lnTo>
                  <a:pt x="617" y="247"/>
                </a:lnTo>
                <a:lnTo>
                  <a:pt x="633" y="259"/>
                </a:lnTo>
                <a:lnTo>
                  <a:pt x="648" y="273"/>
                </a:lnTo>
                <a:lnTo>
                  <a:pt x="660" y="290"/>
                </a:lnTo>
                <a:lnTo>
                  <a:pt x="670" y="306"/>
                </a:lnTo>
                <a:lnTo>
                  <a:pt x="678" y="324"/>
                </a:lnTo>
                <a:lnTo>
                  <a:pt x="686" y="342"/>
                </a:lnTo>
                <a:lnTo>
                  <a:pt x="690" y="360"/>
                </a:lnTo>
                <a:lnTo>
                  <a:pt x="694" y="381"/>
                </a:lnTo>
                <a:lnTo>
                  <a:pt x="694" y="381"/>
                </a:lnTo>
                <a:lnTo>
                  <a:pt x="694" y="381"/>
                </a:lnTo>
                <a:lnTo>
                  <a:pt x="694" y="383"/>
                </a:lnTo>
                <a:lnTo>
                  <a:pt x="694" y="383"/>
                </a:lnTo>
                <a:lnTo>
                  <a:pt x="694" y="383"/>
                </a:lnTo>
                <a:lnTo>
                  <a:pt x="694" y="383"/>
                </a:lnTo>
                <a:lnTo>
                  <a:pt x="694" y="403"/>
                </a:lnTo>
                <a:lnTo>
                  <a:pt x="692" y="423"/>
                </a:lnTo>
                <a:lnTo>
                  <a:pt x="688" y="443"/>
                </a:lnTo>
                <a:lnTo>
                  <a:pt x="682" y="462"/>
                </a:lnTo>
                <a:lnTo>
                  <a:pt x="674" y="480"/>
                </a:lnTo>
                <a:lnTo>
                  <a:pt x="664" y="498"/>
                </a:lnTo>
                <a:lnTo>
                  <a:pt x="652" y="514"/>
                </a:lnTo>
                <a:lnTo>
                  <a:pt x="637" y="528"/>
                </a:lnTo>
                <a:lnTo>
                  <a:pt x="637" y="528"/>
                </a:lnTo>
                <a:lnTo>
                  <a:pt x="623" y="543"/>
                </a:lnTo>
                <a:lnTo>
                  <a:pt x="607" y="555"/>
                </a:lnTo>
                <a:lnTo>
                  <a:pt x="591" y="565"/>
                </a:lnTo>
                <a:lnTo>
                  <a:pt x="573" y="575"/>
                </a:lnTo>
                <a:lnTo>
                  <a:pt x="552" y="583"/>
                </a:lnTo>
                <a:lnTo>
                  <a:pt x="532" y="589"/>
                </a:lnTo>
                <a:lnTo>
                  <a:pt x="512" y="595"/>
                </a:lnTo>
                <a:lnTo>
                  <a:pt x="490" y="597"/>
                </a:lnTo>
                <a:lnTo>
                  <a:pt x="490" y="597"/>
                </a:lnTo>
                <a:lnTo>
                  <a:pt x="490" y="597"/>
                </a:lnTo>
                <a:lnTo>
                  <a:pt x="488" y="597"/>
                </a:lnTo>
                <a:lnTo>
                  <a:pt x="488" y="597"/>
                </a:lnTo>
                <a:lnTo>
                  <a:pt x="488" y="597"/>
                </a:lnTo>
                <a:lnTo>
                  <a:pt x="488" y="597"/>
                </a:lnTo>
                <a:lnTo>
                  <a:pt x="474" y="597"/>
                </a:lnTo>
                <a:lnTo>
                  <a:pt x="457" y="597"/>
                </a:lnTo>
                <a:lnTo>
                  <a:pt x="443" y="595"/>
                </a:lnTo>
                <a:lnTo>
                  <a:pt x="429" y="591"/>
                </a:lnTo>
                <a:lnTo>
                  <a:pt x="415" y="587"/>
                </a:lnTo>
                <a:lnTo>
                  <a:pt x="401" y="581"/>
                </a:lnTo>
                <a:lnTo>
                  <a:pt x="388" y="573"/>
                </a:lnTo>
                <a:lnTo>
                  <a:pt x="378" y="565"/>
                </a:lnTo>
                <a:lnTo>
                  <a:pt x="378" y="565"/>
                </a:lnTo>
                <a:lnTo>
                  <a:pt x="366" y="557"/>
                </a:lnTo>
                <a:lnTo>
                  <a:pt x="356" y="547"/>
                </a:lnTo>
                <a:lnTo>
                  <a:pt x="348" y="534"/>
                </a:lnTo>
                <a:lnTo>
                  <a:pt x="340" y="522"/>
                </a:lnTo>
                <a:lnTo>
                  <a:pt x="334" y="510"/>
                </a:lnTo>
                <a:lnTo>
                  <a:pt x="328" y="496"/>
                </a:lnTo>
                <a:lnTo>
                  <a:pt x="324" y="482"/>
                </a:lnTo>
                <a:lnTo>
                  <a:pt x="322" y="468"/>
                </a:lnTo>
                <a:lnTo>
                  <a:pt x="322" y="468"/>
                </a:lnTo>
                <a:lnTo>
                  <a:pt x="322" y="468"/>
                </a:lnTo>
                <a:lnTo>
                  <a:pt x="322" y="466"/>
                </a:lnTo>
                <a:lnTo>
                  <a:pt x="322" y="466"/>
                </a:lnTo>
                <a:lnTo>
                  <a:pt x="322" y="466"/>
                </a:lnTo>
                <a:lnTo>
                  <a:pt x="322" y="466"/>
                </a:lnTo>
                <a:lnTo>
                  <a:pt x="322" y="451"/>
                </a:lnTo>
                <a:lnTo>
                  <a:pt x="324" y="437"/>
                </a:lnTo>
                <a:lnTo>
                  <a:pt x="326" y="421"/>
                </a:lnTo>
                <a:lnTo>
                  <a:pt x="332" y="409"/>
                </a:lnTo>
                <a:lnTo>
                  <a:pt x="336" y="395"/>
                </a:lnTo>
                <a:lnTo>
                  <a:pt x="344" y="383"/>
                </a:lnTo>
                <a:lnTo>
                  <a:pt x="352" y="371"/>
                </a:lnTo>
                <a:lnTo>
                  <a:pt x="362" y="360"/>
                </a:lnTo>
                <a:lnTo>
                  <a:pt x="362" y="360"/>
                </a:lnTo>
                <a:lnTo>
                  <a:pt x="372" y="350"/>
                </a:lnTo>
                <a:lnTo>
                  <a:pt x="384" y="340"/>
                </a:lnTo>
                <a:lnTo>
                  <a:pt x="397" y="332"/>
                </a:lnTo>
                <a:lnTo>
                  <a:pt x="409" y="326"/>
                </a:lnTo>
                <a:lnTo>
                  <a:pt x="423" y="320"/>
                </a:lnTo>
                <a:lnTo>
                  <a:pt x="439" y="316"/>
                </a:lnTo>
                <a:lnTo>
                  <a:pt x="453" y="312"/>
                </a:lnTo>
                <a:lnTo>
                  <a:pt x="469" y="310"/>
                </a:lnTo>
                <a:lnTo>
                  <a:pt x="469" y="310"/>
                </a:lnTo>
                <a:lnTo>
                  <a:pt x="469" y="310"/>
                </a:lnTo>
                <a:lnTo>
                  <a:pt x="469" y="310"/>
                </a:lnTo>
                <a:lnTo>
                  <a:pt x="469" y="310"/>
                </a:lnTo>
                <a:lnTo>
                  <a:pt x="469" y="310"/>
                </a:lnTo>
                <a:lnTo>
                  <a:pt x="469" y="310"/>
                </a:lnTo>
                <a:lnTo>
                  <a:pt x="490" y="310"/>
                </a:lnTo>
                <a:lnTo>
                  <a:pt x="506" y="314"/>
                </a:lnTo>
                <a:lnTo>
                  <a:pt x="524" y="320"/>
                </a:lnTo>
                <a:lnTo>
                  <a:pt x="538" y="330"/>
                </a:lnTo>
                <a:lnTo>
                  <a:pt x="538" y="330"/>
                </a:lnTo>
                <a:lnTo>
                  <a:pt x="552" y="342"/>
                </a:lnTo>
                <a:lnTo>
                  <a:pt x="563" y="356"/>
                </a:lnTo>
                <a:lnTo>
                  <a:pt x="569" y="373"/>
                </a:lnTo>
                <a:lnTo>
                  <a:pt x="573" y="393"/>
                </a:lnTo>
                <a:lnTo>
                  <a:pt x="573" y="393"/>
                </a:lnTo>
                <a:lnTo>
                  <a:pt x="573" y="393"/>
                </a:lnTo>
                <a:lnTo>
                  <a:pt x="573" y="393"/>
                </a:lnTo>
                <a:lnTo>
                  <a:pt x="573" y="393"/>
                </a:lnTo>
                <a:lnTo>
                  <a:pt x="573" y="393"/>
                </a:lnTo>
                <a:lnTo>
                  <a:pt x="573" y="393"/>
                </a:lnTo>
                <a:lnTo>
                  <a:pt x="573" y="411"/>
                </a:lnTo>
                <a:lnTo>
                  <a:pt x="567" y="429"/>
                </a:lnTo>
                <a:lnTo>
                  <a:pt x="559" y="445"/>
                </a:lnTo>
                <a:lnTo>
                  <a:pt x="548" y="460"/>
                </a:lnTo>
                <a:lnTo>
                  <a:pt x="548" y="460"/>
                </a:lnTo>
                <a:lnTo>
                  <a:pt x="534" y="472"/>
                </a:lnTo>
                <a:lnTo>
                  <a:pt x="518" y="482"/>
                </a:lnTo>
                <a:lnTo>
                  <a:pt x="502" y="488"/>
                </a:lnTo>
                <a:lnTo>
                  <a:pt x="484" y="490"/>
                </a:lnTo>
                <a:lnTo>
                  <a:pt x="484" y="490"/>
                </a:lnTo>
                <a:close/>
                <a:moveTo>
                  <a:pt x="688" y="279"/>
                </a:moveTo>
                <a:lnTo>
                  <a:pt x="688" y="279"/>
                </a:lnTo>
                <a:lnTo>
                  <a:pt x="700" y="298"/>
                </a:lnTo>
                <a:lnTo>
                  <a:pt x="712" y="318"/>
                </a:lnTo>
                <a:lnTo>
                  <a:pt x="723" y="338"/>
                </a:lnTo>
                <a:lnTo>
                  <a:pt x="731" y="358"/>
                </a:lnTo>
                <a:lnTo>
                  <a:pt x="731" y="358"/>
                </a:lnTo>
                <a:lnTo>
                  <a:pt x="749" y="354"/>
                </a:lnTo>
                <a:lnTo>
                  <a:pt x="765" y="348"/>
                </a:lnTo>
                <a:lnTo>
                  <a:pt x="777" y="342"/>
                </a:lnTo>
                <a:lnTo>
                  <a:pt x="787" y="334"/>
                </a:lnTo>
                <a:lnTo>
                  <a:pt x="795" y="328"/>
                </a:lnTo>
                <a:lnTo>
                  <a:pt x="803" y="320"/>
                </a:lnTo>
                <a:lnTo>
                  <a:pt x="814" y="304"/>
                </a:lnTo>
                <a:lnTo>
                  <a:pt x="824" y="290"/>
                </a:lnTo>
                <a:lnTo>
                  <a:pt x="834" y="277"/>
                </a:lnTo>
                <a:lnTo>
                  <a:pt x="840" y="271"/>
                </a:lnTo>
                <a:lnTo>
                  <a:pt x="846" y="265"/>
                </a:lnTo>
                <a:lnTo>
                  <a:pt x="856" y="261"/>
                </a:lnTo>
                <a:lnTo>
                  <a:pt x="868" y="257"/>
                </a:lnTo>
                <a:lnTo>
                  <a:pt x="868" y="257"/>
                </a:lnTo>
                <a:lnTo>
                  <a:pt x="846" y="243"/>
                </a:lnTo>
                <a:lnTo>
                  <a:pt x="824" y="233"/>
                </a:lnTo>
                <a:lnTo>
                  <a:pt x="801" y="227"/>
                </a:lnTo>
                <a:lnTo>
                  <a:pt x="791" y="225"/>
                </a:lnTo>
                <a:lnTo>
                  <a:pt x="781" y="225"/>
                </a:lnTo>
                <a:lnTo>
                  <a:pt x="769" y="227"/>
                </a:lnTo>
                <a:lnTo>
                  <a:pt x="757" y="229"/>
                </a:lnTo>
                <a:lnTo>
                  <a:pt x="747" y="233"/>
                </a:lnTo>
                <a:lnTo>
                  <a:pt x="735" y="239"/>
                </a:lnTo>
                <a:lnTo>
                  <a:pt x="723" y="247"/>
                </a:lnTo>
                <a:lnTo>
                  <a:pt x="712" y="255"/>
                </a:lnTo>
                <a:lnTo>
                  <a:pt x="700" y="267"/>
                </a:lnTo>
                <a:lnTo>
                  <a:pt x="688" y="279"/>
                </a:lnTo>
                <a:lnTo>
                  <a:pt x="688" y="279"/>
                </a:lnTo>
                <a:close/>
                <a:moveTo>
                  <a:pt x="569" y="188"/>
                </a:moveTo>
                <a:lnTo>
                  <a:pt x="569" y="188"/>
                </a:lnTo>
                <a:lnTo>
                  <a:pt x="589" y="196"/>
                </a:lnTo>
                <a:lnTo>
                  <a:pt x="607" y="209"/>
                </a:lnTo>
                <a:lnTo>
                  <a:pt x="627" y="221"/>
                </a:lnTo>
                <a:lnTo>
                  <a:pt x="646" y="235"/>
                </a:lnTo>
                <a:lnTo>
                  <a:pt x="646" y="235"/>
                </a:lnTo>
                <a:lnTo>
                  <a:pt x="658" y="221"/>
                </a:lnTo>
                <a:lnTo>
                  <a:pt x="668" y="209"/>
                </a:lnTo>
                <a:lnTo>
                  <a:pt x="676" y="196"/>
                </a:lnTo>
                <a:lnTo>
                  <a:pt x="682" y="186"/>
                </a:lnTo>
                <a:lnTo>
                  <a:pt x="686" y="174"/>
                </a:lnTo>
                <a:lnTo>
                  <a:pt x="688" y="164"/>
                </a:lnTo>
                <a:lnTo>
                  <a:pt x="690" y="146"/>
                </a:lnTo>
                <a:lnTo>
                  <a:pt x="690" y="130"/>
                </a:lnTo>
                <a:lnTo>
                  <a:pt x="692" y="111"/>
                </a:lnTo>
                <a:lnTo>
                  <a:pt x="694" y="103"/>
                </a:lnTo>
                <a:lnTo>
                  <a:pt x="698" y="95"/>
                </a:lnTo>
                <a:lnTo>
                  <a:pt x="704" y="87"/>
                </a:lnTo>
                <a:lnTo>
                  <a:pt x="712" y="77"/>
                </a:lnTo>
                <a:lnTo>
                  <a:pt x="712" y="77"/>
                </a:lnTo>
                <a:lnTo>
                  <a:pt x="686" y="77"/>
                </a:lnTo>
                <a:lnTo>
                  <a:pt x="664" y="79"/>
                </a:lnTo>
                <a:lnTo>
                  <a:pt x="642" y="85"/>
                </a:lnTo>
                <a:lnTo>
                  <a:pt x="631" y="89"/>
                </a:lnTo>
                <a:lnTo>
                  <a:pt x="621" y="93"/>
                </a:lnTo>
                <a:lnTo>
                  <a:pt x="611" y="101"/>
                </a:lnTo>
                <a:lnTo>
                  <a:pt x="603" y="107"/>
                </a:lnTo>
                <a:lnTo>
                  <a:pt x="595" y="117"/>
                </a:lnTo>
                <a:lnTo>
                  <a:pt x="589" y="128"/>
                </a:lnTo>
                <a:lnTo>
                  <a:pt x="583" y="140"/>
                </a:lnTo>
                <a:lnTo>
                  <a:pt x="577" y="154"/>
                </a:lnTo>
                <a:lnTo>
                  <a:pt x="573" y="170"/>
                </a:lnTo>
                <a:lnTo>
                  <a:pt x="569" y="188"/>
                </a:lnTo>
                <a:lnTo>
                  <a:pt x="569" y="188"/>
                </a:lnTo>
                <a:close/>
                <a:moveTo>
                  <a:pt x="419" y="168"/>
                </a:moveTo>
                <a:lnTo>
                  <a:pt x="419" y="168"/>
                </a:lnTo>
                <a:lnTo>
                  <a:pt x="441" y="166"/>
                </a:lnTo>
                <a:lnTo>
                  <a:pt x="463" y="166"/>
                </a:lnTo>
                <a:lnTo>
                  <a:pt x="486" y="166"/>
                </a:lnTo>
                <a:lnTo>
                  <a:pt x="508" y="170"/>
                </a:lnTo>
                <a:lnTo>
                  <a:pt x="508" y="170"/>
                </a:lnTo>
                <a:lnTo>
                  <a:pt x="512" y="152"/>
                </a:lnTo>
                <a:lnTo>
                  <a:pt x="516" y="136"/>
                </a:lnTo>
                <a:lnTo>
                  <a:pt x="516" y="122"/>
                </a:lnTo>
                <a:lnTo>
                  <a:pt x="516" y="109"/>
                </a:lnTo>
                <a:lnTo>
                  <a:pt x="514" y="97"/>
                </a:lnTo>
                <a:lnTo>
                  <a:pt x="510" y="87"/>
                </a:lnTo>
                <a:lnTo>
                  <a:pt x="502" y="71"/>
                </a:lnTo>
                <a:lnTo>
                  <a:pt x="494" y="55"/>
                </a:lnTo>
                <a:lnTo>
                  <a:pt x="488" y="41"/>
                </a:lnTo>
                <a:lnTo>
                  <a:pt x="486" y="30"/>
                </a:lnTo>
                <a:lnTo>
                  <a:pt x="486" y="22"/>
                </a:lnTo>
                <a:lnTo>
                  <a:pt x="486" y="12"/>
                </a:lnTo>
                <a:lnTo>
                  <a:pt x="488" y="0"/>
                </a:lnTo>
                <a:lnTo>
                  <a:pt x="488" y="0"/>
                </a:lnTo>
                <a:lnTo>
                  <a:pt x="465" y="12"/>
                </a:lnTo>
                <a:lnTo>
                  <a:pt x="445" y="26"/>
                </a:lnTo>
                <a:lnTo>
                  <a:pt x="429" y="41"/>
                </a:lnTo>
                <a:lnTo>
                  <a:pt x="423" y="51"/>
                </a:lnTo>
                <a:lnTo>
                  <a:pt x="417" y="61"/>
                </a:lnTo>
                <a:lnTo>
                  <a:pt x="413" y="71"/>
                </a:lnTo>
                <a:lnTo>
                  <a:pt x="409" y="81"/>
                </a:lnTo>
                <a:lnTo>
                  <a:pt x="407" y="93"/>
                </a:lnTo>
                <a:lnTo>
                  <a:pt x="407" y="105"/>
                </a:lnTo>
                <a:lnTo>
                  <a:pt x="407" y="120"/>
                </a:lnTo>
                <a:lnTo>
                  <a:pt x="409" y="134"/>
                </a:lnTo>
                <a:lnTo>
                  <a:pt x="413" y="150"/>
                </a:lnTo>
                <a:lnTo>
                  <a:pt x="419" y="168"/>
                </a:lnTo>
                <a:lnTo>
                  <a:pt x="419" y="168"/>
                </a:lnTo>
                <a:close/>
                <a:moveTo>
                  <a:pt x="279" y="225"/>
                </a:moveTo>
                <a:lnTo>
                  <a:pt x="279" y="225"/>
                </a:lnTo>
                <a:lnTo>
                  <a:pt x="297" y="213"/>
                </a:lnTo>
                <a:lnTo>
                  <a:pt x="316" y="200"/>
                </a:lnTo>
                <a:lnTo>
                  <a:pt x="336" y="190"/>
                </a:lnTo>
                <a:lnTo>
                  <a:pt x="358" y="182"/>
                </a:lnTo>
                <a:lnTo>
                  <a:pt x="358" y="182"/>
                </a:lnTo>
                <a:lnTo>
                  <a:pt x="352" y="164"/>
                </a:lnTo>
                <a:lnTo>
                  <a:pt x="346" y="148"/>
                </a:lnTo>
                <a:lnTo>
                  <a:pt x="340" y="136"/>
                </a:lnTo>
                <a:lnTo>
                  <a:pt x="334" y="126"/>
                </a:lnTo>
                <a:lnTo>
                  <a:pt x="326" y="117"/>
                </a:lnTo>
                <a:lnTo>
                  <a:pt x="318" y="109"/>
                </a:lnTo>
                <a:lnTo>
                  <a:pt x="303" y="99"/>
                </a:lnTo>
                <a:lnTo>
                  <a:pt x="289" y="89"/>
                </a:lnTo>
                <a:lnTo>
                  <a:pt x="275" y="79"/>
                </a:lnTo>
                <a:lnTo>
                  <a:pt x="269" y="73"/>
                </a:lnTo>
                <a:lnTo>
                  <a:pt x="263" y="65"/>
                </a:lnTo>
                <a:lnTo>
                  <a:pt x="259" y="57"/>
                </a:lnTo>
                <a:lnTo>
                  <a:pt x="255" y="45"/>
                </a:lnTo>
                <a:lnTo>
                  <a:pt x="255" y="45"/>
                </a:lnTo>
                <a:lnTo>
                  <a:pt x="243" y="67"/>
                </a:lnTo>
                <a:lnTo>
                  <a:pt x="233" y="89"/>
                </a:lnTo>
                <a:lnTo>
                  <a:pt x="225" y="109"/>
                </a:lnTo>
                <a:lnTo>
                  <a:pt x="225" y="122"/>
                </a:lnTo>
                <a:lnTo>
                  <a:pt x="225" y="132"/>
                </a:lnTo>
                <a:lnTo>
                  <a:pt x="225" y="144"/>
                </a:lnTo>
                <a:lnTo>
                  <a:pt x="227" y="154"/>
                </a:lnTo>
                <a:lnTo>
                  <a:pt x="231" y="166"/>
                </a:lnTo>
                <a:lnTo>
                  <a:pt x="237" y="178"/>
                </a:lnTo>
                <a:lnTo>
                  <a:pt x="245" y="190"/>
                </a:lnTo>
                <a:lnTo>
                  <a:pt x="255" y="200"/>
                </a:lnTo>
                <a:lnTo>
                  <a:pt x="265" y="213"/>
                </a:lnTo>
                <a:lnTo>
                  <a:pt x="279" y="225"/>
                </a:lnTo>
                <a:lnTo>
                  <a:pt x="279" y="225"/>
                </a:lnTo>
                <a:close/>
                <a:moveTo>
                  <a:pt x="186" y="344"/>
                </a:moveTo>
                <a:lnTo>
                  <a:pt x="186" y="344"/>
                </a:lnTo>
                <a:lnTo>
                  <a:pt x="196" y="324"/>
                </a:lnTo>
                <a:lnTo>
                  <a:pt x="206" y="304"/>
                </a:lnTo>
                <a:lnTo>
                  <a:pt x="218" y="285"/>
                </a:lnTo>
                <a:lnTo>
                  <a:pt x="233" y="267"/>
                </a:lnTo>
                <a:lnTo>
                  <a:pt x="233" y="267"/>
                </a:lnTo>
                <a:lnTo>
                  <a:pt x="218" y="255"/>
                </a:lnTo>
                <a:lnTo>
                  <a:pt x="206" y="245"/>
                </a:lnTo>
                <a:lnTo>
                  <a:pt x="194" y="237"/>
                </a:lnTo>
                <a:lnTo>
                  <a:pt x="184" y="231"/>
                </a:lnTo>
                <a:lnTo>
                  <a:pt x="174" y="227"/>
                </a:lnTo>
                <a:lnTo>
                  <a:pt x="164" y="225"/>
                </a:lnTo>
                <a:lnTo>
                  <a:pt x="146" y="223"/>
                </a:lnTo>
                <a:lnTo>
                  <a:pt x="127" y="223"/>
                </a:lnTo>
                <a:lnTo>
                  <a:pt x="111" y="221"/>
                </a:lnTo>
                <a:lnTo>
                  <a:pt x="103" y="219"/>
                </a:lnTo>
                <a:lnTo>
                  <a:pt x="93" y="215"/>
                </a:lnTo>
                <a:lnTo>
                  <a:pt x="85" y="209"/>
                </a:lnTo>
                <a:lnTo>
                  <a:pt x="77" y="200"/>
                </a:lnTo>
                <a:lnTo>
                  <a:pt x="77" y="200"/>
                </a:lnTo>
                <a:lnTo>
                  <a:pt x="75" y="227"/>
                </a:lnTo>
                <a:lnTo>
                  <a:pt x="77" y="249"/>
                </a:lnTo>
                <a:lnTo>
                  <a:pt x="83" y="271"/>
                </a:lnTo>
                <a:lnTo>
                  <a:pt x="87" y="281"/>
                </a:lnTo>
                <a:lnTo>
                  <a:pt x="93" y="292"/>
                </a:lnTo>
                <a:lnTo>
                  <a:pt x="99" y="302"/>
                </a:lnTo>
                <a:lnTo>
                  <a:pt x="107" y="310"/>
                </a:lnTo>
                <a:lnTo>
                  <a:pt x="115" y="318"/>
                </a:lnTo>
                <a:lnTo>
                  <a:pt x="127" y="324"/>
                </a:lnTo>
                <a:lnTo>
                  <a:pt x="140" y="330"/>
                </a:lnTo>
                <a:lnTo>
                  <a:pt x="154" y="336"/>
                </a:lnTo>
                <a:lnTo>
                  <a:pt x="168" y="340"/>
                </a:lnTo>
                <a:lnTo>
                  <a:pt x="186" y="344"/>
                </a:lnTo>
                <a:lnTo>
                  <a:pt x="186" y="344"/>
                </a:lnTo>
                <a:close/>
                <a:moveTo>
                  <a:pt x="166" y="494"/>
                </a:moveTo>
                <a:lnTo>
                  <a:pt x="166" y="494"/>
                </a:lnTo>
                <a:lnTo>
                  <a:pt x="164" y="472"/>
                </a:lnTo>
                <a:lnTo>
                  <a:pt x="164" y="449"/>
                </a:lnTo>
                <a:lnTo>
                  <a:pt x="166" y="427"/>
                </a:lnTo>
                <a:lnTo>
                  <a:pt x="168" y="405"/>
                </a:lnTo>
                <a:lnTo>
                  <a:pt x="168" y="405"/>
                </a:lnTo>
                <a:lnTo>
                  <a:pt x="150" y="399"/>
                </a:lnTo>
                <a:lnTo>
                  <a:pt x="133" y="397"/>
                </a:lnTo>
                <a:lnTo>
                  <a:pt x="119" y="397"/>
                </a:lnTo>
                <a:lnTo>
                  <a:pt x="107" y="397"/>
                </a:lnTo>
                <a:lnTo>
                  <a:pt x="97" y="399"/>
                </a:lnTo>
                <a:lnTo>
                  <a:pt x="87" y="403"/>
                </a:lnTo>
                <a:lnTo>
                  <a:pt x="69" y="409"/>
                </a:lnTo>
                <a:lnTo>
                  <a:pt x="54" y="419"/>
                </a:lnTo>
                <a:lnTo>
                  <a:pt x="38" y="425"/>
                </a:lnTo>
                <a:lnTo>
                  <a:pt x="30" y="427"/>
                </a:lnTo>
                <a:lnTo>
                  <a:pt x="20" y="427"/>
                </a:lnTo>
                <a:lnTo>
                  <a:pt x="10" y="427"/>
                </a:lnTo>
                <a:lnTo>
                  <a:pt x="0" y="425"/>
                </a:lnTo>
                <a:lnTo>
                  <a:pt x="0" y="425"/>
                </a:lnTo>
                <a:lnTo>
                  <a:pt x="10" y="447"/>
                </a:lnTo>
                <a:lnTo>
                  <a:pt x="24" y="466"/>
                </a:lnTo>
                <a:lnTo>
                  <a:pt x="40" y="484"/>
                </a:lnTo>
                <a:lnTo>
                  <a:pt x="48" y="490"/>
                </a:lnTo>
                <a:lnTo>
                  <a:pt x="59" y="496"/>
                </a:lnTo>
                <a:lnTo>
                  <a:pt x="69" y="500"/>
                </a:lnTo>
                <a:lnTo>
                  <a:pt x="79" y="504"/>
                </a:lnTo>
                <a:lnTo>
                  <a:pt x="91" y="506"/>
                </a:lnTo>
                <a:lnTo>
                  <a:pt x="105" y="506"/>
                </a:lnTo>
                <a:lnTo>
                  <a:pt x="119" y="506"/>
                </a:lnTo>
                <a:lnTo>
                  <a:pt x="133" y="504"/>
                </a:lnTo>
                <a:lnTo>
                  <a:pt x="150" y="500"/>
                </a:lnTo>
                <a:lnTo>
                  <a:pt x="166" y="494"/>
                </a:lnTo>
                <a:lnTo>
                  <a:pt x="166" y="494"/>
                </a:lnTo>
                <a:close/>
                <a:moveTo>
                  <a:pt x="225" y="634"/>
                </a:moveTo>
                <a:lnTo>
                  <a:pt x="225" y="634"/>
                </a:lnTo>
                <a:lnTo>
                  <a:pt x="210" y="615"/>
                </a:lnTo>
                <a:lnTo>
                  <a:pt x="198" y="597"/>
                </a:lnTo>
                <a:lnTo>
                  <a:pt x="188" y="577"/>
                </a:lnTo>
                <a:lnTo>
                  <a:pt x="180" y="555"/>
                </a:lnTo>
                <a:lnTo>
                  <a:pt x="180" y="555"/>
                </a:lnTo>
                <a:lnTo>
                  <a:pt x="162" y="561"/>
                </a:lnTo>
                <a:lnTo>
                  <a:pt x="148" y="567"/>
                </a:lnTo>
                <a:lnTo>
                  <a:pt x="135" y="573"/>
                </a:lnTo>
                <a:lnTo>
                  <a:pt x="125" y="579"/>
                </a:lnTo>
                <a:lnTo>
                  <a:pt x="115" y="587"/>
                </a:lnTo>
                <a:lnTo>
                  <a:pt x="109" y="593"/>
                </a:lnTo>
                <a:lnTo>
                  <a:pt x="97" y="609"/>
                </a:lnTo>
                <a:lnTo>
                  <a:pt x="89" y="624"/>
                </a:lnTo>
                <a:lnTo>
                  <a:pt x="79" y="638"/>
                </a:lnTo>
                <a:lnTo>
                  <a:pt x="73" y="644"/>
                </a:lnTo>
                <a:lnTo>
                  <a:pt x="65" y="650"/>
                </a:lnTo>
                <a:lnTo>
                  <a:pt x="54" y="654"/>
                </a:lnTo>
                <a:lnTo>
                  <a:pt x="44" y="658"/>
                </a:lnTo>
                <a:lnTo>
                  <a:pt x="44" y="658"/>
                </a:lnTo>
                <a:lnTo>
                  <a:pt x="65" y="670"/>
                </a:lnTo>
                <a:lnTo>
                  <a:pt x="87" y="680"/>
                </a:lnTo>
                <a:lnTo>
                  <a:pt x="109" y="688"/>
                </a:lnTo>
                <a:lnTo>
                  <a:pt x="119" y="688"/>
                </a:lnTo>
                <a:lnTo>
                  <a:pt x="131" y="688"/>
                </a:lnTo>
                <a:lnTo>
                  <a:pt x="142" y="688"/>
                </a:lnTo>
                <a:lnTo>
                  <a:pt x="154" y="686"/>
                </a:lnTo>
                <a:lnTo>
                  <a:pt x="166" y="682"/>
                </a:lnTo>
                <a:lnTo>
                  <a:pt x="176" y="676"/>
                </a:lnTo>
                <a:lnTo>
                  <a:pt x="188" y="668"/>
                </a:lnTo>
                <a:lnTo>
                  <a:pt x="200" y="658"/>
                </a:lnTo>
                <a:lnTo>
                  <a:pt x="212" y="648"/>
                </a:lnTo>
                <a:lnTo>
                  <a:pt x="225" y="634"/>
                </a:lnTo>
                <a:lnTo>
                  <a:pt x="225" y="634"/>
                </a:lnTo>
                <a:close/>
                <a:moveTo>
                  <a:pt x="344" y="727"/>
                </a:moveTo>
                <a:lnTo>
                  <a:pt x="344" y="727"/>
                </a:lnTo>
                <a:lnTo>
                  <a:pt x="324" y="717"/>
                </a:lnTo>
                <a:lnTo>
                  <a:pt x="303" y="707"/>
                </a:lnTo>
                <a:lnTo>
                  <a:pt x="285" y="694"/>
                </a:lnTo>
                <a:lnTo>
                  <a:pt x="267" y="680"/>
                </a:lnTo>
                <a:lnTo>
                  <a:pt x="267" y="680"/>
                </a:lnTo>
                <a:lnTo>
                  <a:pt x="253" y="692"/>
                </a:lnTo>
                <a:lnTo>
                  <a:pt x="243" y="707"/>
                </a:lnTo>
                <a:lnTo>
                  <a:pt x="235" y="717"/>
                </a:lnTo>
                <a:lnTo>
                  <a:pt x="231" y="729"/>
                </a:lnTo>
                <a:lnTo>
                  <a:pt x="227" y="739"/>
                </a:lnTo>
                <a:lnTo>
                  <a:pt x="225" y="749"/>
                </a:lnTo>
                <a:lnTo>
                  <a:pt x="223" y="767"/>
                </a:lnTo>
                <a:lnTo>
                  <a:pt x="220" y="785"/>
                </a:lnTo>
                <a:lnTo>
                  <a:pt x="218" y="802"/>
                </a:lnTo>
                <a:lnTo>
                  <a:pt x="216" y="810"/>
                </a:lnTo>
                <a:lnTo>
                  <a:pt x="212" y="818"/>
                </a:lnTo>
                <a:lnTo>
                  <a:pt x="206" y="828"/>
                </a:lnTo>
                <a:lnTo>
                  <a:pt x="198" y="836"/>
                </a:lnTo>
                <a:lnTo>
                  <a:pt x="198" y="836"/>
                </a:lnTo>
                <a:lnTo>
                  <a:pt x="225" y="836"/>
                </a:lnTo>
                <a:lnTo>
                  <a:pt x="249" y="836"/>
                </a:lnTo>
                <a:lnTo>
                  <a:pt x="271" y="830"/>
                </a:lnTo>
                <a:lnTo>
                  <a:pt x="281" y="826"/>
                </a:lnTo>
                <a:lnTo>
                  <a:pt x="291" y="820"/>
                </a:lnTo>
                <a:lnTo>
                  <a:pt x="299" y="814"/>
                </a:lnTo>
                <a:lnTo>
                  <a:pt x="308" y="806"/>
                </a:lnTo>
                <a:lnTo>
                  <a:pt x="316" y="796"/>
                </a:lnTo>
                <a:lnTo>
                  <a:pt x="324" y="785"/>
                </a:lnTo>
                <a:lnTo>
                  <a:pt x="330" y="773"/>
                </a:lnTo>
                <a:lnTo>
                  <a:pt x="334" y="759"/>
                </a:lnTo>
                <a:lnTo>
                  <a:pt x="340" y="745"/>
                </a:lnTo>
                <a:lnTo>
                  <a:pt x="344" y="727"/>
                </a:lnTo>
                <a:lnTo>
                  <a:pt x="344" y="727"/>
                </a:lnTo>
                <a:close/>
                <a:moveTo>
                  <a:pt x="494" y="747"/>
                </a:moveTo>
                <a:lnTo>
                  <a:pt x="494" y="747"/>
                </a:lnTo>
                <a:lnTo>
                  <a:pt x="471" y="749"/>
                </a:lnTo>
                <a:lnTo>
                  <a:pt x="447" y="749"/>
                </a:lnTo>
                <a:lnTo>
                  <a:pt x="425" y="747"/>
                </a:lnTo>
                <a:lnTo>
                  <a:pt x="403" y="745"/>
                </a:lnTo>
                <a:lnTo>
                  <a:pt x="403" y="745"/>
                </a:lnTo>
                <a:lnTo>
                  <a:pt x="399" y="763"/>
                </a:lnTo>
                <a:lnTo>
                  <a:pt x="397" y="779"/>
                </a:lnTo>
                <a:lnTo>
                  <a:pt x="395" y="794"/>
                </a:lnTo>
                <a:lnTo>
                  <a:pt x="397" y="806"/>
                </a:lnTo>
                <a:lnTo>
                  <a:pt x="399" y="816"/>
                </a:lnTo>
                <a:lnTo>
                  <a:pt x="401" y="826"/>
                </a:lnTo>
                <a:lnTo>
                  <a:pt x="409" y="842"/>
                </a:lnTo>
                <a:lnTo>
                  <a:pt x="417" y="858"/>
                </a:lnTo>
                <a:lnTo>
                  <a:pt x="423" y="875"/>
                </a:lnTo>
                <a:lnTo>
                  <a:pt x="425" y="883"/>
                </a:lnTo>
                <a:lnTo>
                  <a:pt x="427" y="893"/>
                </a:lnTo>
                <a:lnTo>
                  <a:pt x="425" y="903"/>
                </a:lnTo>
                <a:lnTo>
                  <a:pt x="423" y="913"/>
                </a:lnTo>
                <a:lnTo>
                  <a:pt x="423" y="913"/>
                </a:lnTo>
                <a:lnTo>
                  <a:pt x="445" y="901"/>
                </a:lnTo>
                <a:lnTo>
                  <a:pt x="465" y="889"/>
                </a:lnTo>
                <a:lnTo>
                  <a:pt x="482" y="873"/>
                </a:lnTo>
                <a:lnTo>
                  <a:pt x="488" y="864"/>
                </a:lnTo>
                <a:lnTo>
                  <a:pt x="494" y="854"/>
                </a:lnTo>
                <a:lnTo>
                  <a:pt x="500" y="844"/>
                </a:lnTo>
                <a:lnTo>
                  <a:pt x="502" y="832"/>
                </a:lnTo>
                <a:lnTo>
                  <a:pt x="504" y="822"/>
                </a:lnTo>
                <a:lnTo>
                  <a:pt x="506" y="808"/>
                </a:lnTo>
                <a:lnTo>
                  <a:pt x="504" y="794"/>
                </a:lnTo>
                <a:lnTo>
                  <a:pt x="502" y="779"/>
                </a:lnTo>
                <a:lnTo>
                  <a:pt x="498" y="763"/>
                </a:lnTo>
                <a:lnTo>
                  <a:pt x="494" y="747"/>
                </a:lnTo>
                <a:lnTo>
                  <a:pt x="494" y="747"/>
                </a:lnTo>
                <a:close/>
                <a:moveTo>
                  <a:pt x="631" y="674"/>
                </a:moveTo>
                <a:lnTo>
                  <a:pt x="631" y="674"/>
                </a:lnTo>
                <a:lnTo>
                  <a:pt x="613" y="686"/>
                </a:lnTo>
                <a:lnTo>
                  <a:pt x="593" y="698"/>
                </a:lnTo>
                <a:lnTo>
                  <a:pt x="573" y="709"/>
                </a:lnTo>
                <a:lnTo>
                  <a:pt x="552" y="719"/>
                </a:lnTo>
                <a:lnTo>
                  <a:pt x="552" y="719"/>
                </a:lnTo>
                <a:lnTo>
                  <a:pt x="557" y="735"/>
                </a:lnTo>
                <a:lnTo>
                  <a:pt x="563" y="751"/>
                </a:lnTo>
                <a:lnTo>
                  <a:pt x="569" y="763"/>
                </a:lnTo>
                <a:lnTo>
                  <a:pt x="577" y="773"/>
                </a:lnTo>
                <a:lnTo>
                  <a:pt x="583" y="781"/>
                </a:lnTo>
                <a:lnTo>
                  <a:pt x="591" y="790"/>
                </a:lnTo>
                <a:lnTo>
                  <a:pt x="607" y="800"/>
                </a:lnTo>
                <a:lnTo>
                  <a:pt x="621" y="810"/>
                </a:lnTo>
                <a:lnTo>
                  <a:pt x="635" y="820"/>
                </a:lnTo>
                <a:lnTo>
                  <a:pt x="642" y="826"/>
                </a:lnTo>
                <a:lnTo>
                  <a:pt x="646" y="834"/>
                </a:lnTo>
                <a:lnTo>
                  <a:pt x="650" y="842"/>
                </a:lnTo>
                <a:lnTo>
                  <a:pt x="654" y="854"/>
                </a:lnTo>
                <a:lnTo>
                  <a:pt x="654" y="854"/>
                </a:lnTo>
                <a:lnTo>
                  <a:pt x="668" y="832"/>
                </a:lnTo>
                <a:lnTo>
                  <a:pt x="678" y="812"/>
                </a:lnTo>
                <a:lnTo>
                  <a:pt x="684" y="790"/>
                </a:lnTo>
                <a:lnTo>
                  <a:pt x="686" y="777"/>
                </a:lnTo>
                <a:lnTo>
                  <a:pt x="686" y="767"/>
                </a:lnTo>
                <a:lnTo>
                  <a:pt x="684" y="755"/>
                </a:lnTo>
                <a:lnTo>
                  <a:pt x="682" y="745"/>
                </a:lnTo>
                <a:lnTo>
                  <a:pt x="678" y="733"/>
                </a:lnTo>
                <a:lnTo>
                  <a:pt x="672" y="721"/>
                </a:lnTo>
                <a:lnTo>
                  <a:pt x="666" y="711"/>
                </a:lnTo>
                <a:lnTo>
                  <a:pt x="656" y="698"/>
                </a:lnTo>
                <a:lnTo>
                  <a:pt x="644" y="686"/>
                </a:lnTo>
                <a:lnTo>
                  <a:pt x="631" y="674"/>
                </a:lnTo>
                <a:lnTo>
                  <a:pt x="631" y="674"/>
                </a:lnTo>
                <a:close/>
                <a:moveTo>
                  <a:pt x="716" y="553"/>
                </a:moveTo>
                <a:lnTo>
                  <a:pt x="716" y="553"/>
                </a:lnTo>
                <a:lnTo>
                  <a:pt x="708" y="573"/>
                </a:lnTo>
                <a:lnTo>
                  <a:pt x="696" y="593"/>
                </a:lnTo>
                <a:lnTo>
                  <a:pt x="684" y="611"/>
                </a:lnTo>
                <a:lnTo>
                  <a:pt x="670" y="630"/>
                </a:lnTo>
                <a:lnTo>
                  <a:pt x="670" y="630"/>
                </a:lnTo>
                <a:lnTo>
                  <a:pt x="684" y="644"/>
                </a:lnTo>
                <a:lnTo>
                  <a:pt x="696" y="654"/>
                </a:lnTo>
                <a:lnTo>
                  <a:pt x="708" y="660"/>
                </a:lnTo>
                <a:lnTo>
                  <a:pt x="718" y="666"/>
                </a:lnTo>
                <a:lnTo>
                  <a:pt x="729" y="670"/>
                </a:lnTo>
                <a:lnTo>
                  <a:pt x="739" y="672"/>
                </a:lnTo>
                <a:lnTo>
                  <a:pt x="759" y="674"/>
                </a:lnTo>
                <a:lnTo>
                  <a:pt x="775" y="674"/>
                </a:lnTo>
                <a:lnTo>
                  <a:pt x="793" y="676"/>
                </a:lnTo>
                <a:lnTo>
                  <a:pt x="801" y="680"/>
                </a:lnTo>
                <a:lnTo>
                  <a:pt x="810" y="684"/>
                </a:lnTo>
                <a:lnTo>
                  <a:pt x="818" y="688"/>
                </a:lnTo>
                <a:lnTo>
                  <a:pt x="826" y="696"/>
                </a:lnTo>
                <a:lnTo>
                  <a:pt x="826" y="696"/>
                </a:lnTo>
                <a:lnTo>
                  <a:pt x="828" y="672"/>
                </a:lnTo>
                <a:lnTo>
                  <a:pt x="826" y="648"/>
                </a:lnTo>
                <a:lnTo>
                  <a:pt x="820" y="626"/>
                </a:lnTo>
                <a:lnTo>
                  <a:pt x="816" y="615"/>
                </a:lnTo>
                <a:lnTo>
                  <a:pt x="812" y="605"/>
                </a:lnTo>
                <a:lnTo>
                  <a:pt x="803" y="597"/>
                </a:lnTo>
                <a:lnTo>
                  <a:pt x="795" y="587"/>
                </a:lnTo>
                <a:lnTo>
                  <a:pt x="787" y="581"/>
                </a:lnTo>
                <a:lnTo>
                  <a:pt x="777" y="573"/>
                </a:lnTo>
                <a:lnTo>
                  <a:pt x="765" y="567"/>
                </a:lnTo>
                <a:lnTo>
                  <a:pt x="751" y="561"/>
                </a:lnTo>
                <a:lnTo>
                  <a:pt x="735" y="557"/>
                </a:lnTo>
                <a:lnTo>
                  <a:pt x="716" y="553"/>
                </a:lnTo>
                <a:lnTo>
                  <a:pt x="716" y="55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0000" tIns="46800" rIns="90000" bIns="46800" numCol="1" anchor="t" anchorCtr="0" compatLnSpc="1">
            <a:normAutofit/>
          </a:bodyPr>
          <a:lstStyle/>
          <a:p>
            <a:pPr fontAlgn="base"/>
            <a:endParaRPr lang="zh-CN" altLang="en-US" sz="1350" strike="noStrike" noProof="1"/>
          </a:p>
        </p:txBody>
      </p:sp>
      <p:sp>
        <p:nvSpPr>
          <p:cNvPr id="55301" name="文本框 14"/>
          <p:cNvSpPr txBox="1"/>
          <p:nvPr>
            <p:custDataLst>
              <p:tags r:id="rId5"/>
            </p:custDataLst>
          </p:nvPr>
        </p:nvSpPr>
        <p:spPr>
          <a:xfrm>
            <a:off x="47625" y="2336800"/>
            <a:ext cx="1860550" cy="901700"/>
          </a:xfrm>
          <a:prstGeom prst="rect">
            <a:avLst/>
          </a:prstGeom>
          <a:noFill/>
          <a:ln w="9525">
            <a:noFill/>
          </a:ln>
        </p:spPr>
        <p:txBody>
          <a:bodyPr wrap="square" lIns="90000" tIns="46800" rIns="90000" bIns="46800" anchor="t" anchorCtr="0"/>
          <a:p>
            <a:pPr algn="ct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endParaRPr lang="zh-CN" altLang="da-DK" sz="1100" dirty="0">
              <a:solidFill>
                <a:schemeClr val="bg1"/>
              </a:solidFill>
              <a:latin typeface="微软雅黑" panose="020B0503020204020204" charset="-122"/>
              <a:ea typeface="微软雅黑" panose="020B0503020204020204" charset="-122"/>
              <a:sym typeface="黑体" panose="02010609060101010101" charset="-122"/>
            </a:endParaRPr>
          </a:p>
        </p:txBody>
      </p:sp>
      <p:sp>
        <p:nvSpPr>
          <p:cNvPr id="55302" name="文本框 2"/>
          <p:cNvSpPr txBox="1"/>
          <p:nvPr>
            <p:custDataLst>
              <p:tags r:id="rId6"/>
            </p:custDataLst>
          </p:nvPr>
        </p:nvSpPr>
        <p:spPr>
          <a:xfrm>
            <a:off x="4533900" y="2325688"/>
            <a:ext cx="1862138" cy="903287"/>
          </a:xfrm>
          <a:prstGeom prst="rect">
            <a:avLst/>
          </a:prstGeom>
          <a:noFill/>
          <a:ln w="9525">
            <a:noFill/>
          </a:ln>
        </p:spPr>
        <p:txBody>
          <a:bodyPr wrap="square" lIns="90000" tIns="46800" rIns="90000" bIns="46800" anchor="t" anchorCtr="0"/>
          <a:p>
            <a:pPr algn="ct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r>
              <a:rPr lang="zh-CN" altLang="en-US" sz="1100" dirty="0">
                <a:solidFill>
                  <a:schemeClr val="bg1"/>
                </a:solidFill>
                <a:latin typeface="微软雅黑" panose="020B0503020204020204" charset="-122"/>
                <a:ea typeface="微软雅黑" panose="020B0503020204020204" charset="-122"/>
                <a:sym typeface="黑体" panose="02010609060101010101" charset="-122"/>
              </a:rPr>
              <a:t>，</a:t>
            </a:r>
            <a:r>
              <a:rPr lang="zh-CN" altLang="da-DK" sz="1100" dirty="0">
                <a:solidFill>
                  <a:schemeClr val="bg1"/>
                </a:solidFill>
                <a:latin typeface="微软雅黑" panose="020B0503020204020204" charset="-122"/>
                <a:ea typeface="微软雅黑" panose="020B0503020204020204" charset="-122"/>
                <a:sym typeface="黑体" panose="02010609060101010101" charset="-122"/>
              </a:rPr>
              <a:t>单击此处输入文本</a:t>
            </a:r>
            <a:endParaRPr lang="zh-CN" altLang="da-DK" sz="1100" dirty="0">
              <a:solidFill>
                <a:schemeClr val="bg1"/>
              </a:solidFill>
              <a:latin typeface="微软雅黑" panose="020B0503020204020204" charset="-122"/>
              <a:ea typeface="微软雅黑" panose="020B0503020204020204" charset="-122"/>
              <a:sym typeface="黑体" panose="02010609060101010101" charset="-122"/>
            </a:endParaRPr>
          </a:p>
        </p:txBody>
      </p:sp>
      <p:sp>
        <p:nvSpPr>
          <p:cNvPr id="55303" name="文本框 16"/>
          <p:cNvSpPr txBox="1"/>
          <p:nvPr>
            <p:custDataLst>
              <p:tags r:id="rId7"/>
            </p:custDataLst>
          </p:nvPr>
        </p:nvSpPr>
        <p:spPr>
          <a:xfrm>
            <a:off x="273050" y="228600"/>
            <a:ext cx="3016250" cy="460375"/>
          </a:xfrm>
          <a:prstGeom prst="rect">
            <a:avLst/>
          </a:prstGeom>
          <a:noFill/>
          <a:ln w="9525">
            <a:noFill/>
          </a:ln>
        </p:spPr>
        <p:txBody>
          <a:bodyPr wrap="square" anchor="t" anchorCtr="0">
            <a:spAutoFit/>
          </a:bodyPr>
          <a:p>
            <a:r>
              <a:rPr lang="zh-CN" altLang="zh-CN" sz="2400" b="1">
                <a:solidFill>
                  <a:srgbClr val="595959"/>
                </a:solidFill>
                <a:latin typeface="微软雅黑" panose="020B0503020204020204" charset="-122"/>
                <a:ea typeface="微软雅黑" panose="020B0503020204020204" charset="-122"/>
                <a:sym typeface="黑体" panose="02010609060101010101" charset="-122"/>
              </a:rPr>
              <a:t>变压器组成</a:t>
            </a:r>
            <a:endParaRPr lang="zh-CN"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18" name="矩形 17"/>
          <p:cNvSpPr/>
          <p:nvPr>
            <p:custDataLst>
              <p:tags r:id="rId8"/>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19" name="矩形 18"/>
          <p:cNvSpPr/>
          <p:nvPr>
            <p:custDataLst>
              <p:tags r:id="rId9"/>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pic>
        <p:nvPicPr>
          <p:cNvPr id="55306" name="图片 2"/>
          <p:cNvPicPr>
            <a:picLocks noChangeAspect="1"/>
          </p:cNvPicPr>
          <p:nvPr/>
        </p:nvPicPr>
        <p:blipFill>
          <a:blip r:embed="rId10"/>
          <a:stretch>
            <a:fillRect/>
          </a:stretch>
        </p:blipFill>
        <p:spPr>
          <a:xfrm>
            <a:off x="557213" y="969963"/>
            <a:ext cx="8205787" cy="4918075"/>
          </a:xfrm>
          <a:prstGeom prst="rect">
            <a:avLst/>
          </a:prstGeom>
          <a:noFill/>
          <a:ln w="9525">
            <a:noFill/>
          </a:ln>
        </p:spPr>
      </p:pic>
    </p:spTree>
    <p:custDataLst>
      <p:tags r:id="rId1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0" name="直接连接符 9"/>
          <p:cNvCxnSpPr/>
          <p:nvPr/>
        </p:nvCxnSpPr>
        <p:spPr>
          <a:xfrm>
            <a:off x="369888" y="3327400"/>
            <a:ext cx="8491538" cy="34925"/>
          </a:xfrm>
          <a:prstGeom prst="line">
            <a:avLst/>
          </a:prstGeom>
          <a:ln>
            <a:solidFill>
              <a:srgbClr val="578B18"/>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69888" y="2106613"/>
            <a:ext cx="8491538" cy="1104900"/>
          </a:xfrm>
          <a:prstGeom prst="rect">
            <a:avLst/>
          </a:prstGeom>
        </p:spPr>
        <p:txBody>
          <a:bodyPr vert="horz" lIns="90000" tIns="46800" rIns="90000" bIns="46800" rtlCol="0" anchor="ctr">
            <a:normAutofit fontScale="90000" lnSpcReduction="20000"/>
          </a:bodyPr>
          <a:lstStyle>
            <a:defPPr>
              <a:defRPr lang="zh-CN"/>
            </a:defPPr>
            <a:lvl1pPr lvl="0">
              <a:lnSpc>
                <a:spcPct val="90000"/>
              </a:lnSpc>
              <a:spcBef>
                <a:spcPct val="0"/>
              </a:spcBef>
              <a:buNone/>
              <a:defRPr sz="4800">
                <a:solidFill>
                  <a:srgbClr val="00B0F0"/>
                </a:solidFill>
                <a:latin typeface="+mj-lt"/>
                <a:ea typeface="+mj-ea"/>
                <a:cs typeface="+mj-cs"/>
              </a:defRPr>
            </a:lvl1pPr>
          </a:lstStyle>
          <a:p>
            <a:pPr lvl="0" fontAlgn="base">
              <a:defRPr/>
            </a:pPr>
            <a:r>
              <a:rPr lang="zh-CN" altLang="en-US" sz="8000" strike="noStrike" noProof="1" dirty="0">
                <a:solidFill>
                  <a:srgbClr val="578B18"/>
                </a:solidFill>
                <a:latin typeface="+mj-lt"/>
                <a:ea typeface="+mj-ea"/>
                <a:cs typeface="+mj-cs"/>
              </a:rPr>
              <a:t>总结：</a:t>
            </a:r>
            <a:endParaRPr lang="zh-CN" altLang="en-US" sz="8000" strike="noStrike" noProof="1" dirty="0">
              <a:solidFill>
                <a:srgbClr val="578B18"/>
              </a:solidFill>
            </a:endParaRPr>
          </a:p>
        </p:txBody>
      </p:sp>
      <p:sp>
        <p:nvSpPr>
          <p:cNvPr id="3" name="文本框 2"/>
          <p:cNvSpPr txBox="1"/>
          <p:nvPr/>
        </p:nvSpPr>
        <p:spPr>
          <a:xfrm>
            <a:off x="369888" y="3446463"/>
            <a:ext cx="8491538" cy="1401763"/>
          </a:xfrm>
          <a:prstGeom prst="rect">
            <a:avLst/>
          </a:prstGeom>
        </p:spPr>
        <p:txBody>
          <a:bodyPr vert="horz" lIns="90000" tIns="46800" rIns="90000" bIns="46800" rtlCol="0">
            <a:normAutofit fontScale="90000"/>
          </a:bodyPr>
          <a:lstStyle>
            <a:defPPr>
              <a:defRPr lang="zh-CN"/>
            </a:defPPr>
            <a:lvl1pPr marR="0" lvl="0" indent="0" eaLnBrk="0" fontAlgn="base" hangingPunct="0">
              <a:lnSpc>
                <a:spcPct val="100000"/>
              </a:lnSpc>
              <a:spcBef>
                <a:spcPct val="0"/>
              </a:spcBef>
              <a:spcAft>
                <a:spcPct val="0"/>
              </a:spcAft>
              <a:buClrTx/>
              <a:buSzTx/>
              <a:buFont typeface="Arial" panose="020B0604020202020204" pitchFamily="34" charset="0"/>
              <a:buNone/>
              <a:defRPr kumimoji="0" sz="3600" b="0" i="0" u="none" strike="noStrike" cap="none" spc="0" normalizeH="0" baseline="0">
                <a:ln>
                  <a:noFill/>
                </a:ln>
                <a:effectLst/>
                <a:uLnTx/>
                <a:uFillTx/>
                <a:latin typeface="Calibri" panose="020F0502020204030204" charset="0"/>
                <a:ea typeface="微软雅黑" panose="020B0503020204020204" charset="-122"/>
              </a:defRPr>
            </a:lvl1pPr>
            <a:lvl2pPr marL="685800" indent="-228600">
              <a:lnSpc>
                <a:spcPct val="90000"/>
              </a:lnSpc>
              <a:spcBef>
                <a:spcPts val="500"/>
              </a:spcBef>
              <a:buFont typeface="Arial" panose="020B0604020202020204" pitchFamily="34" charset="0"/>
              <a:buChar char="•"/>
              <a:defRPr sz="2000">
                <a:solidFill>
                  <a:schemeClr val="bg1">
                    <a:lumMod val="85000"/>
                  </a:schemeClr>
                </a:solidFill>
              </a:defRPr>
            </a:lvl2pPr>
            <a:lvl3pPr marL="1143000" indent="-228600">
              <a:lnSpc>
                <a:spcPct val="90000"/>
              </a:lnSpc>
              <a:spcBef>
                <a:spcPts val="500"/>
              </a:spcBef>
              <a:buFont typeface="Arial" panose="020B0604020202020204" pitchFamily="34" charset="0"/>
              <a:buChar char="•"/>
              <a:defRPr>
                <a:solidFill>
                  <a:schemeClr val="bg1">
                    <a:lumMod val="85000"/>
                  </a:schemeClr>
                </a:solidFill>
              </a:defRPr>
            </a:lvl3pPr>
            <a:lvl4pPr marL="1600200" indent="-228600">
              <a:lnSpc>
                <a:spcPct val="90000"/>
              </a:lnSpc>
              <a:spcBef>
                <a:spcPts val="500"/>
              </a:spcBef>
              <a:buFont typeface="Arial" panose="020B0604020202020204" pitchFamily="34" charset="0"/>
              <a:buChar char="•"/>
              <a:defRPr>
                <a:solidFill>
                  <a:schemeClr val="bg1">
                    <a:lumMod val="85000"/>
                  </a:schemeClr>
                </a:solidFill>
              </a:defRPr>
            </a:lvl4pPr>
            <a:lvl5pPr marL="2057400" indent="-228600">
              <a:lnSpc>
                <a:spcPct val="90000"/>
              </a:lnSpc>
              <a:spcBef>
                <a:spcPts val="500"/>
              </a:spcBef>
              <a:buFont typeface="Arial" panose="020B0604020202020204" pitchFamily="34" charset="0"/>
              <a:buChar char="•"/>
              <a:defRPr>
                <a:solidFill>
                  <a:schemeClr val="bg1">
                    <a:lumMod val="85000"/>
                  </a:schemeClr>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fontAlgn="base">
              <a:defRPr/>
            </a:pPr>
            <a:r>
              <a:rPr lang="zh-CN" altLang="en-US" sz="2800" strike="noStrike" noProof="1" dirty="0">
                <a:solidFill>
                  <a:srgbClr val="578B18"/>
                </a:solidFill>
                <a:latin typeface="+mj-ea"/>
                <a:ea typeface="微软雅黑" panose="020B0503020204020204" charset="-122"/>
                <a:cs typeface="+mn-cs"/>
              </a:rPr>
              <a:t>变压器组成部件包括器身(铁芯、绕组、绝缘、引线)、变压器油、油箱和冷却装置、调压装置、保护装置(吸湿器、安全气道、气体继电器、储油柜及测温装置等)和出线套管</a:t>
            </a:r>
            <a:endParaRPr lang="zh-CN" altLang="en-US" sz="2800" strike="noStrike" noProof="1" dirty="0">
              <a:solidFill>
                <a:srgbClr val="578B18"/>
              </a:solidFill>
              <a:latin typeface="+mj-ea"/>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文本框 34"/>
          <p:cNvSpPr txBox="1"/>
          <p:nvPr>
            <p:custDataLst>
              <p:tags r:id="rId1"/>
            </p:custDataLst>
          </p:nvPr>
        </p:nvSpPr>
        <p:spPr>
          <a:xfrm>
            <a:off x="1763713" y="2416175"/>
            <a:ext cx="1773238" cy="1419225"/>
          </a:xfrm>
          <a:prstGeom prst="rect">
            <a:avLst/>
          </a:prstGeom>
          <a:noFill/>
        </p:spPr>
        <p:txBody>
          <a:bodyPr wrap="square" lIns="90000" tIns="46800" rIns="90000" bIns="46800" rtlCol="0">
            <a:normAutofit/>
          </a:bodyPr>
          <a:lstStyle/>
          <a:p>
            <a:pPr algn="ctr" defTabSz="685800">
              <a:defRPr/>
            </a:pPr>
            <a:r>
              <a:rPr lang="en-US" altLang="zh-CN" sz="8625" noProof="1" dirty="0">
                <a:solidFill>
                  <a:srgbClr val="578B18"/>
                </a:solidFill>
                <a:latin typeface="Impact" panose="020B0806030902050204" pitchFamily="34" charset="0"/>
                <a:ea typeface="方正舒体" panose="02010601030101010101" pitchFamily="2" charset="-122"/>
                <a:cs typeface="+mn-cs"/>
                <a:sym typeface="+mn-ea"/>
              </a:rPr>
              <a:t>03</a:t>
            </a:r>
            <a:endParaRPr lang="en-US" altLang="zh-CN" sz="8625" noProof="1" dirty="0">
              <a:solidFill>
                <a:srgbClr val="578B18"/>
              </a:solidFill>
              <a:latin typeface="Impact" panose="020B0806030902050204" pitchFamily="34" charset="0"/>
              <a:ea typeface="方正舒体" panose="02010601030101010101" pitchFamily="2" charset="-122"/>
              <a:sym typeface="+mn-ea"/>
            </a:endParaRPr>
          </a:p>
        </p:txBody>
      </p:sp>
      <p:sp>
        <p:nvSpPr>
          <p:cNvPr id="58370" name="标题 4"/>
          <p:cNvSpPr>
            <a:spLocks noGrp="1"/>
          </p:cNvSpPr>
          <p:nvPr>
            <p:ph type="title" hasCustomPrompt="1"/>
          </p:nvPr>
        </p:nvSpPr>
        <p:spPr>
          <a:xfrm>
            <a:off x="3214688" y="2079625"/>
            <a:ext cx="3840162" cy="1073150"/>
          </a:xfrm>
        </p:spPr>
        <p:txBody>
          <a:bodyPr lIns="90000" tIns="46800" rIns="90000" bIns="46800" anchor="b" anchorCtr="0"/>
          <a:p>
            <a:pPr defTabSz="685800">
              <a:buNone/>
            </a:pPr>
            <a:r>
              <a:rPr lang="zh-CN" altLang="en-US" b="1" kern="1200">
                <a:solidFill>
                  <a:srgbClr val="578B18"/>
                </a:solidFill>
                <a:latin typeface="微软雅黑" panose="020B0503020204020204" charset="-122"/>
                <a:ea typeface="微软雅黑" panose="020B0503020204020204" charset="-122"/>
                <a:cs typeface="+mj-cs"/>
                <a:sym typeface="黑体" panose="02010609060101010101" charset="-122"/>
              </a:rPr>
              <a:t>变压器分类</a:t>
            </a:r>
            <a:endParaRPr lang="zh-CN" altLang="en-US" b="1" kern="1200" dirty="0">
              <a:solidFill>
                <a:srgbClr val="578B18"/>
              </a:solidFill>
              <a:latin typeface="微软雅黑" panose="020B0503020204020204" charset="-122"/>
              <a:ea typeface="微软雅黑" panose="020B0503020204020204" charset="-122"/>
              <a:cs typeface="+mj-cs"/>
              <a:sym typeface="黑体" panose="02010609060101010101" charset="-122"/>
            </a:endParaRPr>
          </a:p>
        </p:txBody>
      </p:sp>
      <p:sp>
        <p:nvSpPr>
          <p:cNvPr id="58371" name="文本占位符 5"/>
          <p:cNvSpPr>
            <a:spLocks noGrp="1"/>
          </p:cNvSpPr>
          <p:nvPr>
            <p:ph type="body" idx="1" hasCustomPrompt="1"/>
          </p:nvPr>
        </p:nvSpPr>
        <p:spPr>
          <a:xfrm>
            <a:off x="3214688" y="3179763"/>
            <a:ext cx="4065587" cy="1155700"/>
          </a:xfrm>
        </p:spPr>
        <p:txBody>
          <a:bodyPr lIns="90000" tIns="46800" rIns="90000" bIns="46800" anchor="t" anchorCtr="0"/>
          <a:p>
            <a:pPr defTabSz="685800">
              <a:lnSpc>
                <a:spcPct val="90000"/>
              </a:lnSpc>
            </a:pPr>
            <a:r>
              <a:rPr lang="en-US" altLang="zh-CN" kern="1200" dirty="0">
                <a:solidFill>
                  <a:srgbClr val="578B18"/>
                </a:solidFill>
                <a:latin typeface="微软雅黑" panose="020B0503020204020204" charset="-122"/>
                <a:ea typeface="微软雅黑" panose="020B0503020204020204" charset="-122"/>
                <a:cs typeface="+mn-cs"/>
                <a:sym typeface="黑体" panose="02010609060101010101" charset="-122"/>
              </a:rPr>
              <a:t>10</a:t>
            </a:r>
            <a:r>
              <a:rPr lang="zh-CN" altLang="en-US" kern="1200" dirty="0">
                <a:solidFill>
                  <a:srgbClr val="578B18"/>
                </a:solidFill>
                <a:latin typeface="微软雅黑" panose="020B0503020204020204" charset="-122"/>
                <a:ea typeface="微软雅黑" panose="020B0503020204020204" charset="-122"/>
                <a:cs typeface="+mn-cs"/>
                <a:sym typeface="黑体" panose="02010609060101010101" charset="-122"/>
              </a:rPr>
              <a:t>种分类方式</a:t>
            </a:r>
            <a:endParaRPr lang="zh-CN" altLang="en-US" kern="1200" dirty="0">
              <a:solidFill>
                <a:srgbClr val="578B18"/>
              </a:solidFill>
              <a:latin typeface="微软雅黑" panose="020B0503020204020204" charset="-122"/>
              <a:ea typeface="微软雅黑" panose="020B0503020204020204" charset="-122"/>
              <a:cs typeface="+mn-cs"/>
              <a:sym typeface="黑体" panose="02010609060101010101" charset="-122"/>
            </a:endParaRPr>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15"/>
          <p:cNvSpPr/>
          <p:nvPr>
            <p:custDataLst>
              <p:tags r:id="rId1"/>
            </p:custDataLst>
          </p:nvPr>
        </p:nvSpPr>
        <p:spPr>
          <a:xfrm>
            <a:off x="800100" y="1484313"/>
            <a:ext cx="7096125" cy="3889375"/>
          </a:xfrm>
          <a:prstGeom prst="rect">
            <a:avLst/>
          </a:prstGeom>
          <a:noFill/>
          <a:ln w="9525">
            <a:noFill/>
          </a:ln>
        </p:spPr>
        <p:txBody>
          <a:bodyPr wrap="square" lIns="90000" tIns="46800" rIns="90000" bIns="46800" anchor="t" anchorCtr="0"/>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变压器按电压等级：</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algn="ct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10KV; （配变、干变、箱变）</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algn="ct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35KV; （配变、电力变、干变、整流变、电炉变）</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algn="ct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66KV; （电力变、电炉变）</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algn="ct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110KV; （电力变、电炉变）</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algn="ct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220KV; （电力变、自耦变）</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algn="ct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330KV; （电力变、自耦变）</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algn="ct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500KV；（电力变）</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17" name="AutoShape 7"/>
          <p:cNvSpPr/>
          <p:nvPr>
            <p:custDataLst>
              <p:tags r:id="rId2"/>
            </p:custDataLst>
          </p:nvPr>
        </p:nvSpPr>
        <p:spPr bwMode="auto">
          <a:xfrm>
            <a:off x="7270750" y="3641725"/>
            <a:ext cx="525463" cy="525463"/>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solidFill>
          <a:ln>
            <a:noFill/>
          </a:ln>
          <a:effectLst/>
        </p:spPr>
        <p:txBody>
          <a:bodyPr lIns="90000" tIns="46800" rIns="90000" bIns="46800" anchor="ctr">
            <a:normAutofit/>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19" name="AutoShape 8"/>
          <p:cNvSpPr/>
          <p:nvPr>
            <p:custDataLst>
              <p:tags r:id="rId3"/>
            </p:custDataLst>
          </p:nvPr>
        </p:nvSpPr>
        <p:spPr bwMode="auto">
          <a:xfrm>
            <a:off x="7500938" y="3870325"/>
            <a:ext cx="65088" cy="66675"/>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0" name="AutoShape 9"/>
          <p:cNvSpPr/>
          <p:nvPr>
            <p:custDataLst>
              <p:tags r:id="rId4"/>
            </p:custDataLst>
          </p:nvPr>
        </p:nvSpPr>
        <p:spPr bwMode="auto">
          <a:xfrm>
            <a:off x="7434263" y="3805238"/>
            <a:ext cx="196850" cy="19685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solidFill>
          <a:ln>
            <a:noFill/>
          </a:ln>
          <a:effectLst/>
        </p:spPr>
        <p:txBody>
          <a:bodyPr lIns="90000" tIns="46800" rIns="90000" bIns="46800" anchor="ctr">
            <a:normAutofit fontScale="325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1" name="AutoShape 10"/>
          <p:cNvSpPr/>
          <p:nvPr>
            <p:custDataLst>
              <p:tags r:id="rId5"/>
            </p:custDataLst>
          </p:nvPr>
        </p:nvSpPr>
        <p:spPr bwMode="auto">
          <a:xfrm>
            <a:off x="7566025" y="3937000"/>
            <a:ext cx="82550" cy="8413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2" name="AutoShape 11"/>
          <p:cNvSpPr/>
          <p:nvPr>
            <p:custDataLst>
              <p:tags r:id="rId6"/>
            </p:custDataLst>
          </p:nvPr>
        </p:nvSpPr>
        <p:spPr bwMode="auto">
          <a:xfrm>
            <a:off x="7599363" y="3970338"/>
            <a:ext cx="115888" cy="120650"/>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3" name="AutoShape 12"/>
          <p:cNvSpPr/>
          <p:nvPr>
            <p:custDataLst>
              <p:tags r:id="rId7"/>
            </p:custDataLst>
          </p:nvPr>
        </p:nvSpPr>
        <p:spPr bwMode="auto">
          <a:xfrm>
            <a:off x="7583488" y="3952875"/>
            <a:ext cx="98425" cy="101600"/>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4" name="AutoShape 13"/>
          <p:cNvSpPr/>
          <p:nvPr>
            <p:custDataLst>
              <p:tags r:id="rId8"/>
            </p:custDataLst>
          </p:nvPr>
        </p:nvSpPr>
        <p:spPr bwMode="auto">
          <a:xfrm>
            <a:off x="7418388" y="3789363"/>
            <a:ext cx="80963" cy="82550"/>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5" name="AutoShape 14"/>
          <p:cNvSpPr/>
          <p:nvPr>
            <p:custDataLst>
              <p:tags r:id="rId9"/>
            </p:custDataLst>
          </p:nvPr>
        </p:nvSpPr>
        <p:spPr bwMode="auto">
          <a:xfrm>
            <a:off x="7353300" y="3724275"/>
            <a:ext cx="117475" cy="1190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6" name="AutoShape 15"/>
          <p:cNvSpPr/>
          <p:nvPr>
            <p:custDataLst>
              <p:tags r:id="rId10"/>
            </p:custDataLst>
          </p:nvPr>
        </p:nvSpPr>
        <p:spPr bwMode="auto">
          <a:xfrm>
            <a:off x="7386638" y="3756025"/>
            <a:ext cx="100013" cy="1031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59403" name="文本框 33"/>
          <p:cNvSpPr txBox="1"/>
          <p:nvPr>
            <p:custDataLst>
              <p:tags r:id="rId11"/>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变压器分类</a:t>
            </a:r>
            <a:r>
              <a:rPr lang="en-US" altLang="zh-CN" sz="2400" b="1">
                <a:solidFill>
                  <a:srgbClr val="595959"/>
                </a:solidFill>
                <a:latin typeface="微软雅黑" panose="020B0503020204020204" charset="-122"/>
                <a:ea typeface="微软雅黑" panose="020B0503020204020204" charset="-122"/>
                <a:sym typeface="黑体" panose="02010609060101010101" charset="-122"/>
              </a:rPr>
              <a:t>1</a:t>
            </a:r>
            <a:endParaRPr lang="en-US"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36" name="矩形 35"/>
          <p:cNvSpPr/>
          <p:nvPr>
            <p:custDataLst>
              <p:tags r:id="rId1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38" name="矩形 37"/>
          <p:cNvSpPr/>
          <p:nvPr>
            <p:custDataLst>
              <p:tags r:id="rId1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ustDataLst>
      <p:tags r:id="rId1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15"/>
          <p:cNvSpPr/>
          <p:nvPr>
            <p:custDataLst>
              <p:tags r:id="rId1"/>
            </p:custDataLst>
          </p:nvPr>
        </p:nvSpPr>
        <p:spPr>
          <a:xfrm>
            <a:off x="800100" y="1484313"/>
            <a:ext cx="7096125" cy="3889375"/>
          </a:xfrm>
          <a:prstGeom prst="rect">
            <a:avLst/>
          </a:prstGeom>
          <a:noFill/>
          <a:ln w="9525">
            <a:noFill/>
          </a:ln>
        </p:spPr>
        <p:txBody>
          <a:bodyPr wrap="square" lIns="90000" tIns="46800" rIns="90000" bIns="46800" anchor="t" anchorCtr="0"/>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按用途去分类：</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电力变［配变（35KV），电力变（330,500KV）］</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特种变压器［整流变(35KV)、电炉变（110KV）、矿用变、电抗器等］</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箱变（美式、欧式）</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17" name="AutoShape 7"/>
          <p:cNvSpPr/>
          <p:nvPr>
            <p:custDataLst>
              <p:tags r:id="rId2"/>
            </p:custDataLst>
          </p:nvPr>
        </p:nvSpPr>
        <p:spPr bwMode="auto">
          <a:xfrm>
            <a:off x="7270750" y="3641725"/>
            <a:ext cx="525463" cy="525463"/>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solidFill>
          <a:ln>
            <a:noFill/>
          </a:ln>
          <a:effectLst/>
        </p:spPr>
        <p:txBody>
          <a:bodyPr lIns="90000" tIns="46800" rIns="90000" bIns="46800" anchor="ctr">
            <a:normAutofit/>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19" name="AutoShape 8"/>
          <p:cNvSpPr/>
          <p:nvPr>
            <p:custDataLst>
              <p:tags r:id="rId3"/>
            </p:custDataLst>
          </p:nvPr>
        </p:nvSpPr>
        <p:spPr bwMode="auto">
          <a:xfrm>
            <a:off x="7500938" y="3870325"/>
            <a:ext cx="65088" cy="66675"/>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0" name="AutoShape 9"/>
          <p:cNvSpPr/>
          <p:nvPr>
            <p:custDataLst>
              <p:tags r:id="rId4"/>
            </p:custDataLst>
          </p:nvPr>
        </p:nvSpPr>
        <p:spPr bwMode="auto">
          <a:xfrm>
            <a:off x="7434263" y="3805238"/>
            <a:ext cx="196850" cy="19685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solidFill>
          <a:ln>
            <a:noFill/>
          </a:ln>
          <a:effectLst/>
        </p:spPr>
        <p:txBody>
          <a:bodyPr lIns="90000" tIns="46800" rIns="90000" bIns="46800" anchor="ctr">
            <a:normAutofit fontScale="325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1" name="AutoShape 10"/>
          <p:cNvSpPr/>
          <p:nvPr>
            <p:custDataLst>
              <p:tags r:id="rId5"/>
            </p:custDataLst>
          </p:nvPr>
        </p:nvSpPr>
        <p:spPr bwMode="auto">
          <a:xfrm>
            <a:off x="7566025" y="3937000"/>
            <a:ext cx="82550" cy="8413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2" name="AutoShape 11"/>
          <p:cNvSpPr/>
          <p:nvPr>
            <p:custDataLst>
              <p:tags r:id="rId6"/>
            </p:custDataLst>
          </p:nvPr>
        </p:nvSpPr>
        <p:spPr bwMode="auto">
          <a:xfrm>
            <a:off x="7599363" y="3970338"/>
            <a:ext cx="115888" cy="120650"/>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3" name="AutoShape 12"/>
          <p:cNvSpPr/>
          <p:nvPr>
            <p:custDataLst>
              <p:tags r:id="rId7"/>
            </p:custDataLst>
          </p:nvPr>
        </p:nvSpPr>
        <p:spPr bwMode="auto">
          <a:xfrm>
            <a:off x="7583488" y="3952875"/>
            <a:ext cx="98425" cy="101600"/>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4" name="AutoShape 13"/>
          <p:cNvSpPr/>
          <p:nvPr>
            <p:custDataLst>
              <p:tags r:id="rId8"/>
            </p:custDataLst>
          </p:nvPr>
        </p:nvSpPr>
        <p:spPr bwMode="auto">
          <a:xfrm>
            <a:off x="7418388" y="3789363"/>
            <a:ext cx="80963" cy="82550"/>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5" name="AutoShape 14"/>
          <p:cNvSpPr/>
          <p:nvPr>
            <p:custDataLst>
              <p:tags r:id="rId9"/>
            </p:custDataLst>
          </p:nvPr>
        </p:nvSpPr>
        <p:spPr bwMode="auto">
          <a:xfrm>
            <a:off x="7353300" y="3724275"/>
            <a:ext cx="117475" cy="1190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6" name="AutoShape 15"/>
          <p:cNvSpPr/>
          <p:nvPr>
            <p:custDataLst>
              <p:tags r:id="rId10"/>
            </p:custDataLst>
          </p:nvPr>
        </p:nvSpPr>
        <p:spPr bwMode="auto">
          <a:xfrm>
            <a:off x="7386638" y="3756025"/>
            <a:ext cx="100013" cy="1031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60427" name="文本框 33"/>
          <p:cNvSpPr txBox="1"/>
          <p:nvPr>
            <p:custDataLst>
              <p:tags r:id="rId11"/>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变压器分类</a:t>
            </a:r>
            <a:r>
              <a:rPr lang="en-US" altLang="zh-CN" sz="2400" b="1">
                <a:solidFill>
                  <a:srgbClr val="595959"/>
                </a:solidFill>
                <a:latin typeface="微软雅黑" panose="020B0503020204020204" charset="-122"/>
                <a:ea typeface="微软雅黑" panose="020B0503020204020204" charset="-122"/>
                <a:sym typeface="黑体" panose="02010609060101010101" charset="-122"/>
              </a:rPr>
              <a:t>2</a:t>
            </a:r>
            <a:endParaRPr lang="en-US"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36" name="矩形 35"/>
          <p:cNvSpPr/>
          <p:nvPr>
            <p:custDataLst>
              <p:tags r:id="rId1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38" name="矩形 37"/>
          <p:cNvSpPr/>
          <p:nvPr>
            <p:custDataLst>
              <p:tags r:id="rId1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ustDataLst>
      <p:tags r:id="rId1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15"/>
          <p:cNvSpPr/>
          <p:nvPr>
            <p:custDataLst>
              <p:tags r:id="rId1"/>
            </p:custDataLst>
          </p:nvPr>
        </p:nvSpPr>
        <p:spPr>
          <a:xfrm>
            <a:off x="800100" y="1484313"/>
            <a:ext cx="7096125" cy="3889375"/>
          </a:xfrm>
          <a:prstGeom prst="rect">
            <a:avLst/>
          </a:prstGeom>
          <a:noFill/>
          <a:ln w="9525">
            <a:noFill/>
          </a:ln>
        </p:spPr>
        <p:txBody>
          <a:bodyPr wrap="square" lIns="90000" tIns="46800" rIns="90000" bIns="46800" anchor="t" anchorCtr="0"/>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按结构类型分类：</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单相变压器 （用于单相负荷和三相变压器组）</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三相变压器 （用于三相系统的升、降压）</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多相变压器（基本都是整流变）</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17" name="AutoShape 7"/>
          <p:cNvSpPr/>
          <p:nvPr>
            <p:custDataLst>
              <p:tags r:id="rId2"/>
            </p:custDataLst>
          </p:nvPr>
        </p:nvSpPr>
        <p:spPr bwMode="auto">
          <a:xfrm>
            <a:off x="7270750" y="3641725"/>
            <a:ext cx="525463" cy="525463"/>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solidFill>
          <a:ln>
            <a:noFill/>
          </a:ln>
          <a:effectLst/>
        </p:spPr>
        <p:txBody>
          <a:bodyPr lIns="90000" tIns="46800" rIns="90000" bIns="46800" anchor="ctr">
            <a:normAutofit/>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19" name="AutoShape 8"/>
          <p:cNvSpPr/>
          <p:nvPr>
            <p:custDataLst>
              <p:tags r:id="rId3"/>
            </p:custDataLst>
          </p:nvPr>
        </p:nvSpPr>
        <p:spPr bwMode="auto">
          <a:xfrm>
            <a:off x="7500938" y="3870325"/>
            <a:ext cx="65088" cy="66675"/>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0" name="AutoShape 9"/>
          <p:cNvSpPr/>
          <p:nvPr>
            <p:custDataLst>
              <p:tags r:id="rId4"/>
            </p:custDataLst>
          </p:nvPr>
        </p:nvSpPr>
        <p:spPr bwMode="auto">
          <a:xfrm>
            <a:off x="7434263" y="3805238"/>
            <a:ext cx="196850" cy="19685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solidFill>
          <a:ln>
            <a:noFill/>
          </a:ln>
          <a:effectLst/>
        </p:spPr>
        <p:txBody>
          <a:bodyPr lIns="90000" tIns="46800" rIns="90000" bIns="46800" anchor="ctr">
            <a:normAutofit fontScale="325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1" name="AutoShape 10"/>
          <p:cNvSpPr/>
          <p:nvPr>
            <p:custDataLst>
              <p:tags r:id="rId5"/>
            </p:custDataLst>
          </p:nvPr>
        </p:nvSpPr>
        <p:spPr bwMode="auto">
          <a:xfrm>
            <a:off x="7566025" y="3937000"/>
            <a:ext cx="82550" cy="8413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2" name="AutoShape 11"/>
          <p:cNvSpPr/>
          <p:nvPr>
            <p:custDataLst>
              <p:tags r:id="rId6"/>
            </p:custDataLst>
          </p:nvPr>
        </p:nvSpPr>
        <p:spPr bwMode="auto">
          <a:xfrm>
            <a:off x="7599363" y="3970338"/>
            <a:ext cx="115888" cy="120650"/>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3" name="AutoShape 12"/>
          <p:cNvSpPr/>
          <p:nvPr>
            <p:custDataLst>
              <p:tags r:id="rId7"/>
            </p:custDataLst>
          </p:nvPr>
        </p:nvSpPr>
        <p:spPr bwMode="auto">
          <a:xfrm>
            <a:off x="7583488" y="3952875"/>
            <a:ext cx="98425" cy="101600"/>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4" name="AutoShape 13"/>
          <p:cNvSpPr/>
          <p:nvPr>
            <p:custDataLst>
              <p:tags r:id="rId8"/>
            </p:custDataLst>
          </p:nvPr>
        </p:nvSpPr>
        <p:spPr bwMode="auto">
          <a:xfrm>
            <a:off x="7418388" y="3789363"/>
            <a:ext cx="80963" cy="82550"/>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5" name="AutoShape 14"/>
          <p:cNvSpPr/>
          <p:nvPr>
            <p:custDataLst>
              <p:tags r:id="rId9"/>
            </p:custDataLst>
          </p:nvPr>
        </p:nvSpPr>
        <p:spPr bwMode="auto">
          <a:xfrm>
            <a:off x="7353300" y="3724275"/>
            <a:ext cx="117475" cy="1190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6" name="AutoShape 15"/>
          <p:cNvSpPr/>
          <p:nvPr>
            <p:custDataLst>
              <p:tags r:id="rId10"/>
            </p:custDataLst>
          </p:nvPr>
        </p:nvSpPr>
        <p:spPr bwMode="auto">
          <a:xfrm>
            <a:off x="7386638" y="3756025"/>
            <a:ext cx="100013" cy="1031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61451" name="文本框 33"/>
          <p:cNvSpPr txBox="1"/>
          <p:nvPr>
            <p:custDataLst>
              <p:tags r:id="rId11"/>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变压器分类</a:t>
            </a:r>
            <a:r>
              <a:rPr lang="en-US" altLang="zh-CN" sz="2400" b="1">
                <a:solidFill>
                  <a:srgbClr val="595959"/>
                </a:solidFill>
                <a:latin typeface="微软雅黑" panose="020B0503020204020204" charset="-122"/>
                <a:ea typeface="微软雅黑" panose="020B0503020204020204" charset="-122"/>
                <a:sym typeface="黑体" panose="02010609060101010101" charset="-122"/>
              </a:rPr>
              <a:t>3</a:t>
            </a:r>
            <a:endParaRPr lang="en-US"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36" name="矩形 35"/>
          <p:cNvSpPr/>
          <p:nvPr>
            <p:custDataLst>
              <p:tags r:id="rId1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38" name="矩形 37"/>
          <p:cNvSpPr/>
          <p:nvPr>
            <p:custDataLst>
              <p:tags r:id="rId1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ustDataLst>
      <p:tags r:id="rId14"/>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15"/>
          <p:cNvSpPr/>
          <p:nvPr>
            <p:custDataLst>
              <p:tags r:id="rId1"/>
            </p:custDataLst>
          </p:nvPr>
        </p:nvSpPr>
        <p:spPr>
          <a:xfrm>
            <a:off x="800100" y="1484313"/>
            <a:ext cx="7096125" cy="3889375"/>
          </a:xfrm>
          <a:prstGeom prst="rect">
            <a:avLst/>
          </a:prstGeom>
          <a:noFill/>
          <a:ln w="9525">
            <a:noFill/>
          </a:ln>
        </p:spPr>
        <p:txBody>
          <a:bodyPr wrap="square" lIns="90000" tIns="46800" rIns="90000" bIns="46800" anchor="t" anchorCtr="0"/>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按冷却介质分类：</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干变（35KV依靠空气对流进行冷却，用于小容量中低压变压器）</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油浸式变压器（220,330,500KV 以油做冷却介质）</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充气变压器 （能产生高压，对电气设备进行高压试验，）</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17" name="AutoShape 7"/>
          <p:cNvSpPr/>
          <p:nvPr>
            <p:custDataLst>
              <p:tags r:id="rId2"/>
            </p:custDataLst>
          </p:nvPr>
        </p:nvSpPr>
        <p:spPr bwMode="auto">
          <a:xfrm>
            <a:off x="7270750" y="3641725"/>
            <a:ext cx="525463" cy="525463"/>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solidFill>
          <a:ln>
            <a:noFill/>
          </a:ln>
          <a:effectLst/>
        </p:spPr>
        <p:txBody>
          <a:bodyPr lIns="90000" tIns="46800" rIns="90000" bIns="46800" anchor="ctr">
            <a:normAutofit/>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19" name="AutoShape 8"/>
          <p:cNvSpPr/>
          <p:nvPr>
            <p:custDataLst>
              <p:tags r:id="rId3"/>
            </p:custDataLst>
          </p:nvPr>
        </p:nvSpPr>
        <p:spPr bwMode="auto">
          <a:xfrm>
            <a:off x="7500938" y="3870325"/>
            <a:ext cx="65088" cy="66675"/>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0" name="AutoShape 9"/>
          <p:cNvSpPr/>
          <p:nvPr>
            <p:custDataLst>
              <p:tags r:id="rId4"/>
            </p:custDataLst>
          </p:nvPr>
        </p:nvSpPr>
        <p:spPr bwMode="auto">
          <a:xfrm>
            <a:off x="7434263" y="3805238"/>
            <a:ext cx="196850" cy="19685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solidFill>
          <a:ln>
            <a:noFill/>
          </a:ln>
          <a:effectLst/>
        </p:spPr>
        <p:txBody>
          <a:bodyPr lIns="90000" tIns="46800" rIns="90000" bIns="46800" anchor="ctr">
            <a:normAutofit fontScale="325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1" name="AutoShape 10"/>
          <p:cNvSpPr/>
          <p:nvPr>
            <p:custDataLst>
              <p:tags r:id="rId5"/>
            </p:custDataLst>
          </p:nvPr>
        </p:nvSpPr>
        <p:spPr bwMode="auto">
          <a:xfrm>
            <a:off x="7566025" y="3937000"/>
            <a:ext cx="82550" cy="8413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2" name="AutoShape 11"/>
          <p:cNvSpPr/>
          <p:nvPr>
            <p:custDataLst>
              <p:tags r:id="rId6"/>
            </p:custDataLst>
          </p:nvPr>
        </p:nvSpPr>
        <p:spPr bwMode="auto">
          <a:xfrm>
            <a:off x="7599363" y="3970338"/>
            <a:ext cx="115888" cy="120650"/>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3" name="AutoShape 12"/>
          <p:cNvSpPr/>
          <p:nvPr>
            <p:custDataLst>
              <p:tags r:id="rId7"/>
            </p:custDataLst>
          </p:nvPr>
        </p:nvSpPr>
        <p:spPr bwMode="auto">
          <a:xfrm>
            <a:off x="7583488" y="3952875"/>
            <a:ext cx="98425" cy="101600"/>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4" name="AutoShape 13"/>
          <p:cNvSpPr/>
          <p:nvPr>
            <p:custDataLst>
              <p:tags r:id="rId8"/>
            </p:custDataLst>
          </p:nvPr>
        </p:nvSpPr>
        <p:spPr bwMode="auto">
          <a:xfrm>
            <a:off x="7418388" y="3789363"/>
            <a:ext cx="80963" cy="82550"/>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5" name="AutoShape 14"/>
          <p:cNvSpPr/>
          <p:nvPr>
            <p:custDataLst>
              <p:tags r:id="rId9"/>
            </p:custDataLst>
          </p:nvPr>
        </p:nvSpPr>
        <p:spPr bwMode="auto">
          <a:xfrm>
            <a:off x="7353300" y="3724275"/>
            <a:ext cx="117475" cy="1190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6" name="AutoShape 15"/>
          <p:cNvSpPr/>
          <p:nvPr>
            <p:custDataLst>
              <p:tags r:id="rId10"/>
            </p:custDataLst>
          </p:nvPr>
        </p:nvSpPr>
        <p:spPr bwMode="auto">
          <a:xfrm>
            <a:off x="7386638" y="3756025"/>
            <a:ext cx="100013" cy="1031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62475" name="文本框 33"/>
          <p:cNvSpPr txBox="1"/>
          <p:nvPr>
            <p:custDataLst>
              <p:tags r:id="rId11"/>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变压器分类</a:t>
            </a:r>
            <a:r>
              <a:rPr lang="en-US" altLang="zh-CN" sz="2400" b="1">
                <a:solidFill>
                  <a:srgbClr val="595959"/>
                </a:solidFill>
                <a:latin typeface="微软雅黑" panose="020B0503020204020204" charset="-122"/>
                <a:ea typeface="微软雅黑" panose="020B0503020204020204" charset="-122"/>
                <a:sym typeface="黑体" panose="02010609060101010101" charset="-122"/>
              </a:rPr>
              <a:t>4</a:t>
            </a:r>
            <a:endParaRPr lang="en-US"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36" name="矩形 35"/>
          <p:cNvSpPr/>
          <p:nvPr>
            <p:custDataLst>
              <p:tags r:id="rId1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38" name="矩形 37"/>
          <p:cNvSpPr/>
          <p:nvPr>
            <p:custDataLst>
              <p:tags r:id="rId1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ustDataLst>
      <p:tags r:id="rId1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15"/>
          <p:cNvSpPr/>
          <p:nvPr>
            <p:custDataLst>
              <p:tags r:id="rId1"/>
            </p:custDataLst>
          </p:nvPr>
        </p:nvSpPr>
        <p:spPr>
          <a:xfrm>
            <a:off x="800100" y="1484313"/>
            <a:ext cx="7096125" cy="3889375"/>
          </a:xfrm>
          <a:prstGeom prst="rect">
            <a:avLst/>
          </a:prstGeom>
          <a:noFill/>
          <a:ln w="9525">
            <a:noFill/>
          </a:ln>
        </p:spPr>
        <p:txBody>
          <a:bodyPr wrap="square" lIns="90000" tIns="46800" rIns="90000" bIns="46800" anchor="t" anchorCtr="0"/>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按冷却方式分类：</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自冷ONAN</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风冷ONAF</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强迫油循环风冷OFAF</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强迫油循环水冷式 OFWF</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强导向油循环风冷ODAF</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强迫导向油循环冷水 ODWF</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17" name="AutoShape 7"/>
          <p:cNvSpPr/>
          <p:nvPr>
            <p:custDataLst>
              <p:tags r:id="rId2"/>
            </p:custDataLst>
          </p:nvPr>
        </p:nvSpPr>
        <p:spPr bwMode="auto">
          <a:xfrm>
            <a:off x="7270750" y="3641725"/>
            <a:ext cx="525463" cy="525463"/>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solidFill>
          <a:ln>
            <a:noFill/>
          </a:ln>
          <a:effectLst/>
        </p:spPr>
        <p:txBody>
          <a:bodyPr lIns="90000" tIns="46800" rIns="90000" bIns="46800" anchor="ctr">
            <a:normAutofit/>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19" name="AutoShape 8"/>
          <p:cNvSpPr/>
          <p:nvPr>
            <p:custDataLst>
              <p:tags r:id="rId3"/>
            </p:custDataLst>
          </p:nvPr>
        </p:nvSpPr>
        <p:spPr bwMode="auto">
          <a:xfrm>
            <a:off x="7500938" y="3870325"/>
            <a:ext cx="65088" cy="66675"/>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0" name="AutoShape 9"/>
          <p:cNvSpPr/>
          <p:nvPr>
            <p:custDataLst>
              <p:tags r:id="rId4"/>
            </p:custDataLst>
          </p:nvPr>
        </p:nvSpPr>
        <p:spPr bwMode="auto">
          <a:xfrm>
            <a:off x="7434263" y="3805238"/>
            <a:ext cx="196850" cy="19685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solidFill>
          <a:ln>
            <a:noFill/>
          </a:ln>
          <a:effectLst/>
        </p:spPr>
        <p:txBody>
          <a:bodyPr lIns="90000" tIns="46800" rIns="90000" bIns="46800" anchor="ctr">
            <a:normAutofit fontScale="325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1" name="AutoShape 10"/>
          <p:cNvSpPr/>
          <p:nvPr>
            <p:custDataLst>
              <p:tags r:id="rId5"/>
            </p:custDataLst>
          </p:nvPr>
        </p:nvSpPr>
        <p:spPr bwMode="auto">
          <a:xfrm>
            <a:off x="7566025" y="3937000"/>
            <a:ext cx="82550" cy="8413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2" name="AutoShape 11"/>
          <p:cNvSpPr/>
          <p:nvPr>
            <p:custDataLst>
              <p:tags r:id="rId6"/>
            </p:custDataLst>
          </p:nvPr>
        </p:nvSpPr>
        <p:spPr bwMode="auto">
          <a:xfrm>
            <a:off x="7599363" y="3970338"/>
            <a:ext cx="115888" cy="120650"/>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3" name="AutoShape 12"/>
          <p:cNvSpPr/>
          <p:nvPr>
            <p:custDataLst>
              <p:tags r:id="rId7"/>
            </p:custDataLst>
          </p:nvPr>
        </p:nvSpPr>
        <p:spPr bwMode="auto">
          <a:xfrm>
            <a:off x="7583488" y="3952875"/>
            <a:ext cx="98425" cy="101600"/>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4" name="AutoShape 13"/>
          <p:cNvSpPr/>
          <p:nvPr>
            <p:custDataLst>
              <p:tags r:id="rId8"/>
            </p:custDataLst>
          </p:nvPr>
        </p:nvSpPr>
        <p:spPr bwMode="auto">
          <a:xfrm>
            <a:off x="7418388" y="3789363"/>
            <a:ext cx="80963" cy="82550"/>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5" name="AutoShape 14"/>
          <p:cNvSpPr/>
          <p:nvPr>
            <p:custDataLst>
              <p:tags r:id="rId9"/>
            </p:custDataLst>
          </p:nvPr>
        </p:nvSpPr>
        <p:spPr bwMode="auto">
          <a:xfrm>
            <a:off x="7353300" y="3724275"/>
            <a:ext cx="117475" cy="1190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6" name="AutoShape 15"/>
          <p:cNvSpPr/>
          <p:nvPr>
            <p:custDataLst>
              <p:tags r:id="rId10"/>
            </p:custDataLst>
          </p:nvPr>
        </p:nvSpPr>
        <p:spPr bwMode="auto">
          <a:xfrm>
            <a:off x="7386638" y="3756025"/>
            <a:ext cx="100013" cy="1031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63499" name="文本框 33"/>
          <p:cNvSpPr txBox="1"/>
          <p:nvPr>
            <p:custDataLst>
              <p:tags r:id="rId11"/>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变压器分类</a:t>
            </a:r>
            <a:r>
              <a:rPr lang="en-US" altLang="zh-CN" sz="2400" b="1">
                <a:solidFill>
                  <a:srgbClr val="595959"/>
                </a:solidFill>
                <a:latin typeface="微软雅黑" panose="020B0503020204020204" charset="-122"/>
                <a:ea typeface="微软雅黑" panose="020B0503020204020204" charset="-122"/>
                <a:sym typeface="黑体" panose="02010609060101010101" charset="-122"/>
              </a:rPr>
              <a:t>5</a:t>
            </a:r>
            <a:endParaRPr lang="en-US"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36" name="矩形 35"/>
          <p:cNvSpPr/>
          <p:nvPr>
            <p:custDataLst>
              <p:tags r:id="rId1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38" name="矩形 37"/>
          <p:cNvSpPr/>
          <p:nvPr>
            <p:custDataLst>
              <p:tags r:id="rId1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ustDataLst>
      <p:tags r:id="rId14"/>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15"/>
          <p:cNvSpPr/>
          <p:nvPr>
            <p:custDataLst>
              <p:tags r:id="rId1"/>
            </p:custDataLst>
          </p:nvPr>
        </p:nvSpPr>
        <p:spPr>
          <a:xfrm>
            <a:off x="800100" y="1484313"/>
            <a:ext cx="7096125" cy="3889375"/>
          </a:xfrm>
          <a:prstGeom prst="rect">
            <a:avLst/>
          </a:prstGeom>
          <a:noFill/>
          <a:ln w="9525">
            <a:noFill/>
          </a:ln>
        </p:spPr>
        <p:txBody>
          <a:bodyPr wrap="square" lIns="90000" tIns="46800" rIns="90000" bIns="46800" anchor="t" anchorCtr="0"/>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按线圈数量分类</a:t>
            </a:r>
            <a:r>
              <a:rPr lang="en-US" altLang="zh-CN" sz="2000" b="1">
                <a:solidFill>
                  <a:srgbClr val="595959"/>
                </a:solidFill>
                <a:latin typeface="微软雅黑" panose="020B0503020204020204" charset="-122"/>
                <a:ea typeface="微软雅黑" panose="020B0503020204020204" charset="-122"/>
                <a:sym typeface="黑体" panose="02010609060101010101" charset="-122"/>
              </a:rPr>
              <a:t>:</a:t>
            </a:r>
            <a:endParaRPr lang="en-US" altLang="zh-CN"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自耦变压器</a:t>
            </a:r>
            <a:r>
              <a:rPr lang="zh-CN" altLang="en-US">
                <a:solidFill>
                  <a:srgbClr val="595959"/>
                </a:solidFill>
                <a:latin typeface="微软雅黑" panose="020B0503020204020204" charset="-122"/>
                <a:ea typeface="微软雅黑" panose="020B0503020204020204" charset="-122"/>
                <a:sym typeface="黑体" panose="02010609060101010101" charset="-122"/>
              </a:rPr>
              <a:t>（只有一个绕组，次极就是这个绕组的一部分；220KV以上才有自耦）用于连接不同电压的电力系统，也可以做为普通的升压或降后变压器用</a:t>
            </a:r>
            <a:r>
              <a:rPr lang="en-US" altLang="zh-CN">
                <a:solidFill>
                  <a:srgbClr val="595959"/>
                </a:solidFill>
                <a:latin typeface="微软雅黑" panose="020B0503020204020204" charset="-122"/>
                <a:ea typeface="微软雅黑" panose="020B0503020204020204" charset="-122"/>
                <a:sym typeface="黑体" panose="02010609060101010101" charset="-122"/>
              </a:rPr>
              <a:t>)</a:t>
            </a:r>
            <a:endParaRPr lang="en-US" altLang="zh-CN">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双绕组变压器 </a:t>
            </a:r>
            <a:r>
              <a:rPr lang="zh-CN" altLang="en-US">
                <a:solidFill>
                  <a:srgbClr val="595959"/>
                </a:solidFill>
                <a:latin typeface="微软雅黑" panose="020B0503020204020204" charset="-122"/>
                <a:ea typeface="微软雅黑" panose="020B0503020204020204" charset="-122"/>
                <a:sym typeface="黑体" panose="02010609060101010101" charset="-122"/>
              </a:rPr>
              <a:t>（用于连接电力系统中两个电压等级）</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三绕组变压器 </a:t>
            </a:r>
            <a:r>
              <a:rPr lang="zh-CN" altLang="en-US">
                <a:solidFill>
                  <a:srgbClr val="595959"/>
                </a:solidFill>
                <a:latin typeface="微软雅黑" panose="020B0503020204020204" charset="-122"/>
                <a:ea typeface="微软雅黑" panose="020B0503020204020204" charset="-122"/>
                <a:sym typeface="黑体" panose="02010609060101010101" charset="-122"/>
              </a:rPr>
              <a:t>（用于电力系统区域变电站中，连接三个电压等级）</a:t>
            </a:r>
            <a:endParaRPr lang="zh-CN" altLang="en-US">
              <a:solidFill>
                <a:srgbClr val="595959"/>
              </a:solidFill>
              <a:latin typeface="微软雅黑" panose="020B0503020204020204" charset="-122"/>
              <a:ea typeface="微软雅黑" panose="020B0503020204020204" charset="-122"/>
              <a:sym typeface="黑体" panose="02010609060101010101" charset="-122"/>
            </a:endParaRPr>
          </a:p>
        </p:txBody>
      </p:sp>
      <p:sp>
        <p:nvSpPr>
          <p:cNvPr id="17" name="AutoShape 7"/>
          <p:cNvSpPr/>
          <p:nvPr>
            <p:custDataLst>
              <p:tags r:id="rId2"/>
            </p:custDataLst>
          </p:nvPr>
        </p:nvSpPr>
        <p:spPr bwMode="auto">
          <a:xfrm>
            <a:off x="7270750" y="3641725"/>
            <a:ext cx="525463" cy="525463"/>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solidFill>
          <a:ln>
            <a:noFill/>
          </a:ln>
          <a:effectLst/>
        </p:spPr>
        <p:txBody>
          <a:bodyPr lIns="90000" tIns="46800" rIns="90000" bIns="46800" anchor="ctr">
            <a:normAutofit/>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19" name="AutoShape 8"/>
          <p:cNvSpPr/>
          <p:nvPr>
            <p:custDataLst>
              <p:tags r:id="rId3"/>
            </p:custDataLst>
          </p:nvPr>
        </p:nvSpPr>
        <p:spPr bwMode="auto">
          <a:xfrm>
            <a:off x="7500938" y="3870325"/>
            <a:ext cx="65088" cy="66675"/>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0" name="AutoShape 9"/>
          <p:cNvSpPr/>
          <p:nvPr>
            <p:custDataLst>
              <p:tags r:id="rId4"/>
            </p:custDataLst>
          </p:nvPr>
        </p:nvSpPr>
        <p:spPr bwMode="auto">
          <a:xfrm>
            <a:off x="7434263" y="3805238"/>
            <a:ext cx="196850" cy="19685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solidFill>
          <a:ln>
            <a:noFill/>
          </a:ln>
          <a:effectLst/>
        </p:spPr>
        <p:txBody>
          <a:bodyPr lIns="90000" tIns="46800" rIns="90000" bIns="46800" anchor="ctr">
            <a:normAutofit fontScale="325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1" name="AutoShape 10"/>
          <p:cNvSpPr/>
          <p:nvPr>
            <p:custDataLst>
              <p:tags r:id="rId5"/>
            </p:custDataLst>
          </p:nvPr>
        </p:nvSpPr>
        <p:spPr bwMode="auto">
          <a:xfrm>
            <a:off x="7566025" y="3937000"/>
            <a:ext cx="82550" cy="8413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2" name="AutoShape 11"/>
          <p:cNvSpPr/>
          <p:nvPr>
            <p:custDataLst>
              <p:tags r:id="rId6"/>
            </p:custDataLst>
          </p:nvPr>
        </p:nvSpPr>
        <p:spPr bwMode="auto">
          <a:xfrm>
            <a:off x="7599363" y="3970338"/>
            <a:ext cx="115888" cy="120650"/>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3" name="AutoShape 12"/>
          <p:cNvSpPr/>
          <p:nvPr>
            <p:custDataLst>
              <p:tags r:id="rId7"/>
            </p:custDataLst>
          </p:nvPr>
        </p:nvSpPr>
        <p:spPr bwMode="auto">
          <a:xfrm>
            <a:off x="7583488" y="3952875"/>
            <a:ext cx="98425" cy="101600"/>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4" name="AutoShape 13"/>
          <p:cNvSpPr/>
          <p:nvPr>
            <p:custDataLst>
              <p:tags r:id="rId8"/>
            </p:custDataLst>
          </p:nvPr>
        </p:nvSpPr>
        <p:spPr bwMode="auto">
          <a:xfrm>
            <a:off x="7418388" y="3789363"/>
            <a:ext cx="80963" cy="82550"/>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5" name="AutoShape 14"/>
          <p:cNvSpPr/>
          <p:nvPr>
            <p:custDataLst>
              <p:tags r:id="rId9"/>
            </p:custDataLst>
          </p:nvPr>
        </p:nvSpPr>
        <p:spPr bwMode="auto">
          <a:xfrm>
            <a:off x="7353300" y="3724275"/>
            <a:ext cx="117475" cy="1190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6" name="AutoShape 15"/>
          <p:cNvSpPr/>
          <p:nvPr>
            <p:custDataLst>
              <p:tags r:id="rId10"/>
            </p:custDataLst>
          </p:nvPr>
        </p:nvSpPr>
        <p:spPr bwMode="auto">
          <a:xfrm>
            <a:off x="7386638" y="3756025"/>
            <a:ext cx="100013" cy="1031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64523" name="文本框 33"/>
          <p:cNvSpPr txBox="1"/>
          <p:nvPr>
            <p:custDataLst>
              <p:tags r:id="rId11"/>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变压器分类</a:t>
            </a:r>
            <a:r>
              <a:rPr lang="en-US" altLang="zh-CN" sz="2400" b="1">
                <a:solidFill>
                  <a:srgbClr val="595959"/>
                </a:solidFill>
                <a:latin typeface="微软雅黑" panose="020B0503020204020204" charset="-122"/>
                <a:ea typeface="微软雅黑" panose="020B0503020204020204" charset="-122"/>
                <a:sym typeface="黑体" panose="02010609060101010101" charset="-122"/>
              </a:rPr>
              <a:t>6</a:t>
            </a:r>
            <a:endParaRPr lang="en-US"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36" name="矩形 35"/>
          <p:cNvSpPr/>
          <p:nvPr>
            <p:custDataLst>
              <p:tags r:id="rId1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38" name="矩形 37"/>
          <p:cNvSpPr/>
          <p:nvPr>
            <p:custDataLst>
              <p:tags r:id="rId1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ustDataLst>
      <p:tags r:id="rId14"/>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15"/>
          <p:cNvSpPr/>
          <p:nvPr>
            <p:custDataLst>
              <p:tags r:id="rId1"/>
            </p:custDataLst>
          </p:nvPr>
        </p:nvSpPr>
        <p:spPr>
          <a:xfrm>
            <a:off x="800100" y="1484313"/>
            <a:ext cx="7096125" cy="3889375"/>
          </a:xfrm>
          <a:prstGeom prst="rect">
            <a:avLst/>
          </a:prstGeom>
          <a:noFill/>
          <a:ln w="9525">
            <a:noFill/>
          </a:ln>
        </p:spPr>
        <p:txBody>
          <a:bodyPr wrap="square" lIns="90000" tIns="46800" rIns="90000" bIns="46800" anchor="t" anchorCtr="0"/>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按导电材质分类</a:t>
            </a:r>
            <a:r>
              <a:rPr lang="en-US" altLang="zh-CN" sz="2000" b="1">
                <a:solidFill>
                  <a:srgbClr val="595959"/>
                </a:solidFill>
                <a:latin typeface="微软雅黑" panose="020B0503020204020204" charset="-122"/>
                <a:ea typeface="微软雅黑" panose="020B0503020204020204" charset="-122"/>
                <a:sym typeface="黑体" panose="02010609060101010101" charset="-122"/>
              </a:rPr>
              <a:t>:</a:t>
            </a:r>
            <a:endParaRPr lang="en-US" altLang="zh-CN"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en-US" altLang="zh-CN"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铜线变压器</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铝线变压器</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半铜半铝</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超导变压器 （超导环境下中运行、使用）</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17" name="AutoShape 7"/>
          <p:cNvSpPr/>
          <p:nvPr>
            <p:custDataLst>
              <p:tags r:id="rId2"/>
            </p:custDataLst>
          </p:nvPr>
        </p:nvSpPr>
        <p:spPr bwMode="auto">
          <a:xfrm>
            <a:off x="7270750" y="3641725"/>
            <a:ext cx="525463" cy="525463"/>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solidFill>
          <a:ln>
            <a:noFill/>
          </a:ln>
          <a:effectLst/>
        </p:spPr>
        <p:txBody>
          <a:bodyPr lIns="90000" tIns="46800" rIns="90000" bIns="46800" anchor="ctr">
            <a:normAutofit/>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19" name="AutoShape 8"/>
          <p:cNvSpPr/>
          <p:nvPr>
            <p:custDataLst>
              <p:tags r:id="rId3"/>
            </p:custDataLst>
          </p:nvPr>
        </p:nvSpPr>
        <p:spPr bwMode="auto">
          <a:xfrm>
            <a:off x="7500938" y="3870325"/>
            <a:ext cx="65088" cy="66675"/>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0" name="AutoShape 9"/>
          <p:cNvSpPr/>
          <p:nvPr>
            <p:custDataLst>
              <p:tags r:id="rId4"/>
            </p:custDataLst>
          </p:nvPr>
        </p:nvSpPr>
        <p:spPr bwMode="auto">
          <a:xfrm>
            <a:off x="7434263" y="3805238"/>
            <a:ext cx="196850" cy="19685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solidFill>
          <a:ln>
            <a:noFill/>
          </a:ln>
          <a:effectLst/>
        </p:spPr>
        <p:txBody>
          <a:bodyPr lIns="90000" tIns="46800" rIns="90000" bIns="46800" anchor="ctr">
            <a:normAutofit fontScale="325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1" name="AutoShape 10"/>
          <p:cNvSpPr/>
          <p:nvPr>
            <p:custDataLst>
              <p:tags r:id="rId5"/>
            </p:custDataLst>
          </p:nvPr>
        </p:nvSpPr>
        <p:spPr bwMode="auto">
          <a:xfrm>
            <a:off x="7566025" y="3937000"/>
            <a:ext cx="82550" cy="8413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2" name="AutoShape 11"/>
          <p:cNvSpPr/>
          <p:nvPr>
            <p:custDataLst>
              <p:tags r:id="rId6"/>
            </p:custDataLst>
          </p:nvPr>
        </p:nvSpPr>
        <p:spPr bwMode="auto">
          <a:xfrm>
            <a:off x="7599363" y="3970338"/>
            <a:ext cx="115888" cy="120650"/>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3" name="AutoShape 12"/>
          <p:cNvSpPr/>
          <p:nvPr>
            <p:custDataLst>
              <p:tags r:id="rId7"/>
            </p:custDataLst>
          </p:nvPr>
        </p:nvSpPr>
        <p:spPr bwMode="auto">
          <a:xfrm>
            <a:off x="7583488" y="3952875"/>
            <a:ext cx="98425" cy="101600"/>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4" name="AutoShape 13"/>
          <p:cNvSpPr/>
          <p:nvPr>
            <p:custDataLst>
              <p:tags r:id="rId8"/>
            </p:custDataLst>
          </p:nvPr>
        </p:nvSpPr>
        <p:spPr bwMode="auto">
          <a:xfrm>
            <a:off x="7418388" y="3789363"/>
            <a:ext cx="80963" cy="82550"/>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5" name="AutoShape 14"/>
          <p:cNvSpPr/>
          <p:nvPr>
            <p:custDataLst>
              <p:tags r:id="rId9"/>
            </p:custDataLst>
          </p:nvPr>
        </p:nvSpPr>
        <p:spPr bwMode="auto">
          <a:xfrm>
            <a:off x="7353300" y="3724275"/>
            <a:ext cx="117475" cy="1190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6" name="AutoShape 15"/>
          <p:cNvSpPr/>
          <p:nvPr>
            <p:custDataLst>
              <p:tags r:id="rId10"/>
            </p:custDataLst>
          </p:nvPr>
        </p:nvSpPr>
        <p:spPr bwMode="auto">
          <a:xfrm>
            <a:off x="7386638" y="3756025"/>
            <a:ext cx="100013" cy="1031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65547" name="文本框 33"/>
          <p:cNvSpPr txBox="1"/>
          <p:nvPr>
            <p:custDataLst>
              <p:tags r:id="rId11"/>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变压器分类</a:t>
            </a:r>
            <a:r>
              <a:rPr lang="en-US" altLang="zh-CN" sz="2400" b="1">
                <a:solidFill>
                  <a:srgbClr val="595959"/>
                </a:solidFill>
                <a:latin typeface="微软雅黑" panose="020B0503020204020204" charset="-122"/>
                <a:ea typeface="微软雅黑" panose="020B0503020204020204" charset="-122"/>
                <a:sym typeface="黑体" panose="02010609060101010101" charset="-122"/>
              </a:rPr>
              <a:t>7</a:t>
            </a:r>
            <a:endParaRPr lang="en-US"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36" name="矩形 35"/>
          <p:cNvSpPr/>
          <p:nvPr>
            <p:custDataLst>
              <p:tags r:id="rId1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38" name="矩形 37"/>
          <p:cNvSpPr/>
          <p:nvPr>
            <p:custDataLst>
              <p:tags r:id="rId1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ustDataLst>
      <p:tags r:id="rId14"/>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15"/>
          <p:cNvSpPr/>
          <p:nvPr>
            <p:custDataLst>
              <p:tags r:id="rId1"/>
            </p:custDataLst>
          </p:nvPr>
        </p:nvSpPr>
        <p:spPr>
          <a:xfrm>
            <a:off x="800100" y="1484313"/>
            <a:ext cx="7096125" cy="3889375"/>
          </a:xfrm>
          <a:prstGeom prst="rect">
            <a:avLst/>
          </a:prstGeom>
          <a:noFill/>
          <a:ln w="9525">
            <a:noFill/>
          </a:ln>
        </p:spPr>
        <p:txBody>
          <a:bodyPr wrap="square" lIns="90000" tIns="46800" rIns="90000" bIns="46800" anchor="t" anchorCtr="0"/>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按调压方式分类：</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无励磁调压变压器 NLTC</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有载调压变压器 OLTC</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17" name="AutoShape 7"/>
          <p:cNvSpPr/>
          <p:nvPr>
            <p:custDataLst>
              <p:tags r:id="rId2"/>
            </p:custDataLst>
          </p:nvPr>
        </p:nvSpPr>
        <p:spPr bwMode="auto">
          <a:xfrm>
            <a:off x="7270750" y="3641725"/>
            <a:ext cx="525463" cy="525463"/>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solidFill>
          <a:ln>
            <a:noFill/>
          </a:ln>
          <a:effectLst/>
        </p:spPr>
        <p:txBody>
          <a:bodyPr lIns="90000" tIns="46800" rIns="90000" bIns="46800" anchor="ctr">
            <a:normAutofit/>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19" name="AutoShape 8"/>
          <p:cNvSpPr/>
          <p:nvPr>
            <p:custDataLst>
              <p:tags r:id="rId3"/>
            </p:custDataLst>
          </p:nvPr>
        </p:nvSpPr>
        <p:spPr bwMode="auto">
          <a:xfrm>
            <a:off x="7500938" y="3870325"/>
            <a:ext cx="65088" cy="66675"/>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0" name="AutoShape 9"/>
          <p:cNvSpPr/>
          <p:nvPr>
            <p:custDataLst>
              <p:tags r:id="rId4"/>
            </p:custDataLst>
          </p:nvPr>
        </p:nvSpPr>
        <p:spPr bwMode="auto">
          <a:xfrm>
            <a:off x="7434263" y="3805238"/>
            <a:ext cx="196850" cy="19685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solidFill>
          <a:ln>
            <a:noFill/>
          </a:ln>
          <a:effectLst/>
        </p:spPr>
        <p:txBody>
          <a:bodyPr lIns="90000" tIns="46800" rIns="90000" bIns="46800" anchor="ctr">
            <a:normAutofit fontScale="325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1" name="AutoShape 10"/>
          <p:cNvSpPr/>
          <p:nvPr>
            <p:custDataLst>
              <p:tags r:id="rId5"/>
            </p:custDataLst>
          </p:nvPr>
        </p:nvSpPr>
        <p:spPr bwMode="auto">
          <a:xfrm>
            <a:off x="7566025" y="3937000"/>
            <a:ext cx="82550" cy="8413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2" name="AutoShape 11"/>
          <p:cNvSpPr/>
          <p:nvPr>
            <p:custDataLst>
              <p:tags r:id="rId6"/>
            </p:custDataLst>
          </p:nvPr>
        </p:nvSpPr>
        <p:spPr bwMode="auto">
          <a:xfrm>
            <a:off x="7599363" y="3970338"/>
            <a:ext cx="115888" cy="120650"/>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3" name="AutoShape 12"/>
          <p:cNvSpPr/>
          <p:nvPr>
            <p:custDataLst>
              <p:tags r:id="rId7"/>
            </p:custDataLst>
          </p:nvPr>
        </p:nvSpPr>
        <p:spPr bwMode="auto">
          <a:xfrm>
            <a:off x="7583488" y="3952875"/>
            <a:ext cx="98425" cy="101600"/>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4" name="AutoShape 13"/>
          <p:cNvSpPr/>
          <p:nvPr>
            <p:custDataLst>
              <p:tags r:id="rId8"/>
            </p:custDataLst>
          </p:nvPr>
        </p:nvSpPr>
        <p:spPr bwMode="auto">
          <a:xfrm>
            <a:off x="7418388" y="3789363"/>
            <a:ext cx="80963" cy="82550"/>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5" name="AutoShape 14"/>
          <p:cNvSpPr/>
          <p:nvPr>
            <p:custDataLst>
              <p:tags r:id="rId9"/>
            </p:custDataLst>
          </p:nvPr>
        </p:nvSpPr>
        <p:spPr bwMode="auto">
          <a:xfrm>
            <a:off x="7353300" y="3724275"/>
            <a:ext cx="117475" cy="1190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6" name="AutoShape 15"/>
          <p:cNvSpPr/>
          <p:nvPr>
            <p:custDataLst>
              <p:tags r:id="rId10"/>
            </p:custDataLst>
          </p:nvPr>
        </p:nvSpPr>
        <p:spPr bwMode="auto">
          <a:xfrm>
            <a:off x="7386638" y="3756025"/>
            <a:ext cx="100013" cy="1031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66571" name="文本框 33"/>
          <p:cNvSpPr txBox="1"/>
          <p:nvPr>
            <p:custDataLst>
              <p:tags r:id="rId11"/>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变压器分类</a:t>
            </a:r>
            <a:r>
              <a:rPr lang="en-US" altLang="zh-CN" sz="2400" b="1">
                <a:solidFill>
                  <a:srgbClr val="595959"/>
                </a:solidFill>
                <a:latin typeface="微软雅黑" panose="020B0503020204020204" charset="-122"/>
                <a:ea typeface="微软雅黑" panose="020B0503020204020204" charset="-122"/>
                <a:sym typeface="黑体" panose="02010609060101010101" charset="-122"/>
              </a:rPr>
              <a:t>8</a:t>
            </a:r>
            <a:endParaRPr lang="en-US"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36" name="矩形 35"/>
          <p:cNvSpPr/>
          <p:nvPr>
            <p:custDataLst>
              <p:tags r:id="rId1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38" name="矩形 37"/>
          <p:cNvSpPr/>
          <p:nvPr>
            <p:custDataLst>
              <p:tags r:id="rId1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ustDataLst>
      <p:tags r:id="rId14"/>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15"/>
          <p:cNvSpPr/>
          <p:nvPr>
            <p:custDataLst>
              <p:tags r:id="rId1"/>
            </p:custDataLst>
          </p:nvPr>
        </p:nvSpPr>
        <p:spPr>
          <a:xfrm>
            <a:off x="800100" y="1484313"/>
            <a:ext cx="7096125" cy="3889375"/>
          </a:xfrm>
          <a:prstGeom prst="rect">
            <a:avLst/>
          </a:prstGeom>
          <a:noFill/>
          <a:ln w="9525">
            <a:noFill/>
          </a:ln>
        </p:spPr>
        <p:txBody>
          <a:bodyPr wrap="square" lIns="90000" tIns="46800" rIns="90000" bIns="46800" anchor="t" anchorCtr="0"/>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按中性点绝缘水平分类：</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全绝缘变压器 （首端和尾端绝缘水平一致）</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半绝缘（分级绝缘）变压器 （靠近中性点部分绕组主绝缘的绝缘水平比端部低）</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17" name="AutoShape 7"/>
          <p:cNvSpPr/>
          <p:nvPr>
            <p:custDataLst>
              <p:tags r:id="rId2"/>
            </p:custDataLst>
          </p:nvPr>
        </p:nvSpPr>
        <p:spPr bwMode="auto">
          <a:xfrm>
            <a:off x="7270750" y="3641725"/>
            <a:ext cx="525463" cy="525463"/>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solidFill>
          <a:ln>
            <a:noFill/>
          </a:ln>
          <a:effectLst/>
        </p:spPr>
        <p:txBody>
          <a:bodyPr lIns="90000" tIns="46800" rIns="90000" bIns="46800" anchor="ctr">
            <a:normAutofit/>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19" name="AutoShape 8"/>
          <p:cNvSpPr/>
          <p:nvPr>
            <p:custDataLst>
              <p:tags r:id="rId3"/>
            </p:custDataLst>
          </p:nvPr>
        </p:nvSpPr>
        <p:spPr bwMode="auto">
          <a:xfrm>
            <a:off x="7500938" y="3870325"/>
            <a:ext cx="65088" cy="66675"/>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0" name="AutoShape 9"/>
          <p:cNvSpPr/>
          <p:nvPr>
            <p:custDataLst>
              <p:tags r:id="rId4"/>
            </p:custDataLst>
          </p:nvPr>
        </p:nvSpPr>
        <p:spPr bwMode="auto">
          <a:xfrm>
            <a:off x="7434263" y="3805238"/>
            <a:ext cx="196850" cy="19685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solidFill>
          <a:ln>
            <a:noFill/>
          </a:ln>
          <a:effectLst/>
        </p:spPr>
        <p:txBody>
          <a:bodyPr lIns="90000" tIns="46800" rIns="90000" bIns="46800" anchor="ctr">
            <a:normAutofit fontScale="325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1" name="AutoShape 10"/>
          <p:cNvSpPr/>
          <p:nvPr>
            <p:custDataLst>
              <p:tags r:id="rId5"/>
            </p:custDataLst>
          </p:nvPr>
        </p:nvSpPr>
        <p:spPr bwMode="auto">
          <a:xfrm>
            <a:off x="7566025" y="3937000"/>
            <a:ext cx="82550" cy="8413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2" name="AutoShape 11"/>
          <p:cNvSpPr/>
          <p:nvPr>
            <p:custDataLst>
              <p:tags r:id="rId6"/>
            </p:custDataLst>
          </p:nvPr>
        </p:nvSpPr>
        <p:spPr bwMode="auto">
          <a:xfrm>
            <a:off x="7599363" y="3970338"/>
            <a:ext cx="115888" cy="120650"/>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3" name="AutoShape 12"/>
          <p:cNvSpPr/>
          <p:nvPr>
            <p:custDataLst>
              <p:tags r:id="rId7"/>
            </p:custDataLst>
          </p:nvPr>
        </p:nvSpPr>
        <p:spPr bwMode="auto">
          <a:xfrm>
            <a:off x="7583488" y="3952875"/>
            <a:ext cx="98425" cy="101600"/>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4" name="AutoShape 13"/>
          <p:cNvSpPr/>
          <p:nvPr>
            <p:custDataLst>
              <p:tags r:id="rId8"/>
            </p:custDataLst>
          </p:nvPr>
        </p:nvSpPr>
        <p:spPr bwMode="auto">
          <a:xfrm>
            <a:off x="7418388" y="3789363"/>
            <a:ext cx="80963" cy="82550"/>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5" name="AutoShape 14"/>
          <p:cNvSpPr/>
          <p:nvPr>
            <p:custDataLst>
              <p:tags r:id="rId9"/>
            </p:custDataLst>
          </p:nvPr>
        </p:nvSpPr>
        <p:spPr bwMode="auto">
          <a:xfrm>
            <a:off x="7353300" y="3724275"/>
            <a:ext cx="117475" cy="1190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6" name="AutoShape 15"/>
          <p:cNvSpPr/>
          <p:nvPr>
            <p:custDataLst>
              <p:tags r:id="rId10"/>
            </p:custDataLst>
          </p:nvPr>
        </p:nvSpPr>
        <p:spPr bwMode="auto">
          <a:xfrm>
            <a:off x="7386638" y="3756025"/>
            <a:ext cx="100013" cy="1031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67595" name="文本框 33"/>
          <p:cNvSpPr txBox="1"/>
          <p:nvPr>
            <p:custDataLst>
              <p:tags r:id="rId11"/>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变压器分类</a:t>
            </a:r>
            <a:r>
              <a:rPr lang="en-US" altLang="zh-CN" sz="2400" b="1">
                <a:solidFill>
                  <a:srgbClr val="595959"/>
                </a:solidFill>
                <a:latin typeface="微软雅黑" panose="020B0503020204020204" charset="-122"/>
                <a:ea typeface="微软雅黑" panose="020B0503020204020204" charset="-122"/>
                <a:sym typeface="黑体" panose="02010609060101010101" charset="-122"/>
              </a:rPr>
              <a:t>9</a:t>
            </a:r>
            <a:endParaRPr lang="en-US"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36" name="矩形 35"/>
          <p:cNvSpPr/>
          <p:nvPr>
            <p:custDataLst>
              <p:tags r:id="rId1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38" name="矩形 37"/>
          <p:cNvSpPr/>
          <p:nvPr>
            <p:custDataLst>
              <p:tags r:id="rId1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ustDataLst>
      <p:tags r:id="rId1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15"/>
          <p:cNvSpPr/>
          <p:nvPr>
            <p:custDataLst>
              <p:tags r:id="rId1"/>
            </p:custDataLst>
          </p:nvPr>
        </p:nvSpPr>
        <p:spPr>
          <a:xfrm>
            <a:off x="800100" y="1484313"/>
            <a:ext cx="7096125" cy="3889375"/>
          </a:xfrm>
          <a:prstGeom prst="rect">
            <a:avLst/>
          </a:prstGeom>
          <a:noFill/>
          <a:ln w="9525">
            <a:noFill/>
          </a:ln>
        </p:spPr>
        <p:txBody>
          <a:bodyPr wrap="square" lIns="90000" tIns="46800" rIns="90000" bIns="46800" anchor="t" anchorCtr="0"/>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按铁芯形式分类：</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芯式变压器 （线圈包铁芯）</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壳式变压器 （铁芯包线圈）</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                   </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sz="2000" b="1">
                <a:solidFill>
                  <a:srgbClr val="595959"/>
                </a:solidFill>
                <a:latin typeface="微软雅黑" panose="020B0503020204020204" charset="-122"/>
                <a:ea typeface="微软雅黑" panose="020B0503020204020204" charset="-122"/>
                <a:sym typeface="黑体" panose="02010609060101010101" charset="-122"/>
              </a:rPr>
              <a:t>非晶合金变压器</a:t>
            </a:r>
            <a:endParaRPr lang="zh-CN" altLang="en-US" sz="20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17" name="AutoShape 7"/>
          <p:cNvSpPr/>
          <p:nvPr>
            <p:custDataLst>
              <p:tags r:id="rId2"/>
            </p:custDataLst>
          </p:nvPr>
        </p:nvSpPr>
        <p:spPr bwMode="auto">
          <a:xfrm>
            <a:off x="7270750" y="3641725"/>
            <a:ext cx="525463" cy="525463"/>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solidFill>
          <a:ln>
            <a:noFill/>
          </a:ln>
          <a:effectLst/>
        </p:spPr>
        <p:txBody>
          <a:bodyPr lIns="90000" tIns="46800" rIns="90000" bIns="46800" anchor="ctr">
            <a:normAutofit/>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19" name="AutoShape 8"/>
          <p:cNvSpPr/>
          <p:nvPr>
            <p:custDataLst>
              <p:tags r:id="rId3"/>
            </p:custDataLst>
          </p:nvPr>
        </p:nvSpPr>
        <p:spPr bwMode="auto">
          <a:xfrm>
            <a:off x="7500938" y="3870325"/>
            <a:ext cx="65088" cy="66675"/>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0" name="AutoShape 9"/>
          <p:cNvSpPr/>
          <p:nvPr>
            <p:custDataLst>
              <p:tags r:id="rId4"/>
            </p:custDataLst>
          </p:nvPr>
        </p:nvSpPr>
        <p:spPr bwMode="auto">
          <a:xfrm>
            <a:off x="7434263" y="3805238"/>
            <a:ext cx="196850" cy="19685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solidFill>
          <a:ln>
            <a:noFill/>
          </a:ln>
          <a:effectLst/>
        </p:spPr>
        <p:txBody>
          <a:bodyPr lIns="90000" tIns="46800" rIns="90000" bIns="46800" anchor="ctr">
            <a:normAutofit fontScale="325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1" name="AutoShape 10"/>
          <p:cNvSpPr/>
          <p:nvPr>
            <p:custDataLst>
              <p:tags r:id="rId5"/>
            </p:custDataLst>
          </p:nvPr>
        </p:nvSpPr>
        <p:spPr bwMode="auto">
          <a:xfrm>
            <a:off x="7566025" y="3937000"/>
            <a:ext cx="82550" cy="8413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2" name="AutoShape 11"/>
          <p:cNvSpPr/>
          <p:nvPr>
            <p:custDataLst>
              <p:tags r:id="rId6"/>
            </p:custDataLst>
          </p:nvPr>
        </p:nvSpPr>
        <p:spPr bwMode="auto">
          <a:xfrm>
            <a:off x="7599363" y="3970338"/>
            <a:ext cx="115888" cy="120650"/>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3" name="AutoShape 12"/>
          <p:cNvSpPr/>
          <p:nvPr>
            <p:custDataLst>
              <p:tags r:id="rId7"/>
            </p:custDataLst>
          </p:nvPr>
        </p:nvSpPr>
        <p:spPr bwMode="auto">
          <a:xfrm>
            <a:off x="7583488" y="3952875"/>
            <a:ext cx="98425" cy="101600"/>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4" name="AutoShape 13"/>
          <p:cNvSpPr/>
          <p:nvPr>
            <p:custDataLst>
              <p:tags r:id="rId8"/>
            </p:custDataLst>
          </p:nvPr>
        </p:nvSpPr>
        <p:spPr bwMode="auto">
          <a:xfrm>
            <a:off x="7418388" y="3789363"/>
            <a:ext cx="80963" cy="82550"/>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5" name="AutoShape 14"/>
          <p:cNvSpPr/>
          <p:nvPr>
            <p:custDataLst>
              <p:tags r:id="rId9"/>
            </p:custDataLst>
          </p:nvPr>
        </p:nvSpPr>
        <p:spPr bwMode="auto">
          <a:xfrm>
            <a:off x="7353300" y="3724275"/>
            <a:ext cx="117475" cy="1190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26" name="AutoShape 15"/>
          <p:cNvSpPr/>
          <p:nvPr>
            <p:custDataLst>
              <p:tags r:id="rId10"/>
            </p:custDataLst>
          </p:nvPr>
        </p:nvSpPr>
        <p:spPr bwMode="auto">
          <a:xfrm>
            <a:off x="7386638" y="3756025"/>
            <a:ext cx="100013" cy="1031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solidFill>
          <a:ln>
            <a:noFill/>
          </a:ln>
          <a:effectLst/>
        </p:spPr>
        <p:txBody>
          <a:bodyPr lIns="90000" tIns="46800" rIns="90000" bIns="46800" anchor="ctr">
            <a:normAutofit fontScale="25000" lnSpcReduction="20000"/>
          </a:bodyPr>
          <a:lstStyle/>
          <a:p>
            <a:pPr defTabSz="342900" fontAlgn="base"/>
            <a:endParaRPr lang="en-US" sz="2250" strike="noStrike" noProof="1">
              <a:solidFill>
                <a:schemeClr val="tx1">
                  <a:lumMod val="65000"/>
                  <a:lumOff val="35000"/>
                </a:schemeClr>
              </a:solidFill>
              <a:effectLst>
                <a:outerShdw blurRad="38100" dist="38100" dir="2700000" algn="tl">
                  <a:srgbClr val="000000"/>
                </a:outerShdw>
              </a:effectLst>
            </a:endParaRPr>
          </a:p>
        </p:txBody>
      </p:sp>
      <p:sp>
        <p:nvSpPr>
          <p:cNvPr id="68619" name="文本框 33"/>
          <p:cNvSpPr txBox="1"/>
          <p:nvPr>
            <p:custDataLst>
              <p:tags r:id="rId11"/>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变压器分类</a:t>
            </a:r>
            <a:r>
              <a:rPr lang="en-US" altLang="zh-CN" sz="2400" b="1">
                <a:solidFill>
                  <a:srgbClr val="595959"/>
                </a:solidFill>
                <a:latin typeface="微软雅黑" panose="020B0503020204020204" charset="-122"/>
                <a:ea typeface="微软雅黑" panose="020B0503020204020204" charset="-122"/>
                <a:sym typeface="黑体" panose="02010609060101010101" charset="-122"/>
              </a:rPr>
              <a:t>10</a:t>
            </a:r>
            <a:endParaRPr lang="en-US" altLang="zh-CN"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36" name="矩形 35"/>
          <p:cNvSpPr/>
          <p:nvPr>
            <p:custDataLst>
              <p:tags r:id="rId1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38" name="矩形 37"/>
          <p:cNvSpPr/>
          <p:nvPr>
            <p:custDataLst>
              <p:tags r:id="rId1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ustDataLst>
      <p:tags r:id="rId14"/>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9633" name="图片 1" descr="220kV transformer"/>
          <p:cNvPicPr>
            <a:picLocks noChangeAspect="1"/>
          </p:cNvPicPr>
          <p:nvPr/>
        </p:nvPicPr>
        <p:blipFill>
          <a:blip r:embed="rId1"/>
          <a:stretch>
            <a:fillRect/>
          </a:stretch>
        </p:blipFill>
        <p:spPr>
          <a:xfrm>
            <a:off x="2606675" y="2068513"/>
            <a:ext cx="3282950" cy="2720975"/>
          </a:xfrm>
          <a:prstGeom prst="rect">
            <a:avLst/>
          </a:prstGeom>
          <a:noFill/>
          <a:ln w="9525">
            <a:noFill/>
          </a:ln>
        </p:spPr>
      </p:pic>
      <p:pic>
        <p:nvPicPr>
          <p:cNvPr id="69634" name="图片 2"/>
          <p:cNvPicPr>
            <a:picLocks noChangeAspect="1"/>
          </p:cNvPicPr>
          <p:nvPr/>
        </p:nvPicPr>
        <p:blipFill>
          <a:blip r:embed="rId2"/>
          <a:stretch>
            <a:fillRect/>
          </a:stretch>
        </p:blipFill>
        <p:spPr>
          <a:xfrm>
            <a:off x="5710238" y="284163"/>
            <a:ext cx="3190875" cy="2643187"/>
          </a:xfrm>
          <a:prstGeom prst="rect">
            <a:avLst/>
          </a:prstGeom>
          <a:noFill/>
          <a:ln w="9525">
            <a:noFill/>
          </a:ln>
        </p:spPr>
      </p:pic>
      <p:pic>
        <p:nvPicPr>
          <p:cNvPr id="69635" name="图片 3"/>
          <p:cNvPicPr>
            <a:picLocks noChangeAspect="1"/>
          </p:cNvPicPr>
          <p:nvPr/>
        </p:nvPicPr>
        <p:blipFill>
          <a:blip r:embed="rId3"/>
          <a:stretch>
            <a:fillRect/>
          </a:stretch>
        </p:blipFill>
        <p:spPr>
          <a:xfrm>
            <a:off x="396875" y="3989388"/>
            <a:ext cx="2451100" cy="2451100"/>
          </a:xfrm>
          <a:prstGeom prst="rect">
            <a:avLst/>
          </a:prstGeom>
          <a:noFill/>
          <a:ln w="9525">
            <a:noFill/>
          </a:ln>
        </p:spPr>
      </p:pic>
      <p:pic>
        <p:nvPicPr>
          <p:cNvPr id="69636" name="图片 4"/>
          <p:cNvPicPr>
            <a:picLocks noChangeAspect="1"/>
          </p:cNvPicPr>
          <p:nvPr/>
        </p:nvPicPr>
        <p:blipFill>
          <a:blip r:embed="rId4"/>
          <a:stretch>
            <a:fillRect/>
          </a:stretch>
        </p:blipFill>
        <p:spPr>
          <a:xfrm>
            <a:off x="5532438" y="3548063"/>
            <a:ext cx="2943225" cy="2952750"/>
          </a:xfrm>
          <a:prstGeom prst="rect">
            <a:avLst/>
          </a:prstGeom>
          <a:noFill/>
          <a:ln w="9525">
            <a:noFill/>
          </a:ln>
        </p:spPr>
      </p:pic>
      <p:pic>
        <p:nvPicPr>
          <p:cNvPr id="69637" name="图片 1" descr="Padmount_1200px"/>
          <p:cNvPicPr>
            <a:picLocks noChangeAspect="1"/>
          </p:cNvPicPr>
          <p:nvPr/>
        </p:nvPicPr>
        <p:blipFill>
          <a:blip r:embed="rId5"/>
          <a:stretch>
            <a:fillRect/>
          </a:stretch>
        </p:blipFill>
        <p:spPr>
          <a:xfrm>
            <a:off x="276225" y="355600"/>
            <a:ext cx="2571750" cy="2571750"/>
          </a:xfrm>
          <a:prstGeom prst="rect">
            <a:avLst/>
          </a:prstGeom>
          <a:noFill/>
          <a:ln w="9525">
            <a:noFill/>
          </a:ln>
        </p:spPr>
      </p:pic>
    </p:spTree>
    <p:custDataLst>
      <p:tags r:id="rId6"/>
    </p:custData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文本框 34"/>
          <p:cNvSpPr txBox="1"/>
          <p:nvPr>
            <p:custDataLst>
              <p:tags r:id="rId1"/>
            </p:custDataLst>
          </p:nvPr>
        </p:nvSpPr>
        <p:spPr>
          <a:xfrm>
            <a:off x="1763713" y="2416175"/>
            <a:ext cx="1773238" cy="1419225"/>
          </a:xfrm>
          <a:prstGeom prst="rect">
            <a:avLst/>
          </a:prstGeom>
          <a:noFill/>
        </p:spPr>
        <p:txBody>
          <a:bodyPr wrap="square" lIns="90000" tIns="46800" rIns="90000" bIns="46800" rtlCol="0">
            <a:normAutofit/>
          </a:bodyPr>
          <a:lstStyle/>
          <a:p>
            <a:pPr algn="ctr" defTabSz="685800">
              <a:defRPr/>
            </a:pPr>
            <a:r>
              <a:rPr lang="en-US" altLang="zh-CN" sz="8625" noProof="1" dirty="0">
                <a:solidFill>
                  <a:srgbClr val="578B18"/>
                </a:solidFill>
                <a:latin typeface="Impact" panose="020B0806030902050204" pitchFamily="34" charset="0"/>
                <a:ea typeface="方正舒体" panose="02010601030101010101" pitchFamily="2" charset="-122"/>
                <a:cs typeface="+mn-cs"/>
                <a:sym typeface="+mn-ea"/>
              </a:rPr>
              <a:t>04</a:t>
            </a:r>
            <a:endParaRPr lang="en-US" altLang="zh-CN" sz="8625" noProof="1" dirty="0">
              <a:solidFill>
                <a:srgbClr val="578B18"/>
              </a:solidFill>
              <a:latin typeface="Impact" panose="020B0806030902050204" pitchFamily="34" charset="0"/>
              <a:ea typeface="方正舒体" panose="02010601030101010101" pitchFamily="2" charset="-122"/>
              <a:sym typeface="+mn-ea"/>
            </a:endParaRPr>
          </a:p>
        </p:txBody>
      </p:sp>
      <p:sp>
        <p:nvSpPr>
          <p:cNvPr id="70658" name="标题 4"/>
          <p:cNvSpPr>
            <a:spLocks noGrp="1"/>
          </p:cNvSpPr>
          <p:nvPr>
            <p:ph type="title" hasCustomPrompt="1"/>
          </p:nvPr>
        </p:nvSpPr>
        <p:spPr>
          <a:xfrm>
            <a:off x="3430588" y="2363788"/>
            <a:ext cx="3840162" cy="1473200"/>
          </a:xfrm>
        </p:spPr>
        <p:txBody>
          <a:bodyPr lIns="90000" tIns="46800" rIns="90000" bIns="46800" anchor="b" anchorCtr="0"/>
          <a:p>
            <a:pPr defTabSz="685800">
              <a:buNone/>
            </a:pPr>
            <a:r>
              <a:rPr lang="zh-CN" altLang="en-US" b="1" kern="1200">
                <a:solidFill>
                  <a:srgbClr val="578B18"/>
                </a:solidFill>
                <a:latin typeface="微软雅黑" panose="020B0503020204020204" charset="-122"/>
                <a:ea typeface="微软雅黑" panose="020B0503020204020204" charset="-122"/>
                <a:cs typeface="+mj-cs"/>
                <a:sym typeface="黑体" panose="02010609060101010101" charset="-122"/>
              </a:rPr>
              <a:t>冷却方式以及报价因素</a:t>
            </a:r>
            <a:endParaRPr lang="zh-CN" altLang="en-US" b="1" kern="1200" dirty="0">
              <a:solidFill>
                <a:srgbClr val="578B18"/>
              </a:solidFill>
              <a:latin typeface="微软雅黑" panose="020B0503020204020204" charset="-122"/>
              <a:ea typeface="微软雅黑" panose="020B0503020204020204" charset="-122"/>
              <a:cs typeface="+mj-cs"/>
              <a:sym typeface="黑体" panose="02010609060101010101" charset="-122"/>
            </a:endParaRPr>
          </a:p>
        </p:txBody>
      </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 name="MH_SubTitle_1"/>
          <p:cNvSpPr/>
          <p:nvPr>
            <p:custDataLst>
              <p:tags r:id="rId1"/>
            </p:custDataLst>
          </p:nvPr>
        </p:nvSpPr>
        <p:spPr>
          <a:xfrm>
            <a:off x="2151063" y="2805113"/>
            <a:ext cx="1343025" cy="1166813"/>
          </a:xfrm>
          <a:prstGeom prst="hexagon">
            <a:avLst/>
          </a:prstGeom>
          <a:solidFill>
            <a:srgbClr val="BADA5C"/>
          </a:solidFill>
          <a:ln w="12700" cap="flat" cmpd="sng" algn="ctr">
            <a:noFill/>
            <a:prstDash val="solid"/>
            <a:miter lim="800000"/>
          </a:ln>
          <a:effectLst/>
        </p:spPr>
        <p:txBody>
          <a:bodyPr lIns="90000" tIns="46800" rIns="90000" bIns="46800" anchor="ctr">
            <a:normAutofit/>
          </a:bodyPr>
          <a:lstStyle/>
          <a:p>
            <a:pPr algn="ctr" defTabSz="685800" fontAlgn="base">
              <a:lnSpc>
                <a:spcPct val="120000"/>
              </a:lnSpc>
              <a:defRPr/>
            </a:pPr>
            <a:r>
              <a:rPr lang="zh-CN" altLang="en-US" sz="1350" strike="noStrike" kern="0" noProof="1" dirty="0">
                <a:solidFill>
                  <a:srgbClr val="FFFFFF"/>
                </a:solidFill>
                <a:latin typeface="Calibri" panose="020F0502020204030204" charset="0"/>
                <a:ea typeface="微软雅黑" panose="020B0503020204020204" charset="-122"/>
                <a:cs typeface="Arial" panose="020B0604020202020204" pitchFamily="34" charset="0"/>
              </a:rPr>
              <a:t>字母</a:t>
            </a:r>
            <a:r>
              <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rPr>
              <a:t>1</a:t>
            </a:r>
            <a:endPar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endParaRPr>
          </a:p>
        </p:txBody>
      </p:sp>
      <p:sp>
        <p:nvSpPr>
          <p:cNvPr id="48" name="MH_SubTitle_2"/>
          <p:cNvSpPr/>
          <p:nvPr>
            <p:custDataLst>
              <p:tags r:id="rId2"/>
            </p:custDataLst>
          </p:nvPr>
        </p:nvSpPr>
        <p:spPr>
          <a:xfrm>
            <a:off x="3289300" y="2092325"/>
            <a:ext cx="1344613" cy="1166813"/>
          </a:xfrm>
          <a:prstGeom prst="hexagon">
            <a:avLst/>
          </a:prstGeom>
          <a:solidFill>
            <a:srgbClr val="578B18"/>
          </a:solidFill>
          <a:ln w="12700" cap="flat" cmpd="sng" algn="ctr">
            <a:noFill/>
            <a:prstDash val="solid"/>
            <a:miter lim="800000"/>
          </a:ln>
          <a:effectLst/>
        </p:spPr>
        <p:txBody>
          <a:bodyPr lIns="90000" tIns="46800" rIns="90000" bIns="46800" anchor="ctr">
            <a:normAutofit/>
          </a:bodyPr>
          <a:lstStyle/>
          <a:p>
            <a:pPr algn="ctr" defTabSz="685800" fontAlgn="base">
              <a:lnSpc>
                <a:spcPct val="120000"/>
              </a:lnSpc>
              <a:defRPr/>
            </a:pPr>
            <a:r>
              <a:rPr lang="zh-CN" altLang="en-US"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rPr>
              <a:t>字母</a:t>
            </a:r>
            <a:r>
              <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rPr>
              <a:t>2</a:t>
            </a:r>
            <a:endPar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endParaRPr>
          </a:p>
        </p:txBody>
      </p:sp>
      <p:sp>
        <p:nvSpPr>
          <p:cNvPr id="49" name="MH_SubTitle_3"/>
          <p:cNvSpPr/>
          <p:nvPr>
            <p:custDataLst>
              <p:tags r:id="rId3"/>
            </p:custDataLst>
          </p:nvPr>
        </p:nvSpPr>
        <p:spPr>
          <a:xfrm>
            <a:off x="4533900" y="2811463"/>
            <a:ext cx="1344613" cy="1166813"/>
          </a:xfrm>
          <a:prstGeom prst="hexagon">
            <a:avLst/>
          </a:prstGeom>
          <a:solidFill>
            <a:srgbClr val="BADA5C"/>
          </a:solidFill>
          <a:ln w="12700" cap="flat" cmpd="sng" algn="ctr">
            <a:noFill/>
            <a:prstDash val="solid"/>
            <a:miter lim="800000"/>
          </a:ln>
          <a:effectLst/>
        </p:spPr>
        <p:txBody>
          <a:bodyPr lIns="90000" tIns="46800" rIns="90000" bIns="46800" anchor="ctr">
            <a:normAutofit/>
          </a:bodyPr>
          <a:lstStyle/>
          <a:p>
            <a:pPr algn="ctr" defTabSz="685800" fontAlgn="base">
              <a:lnSpc>
                <a:spcPct val="120000"/>
              </a:lnSpc>
              <a:defRPr/>
            </a:pPr>
            <a:r>
              <a:rPr lang="zh-CN" altLang="en-US"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rPr>
              <a:t>字母</a:t>
            </a:r>
            <a:r>
              <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rPr>
              <a:t>3</a:t>
            </a:r>
            <a:endPar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endParaRPr>
          </a:p>
        </p:txBody>
      </p:sp>
      <p:sp>
        <p:nvSpPr>
          <p:cNvPr id="50" name="MH_SubTitle_4"/>
          <p:cNvSpPr/>
          <p:nvPr>
            <p:custDataLst>
              <p:tags r:id="rId4"/>
            </p:custDataLst>
          </p:nvPr>
        </p:nvSpPr>
        <p:spPr>
          <a:xfrm>
            <a:off x="5716588" y="2092325"/>
            <a:ext cx="1344613" cy="1166813"/>
          </a:xfrm>
          <a:prstGeom prst="hexagon">
            <a:avLst/>
          </a:prstGeom>
          <a:solidFill>
            <a:srgbClr val="578B18"/>
          </a:solidFill>
          <a:ln w="12700" cap="flat" cmpd="sng" algn="ctr">
            <a:noFill/>
            <a:prstDash val="solid"/>
            <a:miter lim="800000"/>
          </a:ln>
          <a:effectLst/>
        </p:spPr>
        <p:txBody>
          <a:bodyPr lIns="90000" tIns="46800" rIns="90000" bIns="46800" anchor="ctr">
            <a:normAutofit/>
          </a:bodyPr>
          <a:lstStyle/>
          <a:p>
            <a:pPr algn="ctr" defTabSz="685800" fontAlgn="base">
              <a:lnSpc>
                <a:spcPct val="120000"/>
              </a:lnSpc>
              <a:defRPr/>
            </a:pPr>
            <a:r>
              <a:rPr lang="zh-CN" altLang="en-US"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rPr>
              <a:t>字母</a:t>
            </a:r>
            <a:r>
              <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rPr>
              <a:t>4</a:t>
            </a:r>
            <a:endParaRPr lang="zh-CN" altLang="en-US" sz="1350" strike="noStrike" kern="0" noProof="1" dirty="0">
              <a:solidFill>
                <a:srgbClr val="FFFFFF"/>
              </a:solidFill>
              <a:latin typeface="Calibri" panose="020F0502020204030204" charset="0"/>
              <a:ea typeface="微软雅黑" panose="020B0503020204020204" charset="-122"/>
              <a:cs typeface="Arial" panose="020B0604020202020204" pitchFamily="34" charset="0"/>
            </a:endParaRPr>
          </a:p>
        </p:txBody>
      </p:sp>
      <p:sp>
        <p:nvSpPr>
          <p:cNvPr id="51" name="MH_Other_1"/>
          <p:cNvSpPr/>
          <p:nvPr>
            <p:custDataLst>
              <p:tags r:id="rId5"/>
            </p:custDataLst>
          </p:nvPr>
        </p:nvSpPr>
        <p:spPr>
          <a:xfrm>
            <a:off x="2592388" y="2459038"/>
            <a:ext cx="311150" cy="271463"/>
          </a:xfrm>
          <a:prstGeom prst="hexagon">
            <a:avLst/>
          </a:prstGeom>
          <a:solidFill>
            <a:srgbClr val="BADA5C"/>
          </a:solidFill>
          <a:ln w="12700" cap="flat" cmpd="sng" algn="ctr">
            <a:noFill/>
            <a:prstDash val="solid"/>
            <a:miter lim="800000"/>
          </a:ln>
          <a:effectLst/>
        </p:spPr>
        <p:txBody>
          <a:bodyPr lIns="90000" tIns="46800" rIns="90000" bIns="46800" anchor="ctr">
            <a:normAutofit fontScale="450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2" name="MH_Other_2"/>
          <p:cNvSpPr/>
          <p:nvPr>
            <p:custDataLst>
              <p:tags r:id="rId6"/>
            </p:custDataLst>
          </p:nvPr>
        </p:nvSpPr>
        <p:spPr>
          <a:xfrm>
            <a:off x="3536950" y="3370263"/>
            <a:ext cx="312738" cy="269875"/>
          </a:xfrm>
          <a:prstGeom prst="hexagon">
            <a:avLst/>
          </a:prstGeom>
          <a:solidFill>
            <a:srgbClr val="BADA5C"/>
          </a:solidFill>
          <a:ln w="12700" cap="flat" cmpd="sng" algn="ctr">
            <a:noFill/>
            <a:prstDash val="solid"/>
            <a:miter lim="800000"/>
          </a:ln>
          <a:effectLst/>
        </p:spPr>
        <p:txBody>
          <a:bodyPr lIns="90000" tIns="46800" rIns="90000" bIns="46800" anchor="ctr">
            <a:normAutofit fontScale="450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3" name="MH_Other_3"/>
          <p:cNvSpPr/>
          <p:nvPr>
            <p:custDataLst>
              <p:tags r:id="rId7"/>
            </p:custDataLst>
          </p:nvPr>
        </p:nvSpPr>
        <p:spPr>
          <a:xfrm>
            <a:off x="4211638" y="3424238"/>
            <a:ext cx="311150" cy="271463"/>
          </a:xfrm>
          <a:prstGeom prst="hexagon">
            <a:avLst/>
          </a:prstGeom>
          <a:solidFill>
            <a:srgbClr val="BADA5C"/>
          </a:solidFill>
          <a:ln w="12700" cap="flat" cmpd="sng" algn="ctr">
            <a:noFill/>
            <a:prstDash val="solid"/>
            <a:miter lim="800000"/>
          </a:ln>
          <a:effectLst/>
        </p:spPr>
        <p:txBody>
          <a:bodyPr lIns="90000" tIns="46800" rIns="90000" bIns="46800" anchor="ctr">
            <a:normAutofit fontScale="450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4" name="MH_Other_4"/>
          <p:cNvSpPr/>
          <p:nvPr>
            <p:custDataLst>
              <p:tags r:id="rId8"/>
            </p:custDataLst>
          </p:nvPr>
        </p:nvSpPr>
        <p:spPr>
          <a:xfrm>
            <a:off x="5130800" y="2486025"/>
            <a:ext cx="200025" cy="174625"/>
          </a:xfrm>
          <a:prstGeom prst="hexagon">
            <a:avLst/>
          </a:prstGeom>
          <a:solidFill>
            <a:srgbClr val="578B18"/>
          </a:solidFill>
          <a:ln w="12700" cap="flat" cmpd="sng" algn="ctr">
            <a:noFill/>
            <a:prstDash val="solid"/>
            <a:miter lim="800000"/>
          </a:ln>
          <a:effectLst/>
        </p:spPr>
        <p:txBody>
          <a:bodyPr lIns="90000" tIns="46800" rIns="90000" bIns="46800" anchor="ctr">
            <a:normAutofit fontScale="250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5" name="MH_Other_5"/>
          <p:cNvSpPr/>
          <p:nvPr>
            <p:custDataLst>
              <p:tags r:id="rId9"/>
            </p:custDataLst>
          </p:nvPr>
        </p:nvSpPr>
        <p:spPr>
          <a:xfrm>
            <a:off x="4679950" y="2382838"/>
            <a:ext cx="296863" cy="257175"/>
          </a:xfrm>
          <a:prstGeom prst="hexagon">
            <a:avLst/>
          </a:prstGeom>
          <a:solidFill>
            <a:srgbClr val="578B18"/>
          </a:solidFill>
          <a:ln w="12700" cap="flat" cmpd="sng" algn="ctr">
            <a:noFill/>
            <a:prstDash val="solid"/>
            <a:miter lim="800000"/>
          </a:ln>
          <a:effectLst/>
        </p:spPr>
        <p:txBody>
          <a:bodyPr lIns="90000" tIns="46800" rIns="90000" bIns="46800" anchor="ctr">
            <a:normAutofit fontScale="375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6" name="MH_Other_6"/>
          <p:cNvSpPr/>
          <p:nvPr>
            <p:custDataLst>
              <p:tags r:id="rId10"/>
            </p:custDataLst>
          </p:nvPr>
        </p:nvSpPr>
        <p:spPr>
          <a:xfrm>
            <a:off x="3363913" y="2190750"/>
            <a:ext cx="122238" cy="104775"/>
          </a:xfrm>
          <a:prstGeom prst="hexagon">
            <a:avLst/>
          </a:prstGeom>
          <a:solidFill>
            <a:srgbClr val="BADA5C"/>
          </a:solidFill>
          <a:ln w="12700" cap="flat" cmpd="sng" algn="ctr">
            <a:noFill/>
            <a:prstDash val="solid"/>
            <a:miter lim="800000"/>
          </a:ln>
          <a:effectLst/>
        </p:spPr>
        <p:txBody>
          <a:bodyPr lIns="90000" tIns="46800" rIns="90000" bIns="46800" anchor="ctr">
            <a:normAutofit fontScale="250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7" name="MH_Other_7"/>
          <p:cNvSpPr/>
          <p:nvPr>
            <p:custDataLst>
              <p:tags r:id="rId11"/>
            </p:custDataLst>
          </p:nvPr>
        </p:nvSpPr>
        <p:spPr>
          <a:xfrm>
            <a:off x="4094163" y="3367088"/>
            <a:ext cx="138113" cy="120650"/>
          </a:xfrm>
          <a:prstGeom prst="hexagon">
            <a:avLst/>
          </a:prstGeom>
          <a:solidFill>
            <a:srgbClr val="BADA5C"/>
          </a:solidFill>
          <a:ln w="12700" cap="flat" cmpd="sng" algn="ctr">
            <a:noFill/>
            <a:prstDash val="solid"/>
            <a:miter lim="800000"/>
          </a:ln>
          <a:effectLst/>
        </p:spPr>
        <p:txBody>
          <a:bodyPr lIns="90000" tIns="46800" rIns="90000" bIns="46800" anchor="ctr">
            <a:normAutofit fontScale="250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8" name="MH_Other_8"/>
          <p:cNvSpPr/>
          <p:nvPr>
            <p:custDataLst>
              <p:tags r:id="rId12"/>
            </p:custDataLst>
          </p:nvPr>
        </p:nvSpPr>
        <p:spPr>
          <a:xfrm>
            <a:off x="4965700" y="2638425"/>
            <a:ext cx="144463" cy="125413"/>
          </a:xfrm>
          <a:prstGeom prst="hexagon">
            <a:avLst/>
          </a:prstGeom>
          <a:solidFill>
            <a:srgbClr val="578B18"/>
          </a:solidFill>
          <a:ln w="12700" cap="flat" cmpd="sng" algn="ctr">
            <a:noFill/>
            <a:prstDash val="solid"/>
            <a:miter lim="800000"/>
          </a:ln>
          <a:effectLst/>
        </p:spPr>
        <p:txBody>
          <a:bodyPr lIns="90000" tIns="46800" rIns="90000" bIns="46800" anchor="ctr">
            <a:normAutofit fontScale="250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9" name="MH_Other_9"/>
          <p:cNvSpPr/>
          <p:nvPr>
            <p:custDataLst>
              <p:tags r:id="rId13"/>
            </p:custDataLst>
          </p:nvPr>
        </p:nvSpPr>
        <p:spPr>
          <a:xfrm>
            <a:off x="3154363" y="2312988"/>
            <a:ext cx="239713" cy="207963"/>
          </a:xfrm>
          <a:prstGeom prst="hexagon">
            <a:avLst/>
          </a:prstGeom>
          <a:solidFill>
            <a:srgbClr val="BADA5C"/>
          </a:solidFill>
          <a:ln w="12700" cap="flat" cmpd="sng" algn="ctr">
            <a:noFill/>
            <a:prstDash val="solid"/>
            <a:miter lim="800000"/>
          </a:ln>
          <a:effectLst/>
        </p:spPr>
        <p:txBody>
          <a:bodyPr lIns="90000" tIns="46800" rIns="90000" bIns="46800" anchor="ctr">
            <a:normAutofit fontScale="325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60" name="MH_Other_10"/>
          <p:cNvSpPr/>
          <p:nvPr>
            <p:custDataLst>
              <p:tags r:id="rId14"/>
            </p:custDataLst>
          </p:nvPr>
        </p:nvSpPr>
        <p:spPr>
          <a:xfrm>
            <a:off x="5911850" y="3330575"/>
            <a:ext cx="296863" cy="258763"/>
          </a:xfrm>
          <a:prstGeom prst="hexagon">
            <a:avLst/>
          </a:prstGeom>
          <a:solidFill>
            <a:srgbClr val="578B18"/>
          </a:solidFill>
          <a:ln w="12700" cap="flat" cmpd="sng" algn="ctr">
            <a:noFill/>
            <a:prstDash val="solid"/>
            <a:miter lim="800000"/>
          </a:ln>
          <a:effectLst/>
        </p:spPr>
        <p:txBody>
          <a:bodyPr lIns="90000" tIns="46800" rIns="90000" bIns="46800" anchor="ctr">
            <a:normAutofit fontScale="375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61" name="MH_Other_11"/>
          <p:cNvSpPr/>
          <p:nvPr>
            <p:custDataLst>
              <p:tags r:id="rId15"/>
            </p:custDataLst>
          </p:nvPr>
        </p:nvSpPr>
        <p:spPr>
          <a:xfrm>
            <a:off x="6276975" y="3302000"/>
            <a:ext cx="212725" cy="185738"/>
          </a:xfrm>
          <a:prstGeom prst="hexagon">
            <a:avLst/>
          </a:prstGeom>
          <a:solidFill>
            <a:srgbClr val="578B18"/>
          </a:solidFill>
          <a:ln w="12700" cap="flat" cmpd="sng" algn="ctr">
            <a:noFill/>
            <a:prstDash val="solid"/>
            <a:miter lim="800000"/>
          </a:ln>
          <a:effectLst/>
        </p:spPr>
        <p:txBody>
          <a:bodyPr lIns="90000" tIns="46800" rIns="90000" bIns="46800" anchor="ctr">
            <a:normAutofit fontScale="250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62" name="MH_Other_12"/>
          <p:cNvSpPr/>
          <p:nvPr>
            <p:custDataLst>
              <p:tags r:id="rId16"/>
            </p:custDataLst>
          </p:nvPr>
        </p:nvSpPr>
        <p:spPr>
          <a:xfrm>
            <a:off x="6213475" y="3527425"/>
            <a:ext cx="142875" cy="123825"/>
          </a:xfrm>
          <a:prstGeom prst="hexagon">
            <a:avLst/>
          </a:prstGeom>
          <a:solidFill>
            <a:srgbClr val="578B18"/>
          </a:solidFill>
          <a:ln w="12700" cap="flat" cmpd="sng" algn="ctr">
            <a:noFill/>
            <a:prstDash val="solid"/>
            <a:miter lim="800000"/>
          </a:ln>
          <a:effectLst/>
        </p:spPr>
        <p:txBody>
          <a:bodyPr lIns="90000" tIns="46800" rIns="90000" bIns="46800" anchor="ctr">
            <a:normAutofit fontScale="250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63" name="MH_Other_13"/>
          <p:cNvSpPr/>
          <p:nvPr>
            <p:custDataLst>
              <p:tags r:id="rId17"/>
            </p:custDataLst>
          </p:nvPr>
        </p:nvSpPr>
        <p:spPr>
          <a:xfrm>
            <a:off x="2949575" y="2495550"/>
            <a:ext cx="200025" cy="173038"/>
          </a:xfrm>
          <a:prstGeom prst="hexagon">
            <a:avLst/>
          </a:prstGeom>
          <a:solidFill>
            <a:srgbClr val="BADA5C"/>
          </a:solidFill>
          <a:ln w="12700" cap="flat" cmpd="sng" algn="ctr">
            <a:noFill/>
            <a:prstDash val="solid"/>
            <a:miter lim="800000"/>
          </a:ln>
          <a:effectLst/>
        </p:spPr>
        <p:txBody>
          <a:bodyPr lIns="90000" tIns="46800" rIns="90000" bIns="46800" anchor="ctr">
            <a:normAutofit fontScale="25000" lnSpcReduction="20000"/>
          </a:bodyPr>
          <a:lstStyle/>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11" name="矩形 10"/>
          <p:cNvSpPr/>
          <p:nvPr>
            <p:custDataLst>
              <p:tags r:id="rId18"/>
            </p:custDataLst>
          </p:nvPr>
        </p:nvSpPr>
        <p:spPr>
          <a:xfrm>
            <a:off x="-12700" y="4532313"/>
            <a:ext cx="9212263" cy="884238"/>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350" strike="noStrike" noProof="1"/>
          </a:p>
        </p:txBody>
      </p:sp>
      <p:sp>
        <p:nvSpPr>
          <p:cNvPr id="71699" name="文本框 11"/>
          <p:cNvSpPr txBox="1"/>
          <p:nvPr>
            <p:custDataLst>
              <p:tags r:id="rId19"/>
            </p:custDataLst>
          </p:nvPr>
        </p:nvSpPr>
        <p:spPr>
          <a:xfrm>
            <a:off x="838200" y="4664075"/>
            <a:ext cx="7978775" cy="752475"/>
          </a:xfrm>
          <a:prstGeom prst="rect">
            <a:avLst/>
          </a:prstGeom>
          <a:noFill/>
          <a:ln w="9525">
            <a:noFill/>
          </a:ln>
        </p:spPr>
        <p:txBody>
          <a:bodyPr wrap="square" lIns="90000" tIns="46800" rIns="90000" bIns="46800" anchor="t" anchorCtr="0"/>
          <a:p>
            <a:pPr>
              <a:lnSpc>
                <a:spcPct val="90000"/>
              </a:lnSpc>
            </a:pPr>
            <a:r>
              <a:rPr lang="zh-CN" altLang="da-DK" sz="1500" b="1" dirty="0">
                <a:solidFill>
                  <a:schemeClr val="bg1"/>
                </a:solidFill>
                <a:latin typeface="微软雅黑" panose="020B0503020204020204" charset="-122"/>
                <a:ea typeface="微软雅黑" panose="020B0503020204020204" charset="-122"/>
                <a:sym typeface="黑体" panose="02010609060101010101" charset="-122"/>
              </a:rPr>
              <a:t>变压器的冷却方式是由冷却介质和循环方式决定的；由于油浸变压器还分为油箱内部冷却方式和油箱外部冷却方式，因此油浸变压器的冷却方式是由四个字母代号表示的。</a:t>
            </a:r>
            <a:endParaRPr lang="zh-CN" altLang="da-DK" sz="1500" b="1" dirty="0">
              <a:solidFill>
                <a:schemeClr val="bg1"/>
              </a:solidFill>
              <a:latin typeface="微软雅黑" panose="020B0503020204020204" charset="-122"/>
              <a:ea typeface="微软雅黑" panose="020B0503020204020204" charset="-122"/>
              <a:sym typeface="黑体" panose="02010609060101010101" charset="-122"/>
            </a:endParaRPr>
          </a:p>
        </p:txBody>
      </p:sp>
      <p:sp>
        <p:nvSpPr>
          <p:cNvPr id="71700" name="文本框 23"/>
          <p:cNvSpPr txBox="1"/>
          <p:nvPr>
            <p:custDataLst>
              <p:tags r:id="rId20"/>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冷却方式</a:t>
            </a:r>
            <a:endParaRPr lang="zh-CN" altLang="en-US"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25" name="矩形 24"/>
          <p:cNvSpPr/>
          <p:nvPr>
            <p:custDataLst>
              <p:tags r:id="rId21"/>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26" name="矩形 25"/>
          <p:cNvSpPr/>
          <p:nvPr>
            <p:custDataLst>
              <p:tags r:id="rId22"/>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ustDataLst>
      <p:tags r:id="rId23"/>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文本框 29"/>
          <p:cNvSpPr txBox="1"/>
          <p:nvPr>
            <p:custDataLst>
              <p:tags r:id="rId1"/>
            </p:custDataLst>
          </p:nvPr>
        </p:nvSpPr>
        <p:spPr>
          <a:xfrm>
            <a:off x="315913" y="249238"/>
            <a:ext cx="3014662" cy="830262"/>
          </a:xfrm>
          <a:prstGeom prst="rect">
            <a:avLst/>
          </a:prstGeom>
          <a:noFill/>
          <a:ln w="9525">
            <a:noFill/>
          </a:ln>
        </p:spPr>
        <p:txBody>
          <a:bodyPr wrap="square" anchor="t" anchorCtr="0">
            <a:spAutoFit/>
          </a:bodyPr>
          <a:p>
            <a:r>
              <a:rPr lang="zh-CN" altLang="en-US" sz="2400" b="1">
                <a:solidFill>
                  <a:srgbClr val="578B18"/>
                </a:solidFill>
                <a:latin typeface="微软雅黑" panose="020B0503020204020204" charset="-122"/>
                <a:ea typeface="微软雅黑" panose="020B0503020204020204" charset="-122"/>
                <a:sym typeface="黑体" panose="02010609060101010101" charset="-122"/>
              </a:rPr>
              <a:t>冷却方式</a:t>
            </a:r>
            <a:endParaRPr lang="zh-CN" altLang="en-US" sz="2400" b="1">
              <a:solidFill>
                <a:srgbClr val="578B18"/>
              </a:solidFill>
              <a:latin typeface="微软雅黑" panose="020B0503020204020204" charset="-122"/>
              <a:ea typeface="微软雅黑" panose="020B0503020204020204" charset="-122"/>
              <a:sym typeface="黑体" panose="02010609060101010101" charset="-122"/>
            </a:endParaRPr>
          </a:p>
          <a:p>
            <a:endParaRPr lang="zh-CN" altLang="en-US"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31" name="矩形 30"/>
          <p:cNvSpPr/>
          <p:nvPr>
            <p:custDataLst>
              <p:tags r:id="rId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33" name="矩形 32"/>
          <p:cNvSpPr/>
          <p:nvPr>
            <p:custDataLst>
              <p:tags r:id="rId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72708" name="文本框 6"/>
          <p:cNvSpPr txBox="1"/>
          <p:nvPr/>
        </p:nvSpPr>
        <p:spPr>
          <a:xfrm>
            <a:off x="588963" y="1079500"/>
            <a:ext cx="7966075" cy="5076825"/>
          </a:xfrm>
          <a:prstGeom prst="rect">
            <a:avLst/>
          </a:prstGeom>
          <a:noFill/>
          <a:ln w="9525">
            <a:noFill/>
          </a:ln>
        </p:spPr>
        <p:txBody>
          <a:bodyPr wrap="square" anchor="t" anchorCtr="0">
            <a:spAutoFit/>
          </a:bodyPr>
          <a:p>
            <a:r>
              <a:rPr lang="zh-CN" altLang="en-US">
                <a:latin typeface="楷体" panose="02010609060101010101" charset="-122"/>
                <a:ea typeface="楷体" panose="02010609060101010101" charset="-122"/>
              </a:rPr>
              <a:t>第一个字母：与绕组接触的冷却介质。 </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O--------矿物油或燃点大于300℃的绝缘液体； </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K--------燃点大于300℃的绝缘液体； </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L--------燃点不可测出的绝缘液体；</a:t>
            </a:r>
            <a:endParaRPr lang="zh-CN" altLang="en-US">
              <a:latin typeface="楷体" panose="02010609060101010101" charset="-122"/>
              <a:ea typeface="楷体" panose="02010609060101010101" charset="-122"/>
            </a:endParaRPr>
          </a:p>
          <a:p>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第二个字母：内部冷却介质的循环方式。 </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N--------流经冷却设备和绕组内部的油流是自然的热对流循环； </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F--------冷却设备中的油流是强迫循环，流经绕组内部的油流是热对流循环； D--------冷却设备中的油流是强迫循环，至少在主要绕组内的油流是强迫导向循环；</a:t>
            </a:r>
            <a:endParaRPr lang="zh-CN" altLang="en-US">
              <a:latin typeface="楷体" panose="02010609060101010101" charset="-122"/>
              <a:ea typeface="楷体" panose="02010609060101010101" charset="-122"/>
            </a:endParaRPr>
          </a:p>
          <a:p>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第三个字母：外部冷却介质。 </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A--------空气； </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W--------水； </a:t>
            </a:r>
            <a:endParaRPr lang="zh-CN" altLang="en-US">
              <a:latin typeface="楷体" panose="02010609060101010101" charset="-122"/>
              <a:ea typeface="楷体" panose="02010609060101010101" charset="-122"/>
            </a:endParaRPr>
          </a:p>
          <a:p>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第四个字母：外部冷却介质的循环方式。 </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N--------自然对流； </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F--------强迫循环（风扇、泵等）。</a:t>
            </a:r>
            <a:endParaRPr lang="zh-CN" altLang="en-US">
              <a:latin typeface="楷体" panose="02010609060101010101" charset="-122"/>
              <a:ea typeface="楷体" panose="02010609060101010101" charset="-122"/>
            </a:endParaRPr>
          </a:p>
        </p:txBody>
      </p:sp>
    </p:spTree>
    <p:custDataLst>
      <p:tags r:id="rId4"/>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矩形 10"/>
          <p:cNvSpPr/>
          <p:nvPr>
            <p:custDataLst>
              <p:tags r:id="rId1"/>
            </p:custDataLst>
          </p:nvPr>
        </p:nvSpPr>
        <p:spPr>
          <a:xfrm>
            <a:off x="-26987" y="6589713"/>
            <a:ext cx="9213850" cy="260350"/>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fontScale="725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350" strike="noStrike" noProof="1"/>
          </a:p>
        </p:txBody>
      </p:sp>
      <p:sp>
        <p:nvSpPr>
          <p:cNvPr id="73730" name="文本框 4"/>
          <p:cNvSpPr txBox="1"/>
          <p:nvPr>
            <p:custDataLst>
              <p:tags r:id="rId2"/>
            </p:custDataLst>
          </p:nvPr>
        </p:nvSpPr>
        <p:spPr>
          <a:xfrm>
            <a:off x="3802063" y="1695450"/>
            <a:ext cx="4176712" cy="2435225"/>
          </a:xfrm>
          <a:prstGeom prst="rect">
            <a:avLst/>
          </a:prstGeom>
          <a:noFill/>
          <a:ln w="9525">
            <a:noFill/>
          </a:ln>
        </p:spPr>
        <p:txBody>
          <a:bodyPr wrap="square" lIns="90000" tIns="46800" rIns="90000" bIns="46800" anchor="t" anchorCtr="0"/>
          <a:p>
            <a:r>
              <a:rPr lang="zh-CN" altLang="da-DK" b="1" dirty="0">
                <a:solidFill>
                  <a:srgbClr val="595959"/>
                </a:solidFill>
                <a:latin typeface="微软雅黑" panose="020B0503020204020204" charset="-122"/>
                <a:ea typeface="微软雅黑" panose="020B0503020204020204" charset="-122"/>
                <a:sym typeface="黑体" panose="02010609060101010101" charset="-122"/>
              </a:rPr>
              <a:t>1、电压（一次电压PRIMARY VOLTAGE, 二次电压SECONDARY VOLTAGE）</a:t>
            </a:r>
            <a:endParaRPr lang="zh-CN" altLang="da-DK" b="1" dirty="0">
              <a:solidFill>
                <a:srgbClr val="595959"/>
              </a:solidFill>
              <a:latin typeface="微软雅黑" panose="020B0503020204020204" charset="-122"/>
              <a:ea typeface="微软雅黑" panose="020B0503020204020204" charset="-122"/>
              <a:sym typeface="黑体" panose="02010609060101010101" charset="-122"/>
            </a:endParaRPr>
          </a:p>
          <a:p>
            <a:r>
              <a:rPr lang="zh-CN" altLang="da-DK" b="1" dirty="0">
                <a:solidFill>
                  <a:srgbClr val="595959"/>
                </a:solidFill>
                <a:latin typeface="微软雅黑" panose="020B0503020204020204" charset="-122"/>
                <a:ea typeface="微软雅黑" panose="020B0503020204020204" charset="-122"/>
                <a:sym typeface="黑体" panose="02010609060101010101" charset="-122"/>
              </a:rPr>
              <a:t>2、容量（CAPACITY）</a:t>
            </a:r>
            <a:endParaRPr lang="zh-CN" altLang="da-DK" b="1" dirty="0">
              <a:solidFill>
                <a:srgbClr val="595959"/>
              </a:solidFill>
              <a:latin typeface="微软雅黑" panose="020B0503020204020204" charset="-122"/>
              <a:ea typeface="微软雅黑" panose="020B0503020204020204" charset="-122"/>
              <a:sym typeface="黑体" panose="02010609060101010101" charset="-122"/>
            </a:endParaRPr>
          </a:p>
          <a:p>
            <a:r>
              <a:rPr lang="zh-CN" altLang="da-DK" b="1" dirty="0">
                <a:solidFill>
                  <a:srgbClr val="595959"/>
                </a:solidFill>
                <a:latin typeface="微软雅黑" panose="020B0503020204020204" charset="-122"/>
                <a:ea typeface="微软雅黑" panose="020B0503020204020204" charset="-122"/>
                <a:sym typeface="黑体" panose="02010609060101010101" charset="-122"/>
              </a:rPr>
              <a:t>3、频率（FREQUENCY</a:t>
            </a:r>
            <a:endParaRPr lang="zh-CN" altLang="da-DK" b="1" dirty="0">
              <a:solidFill>
                <a:srgbClr val="595959"/>
              </a:solidFill>
              <a:latin typeface="微软雅黑" panose="020B0503020204020204" charset="-122"/>
              <a:ea typeface="微软雅黑" panose="020B0503020204020204" charset="-122"/>
              <a:sym typeface="黑体" panose="02010609060101010101" charset="-122"/>
            </a:endParaRPr>
          </a:p>
          <a:p>
            <a:r>
              <a:rPr lang="zh-CN" altLang="da-DK" b="1" dirty="0">
                <a:solidFill>
                  <a:srgbClr val="595959"/>
                </a:solidFill>
                <a:latin typeface="微软雅黑" panose="020B0503020204020204" charset="-122"/>
                <a:ea typeface="微软雅黑" panose="020B0503020204020204" charset="-122"/>
                <a:sym typeface="黑体" panose="02010609060101010101" charset="-122"/>
              </a:rPr>
              <a:t>4、连接方式（CONNECTION TYPE）</a:t>
            </a:r>
            <a:endParaRPr lang="zh-CN" altLang="da-DK" b="1" dirty="0">
              <a:solidFill>
                <a:srgbClr val="595959"/>
              </a:solidFill>
              <a:latin typeface="微软雅黑" panose="020B0503020204020204" charset="-122"/>
              <a:ea typeface="微软雅黑" panose="020B0503020204020204" charset="-122"/>
              <a:sym typeface="黑体" panose="02010609060101010101" charset="-122"/>
            </a:endParaRPr>
          </a:p>
          <a:p>
            <a:r>
              <a:rPr lang="zh-CN" altLang="da-DK" b="1" dirty="0">
                <a:solidFill>
                  <a:srgbClr val="595959"/>
                </a:solidFill>
                <a:latin typeface="微软雅黑" panose="020B0503020204020204" charset="-122"/>
                <a:ea typeface="微软雅黑" panose="020B0503020204020204" charset="-122"/>
                <a:sym typeface="黑体" panose="02010609060101010101" charset="-122"/>
              </a:rPr>
              <a:t>5、冷却方式 （COOLING TYPE）</a:t>
            </a:r>
            <a:endParaRPr lang="zh-CN" altLang="da-DK" b="1" dirty="0">
              <a:solidFill>
                <a:srgbClr val="595959"/>
              </a:solidFill>
              <a:latin typeface="微软雅黑" panose="020B0503020204020204" charset="-122"/>
              <a:ea typeface="微软雅黑" panose="020B0503020204020204" charset="-122"/>
              <a:sym typeface="黑体" panose="02010609060101010101" charset="-122"/>
            </a:endParaRPr>
          </a:p>
        </p:txBody>
      </p:sp>
      <p:sp>
        <p:nvSpPr>
          <p:cNvPr id="73731" name="文本框 23"/>
          <p:cNvSpPr txBox="1"/>
          <p:nvPr>
            <p:custDataLst>
              <p:tags r:id="rId3"/>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报价因素</a:t>
            </a:r>
            <a:endParaRPr lang="zh-CN" altLang="en-US"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25" name="矩形 24"/>
          <p:cNvSpPr/>
          <p:nvPr>
            <p:custDataLst>
              <p:tags r:id="rId4"/>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27" name="矩形 26"/>
          <p:cNvSpPr/>
          <p:nvPr>
            <p:custDataLst>
              <p:tags r:id="rId5"/>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grpSp>
        <p:nvGrpSpPr>
          <p:cNvPr id="73734" name="组合 3"/>
          <p:cNvGrpSpPr/>
          <p:nvPr/>
        </p:nvGrpSpPr>
        <p:grpSpPr>
          <a:xfrm>
            <a:off x="230188" y="2614613"/>
            <a:ext cx="4440237" cy="3968750"/>
            <a:chOff x="331470" y="2547620"/>
            <a:chExt cx="4439920" cy="3967480"/>
          </a:xfrm>
        </p:grpSpPr>
        <p:sp>
          <p:nvSpPr>
            <p:cNvPr id="29" name="MH_Other_1"/>
            <p:cNvSpPr/>
            <p:nvPr/>
          </p:nvSpPr>
          <p:spPr>
            <a:xfrm>
              <a:off x="4130675" y="5658485"/>
              <a:ext cx="640715" cy="855980"/>
            </a:xfrm>
            <a:prstGeom prst="rtTriangle">
              <a:avLst/>
            </a:prstGeom>
            <a:solidFill>
              <a:srgbClr val="7FC6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65000"/>
                    <a:lumOff val="35000"/>
                  </a:schemeClr>
                </a:solidFill>
                <a:effectLst/>
                <a:uLnTx/>
                <a:uFillTx/>
                <a:latin typeface="+mn-lt"/>
                <a:ea typeface="+mn-ea"/>
                <a:cs typeface="+mn-cs"/>
              </a:endParaRPr>
            </a:p>
          </p:txBody>
        </p:sp>
        <p:sp>
          <p:nvSpPr>
            <p:cNvPr id="30" name="MH_Other_2"/>
            <p:cNvSpPr/>
            <p:nvPr/>
          </p:nvSpPr>
          <p:spPr>
            <a:xfrm flipH="1">
              <a:off x="3515995" y="5659755"/>
              <a:ext cx="639445" cy="855345"/>
            </a:xfrm>
            <a:prstGeom prst="rtTriangle">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65000"/>
                    <a:lumOff val="35000"/>
                  </a:schemeClr>
                </a:solidFill>
                <a:effectLst/>
                <a:uLnTx/>
                <a:uFillTx/>
                <a:latin typeface="+mn-lt"/>
                <a:ea typeface="+mn-ea"/>
                <a:cs typeface="+mn-cs"/>
              </a:endParaRPr>
            </a:p>
          </p:txBody>
        </p:sp>
        <p:sp>
          <p:nvSpPr>
            <p:cNvPr id="31" name="MH_Other_3"/>
            <p:cNvSpPr/>
            <p:nvPr/>
          </p:nvSpPr>
          <p:spPr>
            <a:xfrm>
              <a:off x="3096260" y="4759325"/>
              <a:ext cx="640715" cy="1755775"/>
            </a:xfrm>
            <a:prstGeom prst="rtTriangle">
              <a:avLst/>
            </a:prstGeom>
            <a:solidFill>
              <a:srgbClr val="D2E69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65000"/>
                    <a:lumOff val="35000"/>
                  </a:schemeClr>
                </a:solidFill>
                <a:effectLst/>
                <a:uLnTx/>
                <a:uFillTx/>
                <a:latin typeface="+mn-lt"/>
                <a:ea typeface="+mn-ea"/>
                <a:cs typeface="+mn-cs"/>
              </a:endParaRPr>
            </a:p>
          </p:txBody>
        </p:sp>
        <p:sp>
          <p:nvSpPr>
            <p:cNvPr id="32" name="MH_Other_4"/>
            <p:cNvSpPr/>
            <p:nvPr/>
          </p:nvSpPr>
          <p:spPr>
            <a:xfrm flipH="1">
              <a:off x="2458720" y="4760595"/>
              <a:ext cx="639445" cy="1754505"/>
            </a:xfrm>
            <a:prstGeom prst="rtTriangle">
              <a:avLst/>
            </a:prstGeom>
            <a:solidFill>
              <a:srgbClr val="BADA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65000"/>
                    <a:lumOff val="35000"/>
                  </a:schemeClr>
                </a:solidFill>
                <a:effectLst/>
                <a:uLnTx/>
                <a:uFillTx/>
                <a:latin typeface="+mn-lt"/>
                <a:ea typeface="+mn-ea"/>
                <a:cs typeface="+mn-cs"/>
              </a:endParaRPr>
            </a:p>
          </p:txBody>
        </p:sp>
        <p:sp>
          <p:nvSpPr>
            <p:cNvPr id="33" name="MH_Other_5"/>
            <p:cNvSpPr/>
            <p:nvPr/>
          </p:nvSpPr>
          <p:spPr>
            <a:xfrm>
              <a:off x="2038985" y="3891915"/>
              <a:ext cx="639445" cy="2623185"/>
            </a:xfrm>
            <a:prstGeom prst="rtTriangle">
              <a:avLst/>
            </a:prstGeom>
            <a:solidFill>
              <a:srgbClr val="7FC6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65000"/>
                    <a:lumOff val="35000"/>
                  </a:schemeClr>
                </a:solidFill>
                <a:effectLst/>
                <a:uLnTx/>
                <a:uFillTx/>
                <a:latin typeface="+mn-lt"/>
                <a:ea typeface="+mn-ea"/>
                <a:cs typeface="+mn-cs"/>
              </a:endParaRPr>
            </a:p>
          </p:txBody>
        </p:sp>
        <p:sp>
          <p:nvSpPr>
            <p:cNvPr id="34" name="MH_Other_6"/>
            <p:cNvSpPr/>
            <p:nvPr/>
          </p:nvSpPr>
          <p:spPr>
            <a:xfrm flipH="1">
              <a:off x="1395095" y="3891915"/>
              <a:ext cx="639445" cy="2623185"/>
            </a:xfrm>
            <a:prstGeom prst="rtTriangle">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65000"/>
                    <a:lumOff val="35000"/>
                  </a:schemeClr>
                </a:solidFill>
                <a:effectLst/>
                <a:uLnTx/>
                <a:uFillTx/>
                <a:latin typeface="+mn-lt"/>
                <a:ea typeface="+mn-ea"/>
                <a:cs typeface="+mn-cs"/>
              </a:endParaRPr>
            </a:p>
          </p:txBody>
        </p:sp>
        <p:sp>
          <p:nvSpPr>
            <p:cNvPr id="35" name="MH_Other_7"/>
            <p:cNvSpPr/>
            <p:nvPr/>
          </p:nvSpPr>
          <p:spPr>
            <a:xfrm>
              <a:off x="965835" y="2814955"/>
              <a:ext cx="640715" cy="3699510"/>
            </a:xfrm>
            <a:prstGeom prst="rtTriangle">
              <a:avLst/>
            </a:prstGeom>
            <a:solidFill>
              <a:srgbClr val="D2E69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65000"/>
                    <a:lumOff val="35000"/>
                  </a:schemeClr>
                </a:solidFill>
                <a:effectLst/>
                <a:uLnTx/>
                <a:uFillTx/>
                <a:latin typeface="+mn-lt"/>
                <a:ea typeface="+mn-ea"/>
                <a:cs typeface="+mn-cs"/>
              </a:endParaRPr>
            </a:p>
          </p:txBody>
        </p:sp>
        <p:sp>
          <p:nvSpPr>
            <p:cNvPr id="36" name="MH_Other_8"/>
            <p:cNvSpPr/>
            <p:nvPr/>
          </p:nvSpPr>
          <p:spPr>
            <a:xfrm flipH="1">
              <a:off x="331470" y="2817495"/>
              <a:ext cx="639445" cy="3696970"/>
            </a:xfrm>
            <a:prstGeom prst="rtTriangle">
              <a:avLst/>
            </a:prstGeom>
            <a:solidFill>
              <a:srgbClr val="BADA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65000"/>
                    <a:lumOff val="35000"/>
                  </a:schemeClr>
                </a:solidFill>
                <a:effectLst/>
                <a:uLnTx/>
                <a:uFillTx/>
                <a:latin typeface="+mn-lt"/>
                <a:ea typeface="+mn-ea"/>
                <a:cs typeface="+mn-cs"/>
              </a:endParaRPr>
            </a:p>
          </p:txBody>
        </p:sp>
        <p:sp>
          <p:nvSpPr>
            <p:cNvPr id="39" name="MH_Other_9"/>
            <p:cNvSpPr/>
            <p:nvPr/>
          </p:nvSpPr>
          <p:spPr>
            <a:xfrm>
              <a:off x="4217670" y="5273040"/>
              <a:ext cx="430530" cy="430530"/>
            </a:xfrm>
            <a:prstGeom prst="teardrop">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algn="ctr" defTabSz="914400" rtl="0" eaLnBrk="1" fontAlgn="base" latinLnBrk="0" hangingPunct="1">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tx1">
                      <a:lumMod val="65000"/>
                      <a:lumOff val="35000"/>
                    </a:schemeClr>
                  </a:solidFill>
                  <a:uLnTx/>
                  <a:uFillTx/>
                  <a:latin typeface="Impact" panose="020B0806030902050204" pitchFamily="34" charset="0"/>
                  <a:ea typeface="方正舒体" panose="02010601030101010101" pitchFamily="2" charset="-122"/>
                  <a:cs typeface="+mn-cs"/>
                </a:rPr>
                <a:t>19</a:t>
              </a:r>
              <a:endParaRPr kumimoji="0" lang="en-US" altLang="zh-CN" sz="1800" b="0" i="0" u="none" strike="noStrike" kern="1200" cap="none" spc="0" normalizeH="0" baseline="0" noProof="0" dirty="0">
                <a:ln>
                  <a:noFill/>
                </a:ln>
                <a:solidFill>
                  <a:schemeClr val="tx1">
                    <a:lumMod val="65000"/>
                    <a:lumOff val="35000"/>
                  </a:schemeClr>
                </a:solidFill>
                <a:uLnTx/>
                <a:uFillTx/>
                <a:latin typeface="Impact" panose="020B0806030902050204" pitchFamily="34" charset="0"/>
                <a:ea typeface="方正舒体" panose="02010601030101010101" pitchFamily="2" charset="-122"/>
                <a:cs typeface="+mn-cs"/>
              </a:endParaRPr>
            </a:p>
          </p:txBody>
        </p:sp>
        <p:sp>
          <p:nvSpPr>
            <p:cNvPr id="40" name="MH_Other_10"/>
            <p:cNvSpPr/>
            <p:nvPr/>
          </p:nvSpPr>
          <p:spPr>
            <a:xfrm>
              <a:off x="3100705" y="4314190"/>
              <a:ext cx="430530" cy="430530"/>
            </a:xfrm>
            <a:prstGeom prst="teardrop">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algn="ctr" defTabSz="914400" rtl="0" eaLnBrk="1" fontAlgn="base" latinLnBrk="0" hangingPunct="1">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tx1">
                      <a:lumMod val="65000"/>
                      <a:lumOff val="35000"/>
                    </a:schemeClr>
                  </a:solidFill>
                  <a:uLnTx/>
                  <a:uFillTx/>
                  <a:latin typeface="Impact" panose="020B0806030902050204" pitchFamily="34" charset="0"/>
                  <a:ea typeface="方正舒体" panose="02010601030101010101" pitchFamily="2" charset="-122"/>
                  <a:cs typeface="+mn-cs"/>
                </a:rPr>
                <a:t>50</a:t>
              </a:r>
              <a:endParaRPr kumimoji="0" lang="en-US" altLang="zh-CN" sz="1800" b="0" i="0" u="none" strike="noStrike" kern="1200" cap="none" spc="0" normalizeH="0" baseline="0" noProof="0" dirty="0">
                <a:ln>
                  <a:noFill/>
                </a:ln>
                <a:solidFill>
                  <a:schemeClr val="tx1">
                    <a:lumMod val="65000"/>
                    <a:lumOff val="35000"/>
                  </a:schemeClr>
                </a:solidFill>
                <a:uLnTx/>
                <a:uFillTx/>
                <a:latin typeface="Impact" panose="020B0806030902050204" pitchFamily="34" charset="0"/>
                <a:ea typeface="方正舒体" panose="02010601030101010101" pitchFamily="2" charset="-122"/>
                <a:cs typeface="+mn-cs"/>
              </a:endParaRPr>
            </a:p>
          </p:txBody>
        </p:sp>
        <p:sp>
          <p:nvSpPr>
            <p:cNvPr id="43" name="MH_Other_11"/>
            <p:cNvSpPr/>
            <p:nvPr/>
          </p:nvSpPr>
          <p:spPr>
            <a:xfrm>
              <a:off x="2035810" y="3483610"/>
              <a:ext cx="430530" cy="429895"/>
            </a:xfrm>
            <a:prstGeom prst="teardrop">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algn="ctr" defTabSz="914400" rtl="0" eaLnBrk="1" fontAlgn="base" latinLnBrk="0" hangingPunct="1">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tx1">
                      <a:lumMod val="65000"/>
                      <a:lumOff val="35000"/>
                    </a:schemeClr>
                  </a:solidFill>
                  <a:uLnTx/>
                  <a:uFillTx/>
                  <a:latin typeface="Impact" panose="020B0806030902050204" pitchFamily="34" charset="0"/>
                  <a:ea typeface="方正舒体" panose="02010601030101010101" pitchFamily="2" charset="-122"/>
                  <a:cs typeface="+mn-cs"/>
                </a:rPr>
                <a:t>75</a:t>
              </a:r>
              <a:endParaRPr kumimoji="0" lang="en-US" altLang="zh-CN" sz="1800" b="0" i="0" u="none" strike="noStrike" kern="1200" cap="none" spc="0" normalizeH="0" baseline="0" noProof="0" dirty="0">
                <a:ln>
                  <a:noFill/>
                </a:ln>
                <a:solidFill>
                  <a:schemeClr val="tx1">
                    <a:lumMod val="65000"/>
                    <a:lumOff val="35000"/>
                  </a:schemeClr>
                </a:solidFill>
                <a:uLnTx/>
                <a:uFillTx/>
                <a:latin typeface="Impact" panose="020B0806030902050204" pitchFamily="34" charset="0"/>
                <a:ea typeface="方正舒体" panose="02010601030101010101" pitchFamily="2" charset="-122"/>
                <a:cs typeface="+mn-cs"/>
              </a:endParaRPr>
            </a:p>
          </p:txBody>
        </p:sp>
        <p:sp>
          <p:nvSpPr>
            <p:cNvPr id="46" name="MH_Other_12"/>
            <p:cNvSpPr/>
            <p:nvPr/>
          </p:nvSpPr>
          <p:spPr>
            <a:xfrm>
              <a:off x="1082675" y="2547620"/>
              <a:ext cx="429895" cy="430530"/>
            </a:xfrm>
            <a:prstGeom prst="teardrop">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algn="ctr" defTabSz="914400" rtl="0" eaLnBrk="1" fontAlgn="base" latinLnBrk="0" hangingPunct="1">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tx1">
                      <a:lumMod val="65000"/>
                      <a:lumOff val="35000"/>
                    </a:schemeClr>
                  </a:solidFill>
                  <a:effectLst/>
                  <a:uLnTx/>
                  <a:uFillTx/>
                  <a:latin typeface="Impact" panose="020B0806030902050204" pitchFamily="34" charset="0"/>
                  <a:ea typeface="方正舒体" panose="02010601030101010101" pitchFamily="2" charset="-122"/>
                  <a:cs typeface="+mn-cs"/>
                </a:rPr>
                <a:t>99</a:t>
              </a:r>
              <a:endParaRPr kumimoji="0" lang="en-US" altLang="zh-CN" sz="1800" b="0" i="0" u="none" strike="noStrike" kern="1200" cap="none" spc="0" normalizeH="0" baseline="0" noProof="0" dirty="0">
                <a:ln>
                  <a:noFill/>
                </a:ln>
                <a:solidFill>
                  <a:schemeClr val="tx1">
                    <a:lumMod val="65000"/>
                    <a:lumOff val="35000"/>
                  </a:schemeClr>
                </a:solidFill>
                <a:effectLst/>
                <a:uLnTx/>
                <a:uFillTx/>
                <a:latin typeface="Impact" panose="020B0806030902050204" pitchFamily="34" charset="0"/>
                <a:ea typeface="方正舒体" panose="02010601030101010101" pitchFamily="2" charset="-122"/>
                <a:cs typeface="+mn-cs"/>
              </a:endParaRPr>
            </a:p>
          </p:txBody>
        </p:sp>
      </p:grpSp>
    </p:spTree>
    <p:custDataLst>
      <p:tags r:id="rId6"/>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文本框 22"/>
          <p:cNvSpPr txBox="1"/>
          <p:nvPr>
            <p:custDataLst>
              <p:tags r:id="rId1"/>
            </p:custDataLst>
          </p:nvPr>
        </p:nvSpPr>
        <p:spPr>
          <a:xfrm>
            <a:off x="273050" y="228600"/>
            <a:ext cx="3016250" cy="460375"/>
          </a:xfrm>
          <a:prstGeom prst="rect">
            <a:avLst/>
          </a:prstGeom>
          <a:noFill/>
          <a:ln w="9525">
            <a:noFill/>
          </a:ln>
        </p:spPr>
        <p:txBody>
          <a:bodyPr wrap="square" anchor="t" anchorCtr="0">
            <a:spAutoFit/>
          </a:bodyPr>
          <a:p>
            <a:r>
              <a:rPr lang="zh-CN" altLang="en-US" sz="2400" b="1">
                <a:solidFill>
                  <a:srgbClr val="595959"/>
                </a:solidFill>
                <a:latin typeface="微软雅黑" panose="020B0503020204020204" charset="-122"/>
                <a:ea typeface="微软雅黑" panose="020B0503020204020204" charset="-122"/>
                <a:sym typeface="黑体" panose="02010609060101010101" charset="-122"/>
              </a:rPr>
              <a:t>更高要求</a:t>
            </a:r>
            <a:endParaRPr lang="zh-CN" altLang="en-US" sz="2400"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24" name="矩形 23"/>
          <p:cNvSpPr/>
          <p:nvPr>
            <p:custDataLst>
              <p:tags r:id="rId2"/>
            </p:custDataLst>
          </p:nvPr>
        </p:nvSpPr>
        <p:spPr>
          <a:xfrm>
            <a:off x="-3175" y="236538"/>
            <a:ext cx="119063"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
        <p:nvSpPr>
          <p:cNvPr id="25" name="矩形 24"/>
          <p:cNvSpPr/>
          <p:nvPr>
            <p:custDataLst>
              <p:tags r:id="rId3"/>
            </p:custDataLst>
          </p:nvPr>
        </p:nvSpPr>
        <p:spPr>
          <a:xfrm>
            <a:off x="138113" y="236538"/>
            <a:ext cx="96838" cy="473075"/>
          </a:xfrm>
          <a:prstGeom prst="rect">
            <a:avLst/>
          </a:prstGeom>
          <a:solidFill>
            <a:srgbClr val="578B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grpSp>
        <p:nvGrpSpPr>
          <p:cNvPr id="74756" name="组合 12"/>
          <p:cNvGrpSpPr/>
          <p:nvPr/>
        </p:nvGrpSpPr>
        <p:grpSpPr>
          <a:xfrm>
            <a:off x="165100" y="1503363"/>
            <a:ext cx="8813800" cy="3848100"/>
            <a:chOff x="1038860" y="1320800"/>
            <a:chExt cx="9522460" cy="4157506"/>
          </a:xfrm>
        </p:grpSpPr>
        <p:sp>
          <p:nvSpPr>
            <p:cNvPr id="26" name="五边形 9"/>
            <p:cNvSpPr/>
            <p:nvPr/>
          </p:nvSpPr>
          <p:spPr>
            <a:xfrm>
              <a:off x="7052945" y="2176145"/>
              <a:ext cx="2349500" cy="668655"/>
            </a:xfrm>
            <a:custGeom>
              <a:avLst/>
              <a:gdLst/>
              <a:ahLst/>
              <a:cxnLst/>
              <a:rect l="l" t="t" r="r" b="b"/>
              <a:pathLst>
                <a:path w="1917572" h="545840">
                  <a:moveTo>
                    <a:pt x="272920" y="0"/>
                  </a:moveTo>
                  <a:lnTo>
                    <a:pt x="1135241" y="0"/>
                  </a:lnTo>
                  <a:lnTo>
                    <a:pt x="1222047" y="0"/>
                  </a:lnTo>
                  <a:lnTo>
                    <a:pt x="1644652" y="0"/>
                  </a:lnTo>
                  <a:lnTo>
                    <a:pt x="1917572" y="272920"/>
                  </a:lnTo>
                  <a:lnTo>
                    <a:pt x="1644652" y="545840"/>
                  </a:lnTo>
                  <a:lnTo>
                    <a:pt x="1222047" y="545840"/>
                  </a:lnTo>
                  <a:lnTo>
                    <a:pt x="1135241" y="545840"/>
                  </a:lnTo>
                  <a:lnTo>
                    <a:pt x="272920" y="545840"/>
                  </a:lnTo>
                  <a:lnTo>
                    <a:pt x="0" y="272920"/>
                  </a:lnTo>
                  <a:close/>
                </a:path>
              </a:pathLst>
            </a:custGeom>
            <a:solidFill>
              <a:srgbClr val="BAD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endParaRPr kumimoji="1" lang="zh-CN" altLang="en-US" sz="1800" strike="noStrike" noProof="1">
                <a:solidFill>
                  <a:schemeClr val="bg1"/>
                </a:solidFill>
              </a:endParaRPr>
            </a:p>
          </p:txBody>
        </p:sp>
        <p:sp>
          <p:nvSpPr>
            <p:cNvPr id="27" name="五边形 2"/>
            <p:cNvSpPr/>
            <p:nvPr/>
          </p:nvSpPr>
          <p:spPr>
            <a:xfrm flipH="1">
              <a:off x="5893435" y="4652645"/>
              <a:ext cx="4667885" cy="668655"/>
            </a:xfrm>
            <a:custGeom>
              <a:avLst/>
              <a:gdLst/>
              <a:ahLst/>
              <a:cxnLst/>
              <a:rect l="l" t="t" r="r" b="b"/>
              <a:pathLst>
                <a:path w="3809784" h="545840">
                  <a:moveTo>
                    <a:pt x="3536864" y="0"/>
                  </a:moveTo>
                  <a:lnTo>
                    <a:pt x="2298463" y="0"/>
                  </a:lnTo>
                  <a:lnTo>
                    <a:pt x="1511321" y="0"/>
                  </a:lnTo>
                  <a:lnTo>
                    <a:pt x="272920" y="0"/>
                  </a:lnTo>
                  <a:lnTo>
                    <a:pt x="0" y="272920"/>
                  </a:lnTo>
                  <a:lnTo>
                    <a:pt x="272920" y="545840"/>
                  </a:lnTo>
                  <a:lnTo>
                    <a:pt x="1511321" y="545840"/>
                  </a:lnTo>
                  <a:lnTo>
                    <a:pt x="2298463" y="545840"/>
                  </a:lnTo>
                  <a:lnTo>
                    <a:pt x="3536864" y="545840"/>
                  </a:lnTo>
                  <a:lnTo>
                    <a:pt x="3809784" y="272920"/>
                  </a:lnTo>
                  <a:close/>
                </a:path>
              </a:pathLst>
            </a:custGeom>
            <a:solidFill>
              <a:srgbClr val="578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endParaRPr kumimoji="1" lang="zh-CN" altLang="en-US" sz="1800" strike="noStrike" noProof="1">
                <a:solidFill>
                  <a:schemeClr val="bg1"/>
                </a:solidFill>
              </a:endParaRPr>
            </a:p>
          </p:txBody>
        </p:sp>
        <p:sp>
          <p:nvSpPr>
            <p:cNvPr id="28" name="五边形 5"/>
            <p:cNvSpPr/>
            <p:nvPr/>
          </p:nvSpPr>
          <p:spPr>
            <a:xfrm>
              <a:off x="6189345" y="3827145"/>
              <a:ext cx="4076065" cy="668655"/>
            </a:xfrm>
            <a:custGeom>
              <a:avLst/>
              <a:gdLst/>
              <a:ahLst/>
              <a:cxnLst/>
              <a:rect l="l" t="t" r="r" b="b"/>
              <a:pathLst>
                <a:path w="3326780" h="545840">
                  <a:moveTo>
                    <a:pt x="272920" y="0"/>
                  </a:moveTo>
                  <a:lnTo>
                    <a:pt x="1028317" y="0"/>
                  </a:lnTo>
                  <a:lnTo>
                    <a:pt x="2298463" y="0"/>
                  </a:lnTo>
                  <a:lnTo>
                    <a:pt x="3053860" y="0"/>
                  </a:lnTo>
                  <a:lnTo>
                    <a:pt x="3326780" y="272920"/>
                  </a:lnTo>
                  <a:lnTo>
                    <a:pt x="3053860" y="545840"/>
                  </a:lnTo>
                  <a:lnTo>
                    <a:pt x="2298463" y="545840"/>
                  </a:lnTo>
                  <a:lnTo>
                    <a:pt x="1028317" y="545840"/>
                  </a:lnTo>
                  <a:lnTo>
                    <a:pt x="272920" y="545840"/>
                  </a:lnTo>
                  <a:lnTo>
                    <a:pt x="0" y="272920"/>
                  </a:lnTo>
                  <a:close/>
                </a:path>
              </a:pathLst>
            </a:custGeom>
            <a:solidFill>
              <a:srgbClr val="BAD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endParaRPr kumimoji="1" lang="zh-CN" altLang="en-US" sz="1800" strike="noStrike" noProof="1">
                <a:solidFill>
                  <a:schemeClr val="bg1"/>
                </a:solidFill>
              </a:endParaRPr>
            </a:p>
          </p:txBody>
        </p:sp>
        <p:sp>
          <p:nvSpPr>
            <p:cNvPr id="29" name="五边形 7"/>
            <p:cNvSpPr/>
            <p:nvPr/>
          </p:nvSpPr>
          <p:spPr>
            <a:xfrm>
              <a:off x="6562090" y="3001645"/>
              <a:ext cx="3330575" cy="668655"/>
            </a:xfrm>
            <a:custGeom>
              <a:avLst/>
              <a:gdLst/>
              <a:ahLst/>
              <a:cxnLst/>
              <a:rect l="l" t="t" r="r" b="b"/>
              <a:pathLst>
                <a:path w="2718054" h="545840">
                  <a:moveTo>
                    <a:pt x="272920" y="0"/>
                  </a:moveTo>
                  <a:lnTo>
                    <a:pt x="419591" y="0"/>
                  </a:lnTo>
                  <a:lnTo>
                    <a:pt x="2298463" y="0"/>
                  </a:lnTo>
                  <a:lnTo>
                    <a:pt x="2445134" y="0"/>
                  </a:lnTo>
                  <a:lnTo>
                    <a:pt x="2718054" y="272920"/>
                  </a:lnTo>
                  <a:lnTo>
                    <a:pt x="2445134" y="545840"/>
                  </a:lnTo>
                  <a:lnTo>
                    <a:pt x="2298463" y="545840"/>
                  </a:lnTo>
                  <a:lnTo>
                    <a:pt x="419591" y="545840"/>
                  </a:lnTo>
                  <a:lnTo>
                    <a:pt x="272920" y="545840"/>
                  </a:lnTo>
                  <a:lnTo>
                    <a:pt x="0" y="272920"/>
                  </a:lnTo>
                  <a:close/>
                </a:path>
              </a:pathLst>
            </a:custGeom>
            <a:solidFill>
              <a:srgbClr val="578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endParaRPr kumimoji="1" lang="zh-CN" altLang="en-US" sz="1800" strike="noStrike" noProof="1">
                <a:solidFill>
                  <a:schemeClr val="bg1"/>
                </a:solidFill>
              </a:endParaRPr>
            </a:p>
          </p:txBody>
        </p:sp>
        <p:sp>
          <p:nvSpPr>
            <p:cNvPr id="30" name="等腰三角形 29"/>
            <p:cNvSpPr/>
            <p:nvPr/>
          </p:nvSpPr>
          <p:spPr>
            <a:xfrm>
              <a:off x="7533005" y="1320800"/>
              <a:ext cx="1388745" cy="694690"/>
            </a:xfrm>
            <a:prstGeom prst="triangle">
              <a:avLst/>
            </a:prstGeom>
            <a:solidFill>
              <a:srgbClr val="578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endParaRPr kumimoji="1" lang="zh-CN" altLang="en-US" sz="1800" strike="noStrike" noProof="1">
                <a:solidFill>
                  <a:schemeClr val="bg1"/>
                </a:solidFill>
              </a:endParaRPr>
            </a:p>
          </p:txBody>
        </p:sp>
        <p:sp>
          <p:nvSpPr>
            <p:cNvPr id="74762" name="矩形 30"/>
            <p:cNvSpPr/>
            <p:nvPr/>
          </p:nvSpPr>
          <p:spPr>
            <a:xfrm>
              <a:off x="7355205" y="2268220"/>
              <a:ext cx="1800400" cy="497349"/>
            </a:xfrm>
            <a:prstGeom prst="rect">
              <a:avLst/>
            </a:prstGeom>
            <a:noFill/>
            <a:ln w="9525">
              <a:noFill/>
            </a:ln>
          </p:spPr>
          <p:txBody>
            <a:bodyPr wrap="square" anchor="t" anchorCtr="0">
              <a:spAutoFit/>
            </a:bodyPr>
            <a:p>
              <a:r>
                <a:rPr lang="en-US" altLang="zh-CN" sz="2400" b="1" dirty="0">
                  <a:solidFill>
                    <a:schemeClr val="bg1"/>
                  </a:solidFill>
                  <a:latin typeface="Arial" panose="020B0604020202020204" pitchFamily="34" charset="0"/>
                  <a:ea typeface="宋体" panose="02010600030101010101" pitchFamily="2" charset="-122"/>
                </a:rPr>
                <a:t>01</a:t>
              </a:r>
              <a:r>
                <a:rPr lang="zh-CN" altLang="en-US" sz="2400" b="1" dirty="0">
                  <a:solidFill>
                    <a:schemeClr val="bg1"/>
                  </a:solidFill>
                  <a:latin typeface="Arial" panose="020B0604020202020204" pitchFamily="34" charset="0"/>
                  <a:ea typeface="宋体" panose="02010600030101010101" pitchFamily="2" charset="-122"/>
                </a:rPr>
                <a:t> </a:t>
              </a:r>
              <a:r>
                <a:rPr lang="en-US" altLang="zh-CN" sz="2400" b="1" dirty="0">
                  <a:solidFill>
                    <a:schemeClr val="bg1"/>
                  </a:solidFill>
                  <a:latin typeface="Arial" panose="020B0604020202020204" pitchFamily="34" charset="0"/>
                  <a:ea typeface="宋体" panose="02010600030101010101" pitchFamily="2" charset="-122"/>
                </a:rPr>
                <a:t>TEXT</a:t>
              </a:r>
              <a:endParaRPr lang="en-US" altLang="zh-CN" sz="2400" b="1" dirty="0">
                <a:solidFill>
                  <a:schemeClr val="bg1"/>
                </a:solidFill>
                <a:latin typeface="Arial" panose="020B0604020202020204" pitchFamily="34" charset="0"/>
                <a:ea typeface="宋体" panose="02010600030101010101" pitchFamily="2" charset="-122"/>
              </a:endParaRPr>
            </a:p>
          </p:txBody>
        </p:sp>
        <p:sp>
          <p:nvSpPr>
            <p:cNvPr id="74763" name="矩形 31"/>
            <p:cNvSpPr/>
            <p:nvPr/>
          </p:nvSpPr>
          <p:spPr>
            <a:xfrm>
              <a:off x="6859270" y="3095625"/>
              <a:ext cx="2735373" cy="497349"/>
            </a:xfrm>
            <a:prstGeom prst="rect">
              <a:avLst/>
            </a:prstGeom>
            <a:noFill/>
            <a:ln w="9525">
              <a:noFill/>
            </a:ln>
          </p:spPr>
          <p:txBody>
            <a:bodyPr wrap="square" anchor="t" anchorCtr="0">
              <a:spAutoFit/>
            </a:bodyPr>
            <a:p>
              <a:r>
                <a:rPr lang="en-US" altLang="zh-CN" sz="2400" b="1" dirty="0">
                  <a:solidFill>
                    <a:schemeClr val="bg1"/>
                  </a:solidFill>
                  <a:latin typeface="Arial" panose="020B0604020202020204" pitchFamily="34" charset="0"/>
                  <a:ea typeface="宋体" panose="02010600030101010101" pitchFamily="2" charset="-122"/>
                </a:rPr>
                <a:t>02</a:t>
              </a:r>
              <a:r>
                <a:rPr lang="zh-CN" altLang="en-US" sz="2400" b="1" dirty="0">
                  <a:solidFill>
                    <a:schemeClr val="bg1"/>
                  </a:solidFill>
                  <a:latin typeface="Arial" panose="020B0604020202020204" pitchFamily="34" charset="0"/>
                  <a:ea typeface="宋体" panose="02010600030101010101" pitchFamily="2" charset="-122"/>
                </a:rPr>
                <a:t> </a:t>
              </a:r>
              <a:r>
                <a:rPr lang="en-US" altLang="zh-CN" sz="2400" b="1" dirty="0">
                  <a:solidFill>
                    <a:schemeClr val="bg1"/>
                  </a:solidFill>
                  <a:latin typeface="Arial" panose="020B0604020202020204" pitchFamily="34" charset="0"/>
                  <a:ea typeface="宋体" panose="02010600030101010101" pitchFamily="2" charset="-122"/>
                </a:rPr>
                <a:t>TEXT</a:t>
              </a:r>
              <a:r>
                <a:rPr lang="zh-CN" altLang="en-US" sz="2400" b="1" dirty="0">
                  <a:solidFill>
                    <a:schemeClr val="bg1"/>
                  </a:solidFill>
                  <a:latin typeface="Arial" panose="020B0604020202020204" pitchFamily="34" charset="0"/>
                  <a:ea typeface="宋体" panose="02010600030101010101" pitchFamily="2" charset="-122"/>
                </a:rPr>
                <a:t> </a:t>
              </a:r>
              <a:r>
                <a:rPr lang="en-US" altLang="zh-CN" sz="2400" b="1" dirty="0">
                  <a:solidFill>
                    <a:schemeClr val="bg1"/>
                  </a:solidFill>
                  <a:latin typeface="Arial" panose="020B0604020202020204" pitchFamily="34" charset="0"/>
                  <a:ea typeface="宋体" panose="02010600030101010101" pitchFamily="2" charset="-122"/>
                </a:rPr>
                <a:t>HERE</a:t>
              </a:r>
              <a:endParaRPr lang="en-US" altLang="zh-CN" sz="2400" b="1" dirty="0">
                <a:solidFill>
                  <a:schemeClr val="bg1"/>
                </a:solidFill>
                <a:latin typeface="Arial" panose="020B0604020202020204" pitchFamily="34" charset="0"/>
                <a:ea typeface="宋体" panose="02010600030101010101" pitchFamily="2" charset="-122"/>
              </a:endParaRPr>
            </a:p>
          </p:txBody>
        </p:sp>
        <p:sp>
          <p:nvSpPr>
            <p:cNvPr id="74764" name="矩形 32"/>
            <p:cNvSpPr/>
            <p:nvPr/>
          </p:nvSpPr>
          <p:spPr>
            <a:xfrm>
              <a:off x="6386831" y="3931920"/>
              <a:ext cx="3678212" cy="497349"/>
            </a:xfrm>
            <a:prstGeom prst="rect">
              <a:avLst/>
            </a:prstGeom>
            <a:noFill/>
            <a:ln w="9525">
              <a:noFill/>
            </a:ln>
          </p:spPr>
          <p:txBody>
            <a:bodyPr wrap="square" anchor="t" anchorCtr="0">
              <a:spAutoFit/>
            </a:bodyPr>
            <a:p>
              <a:r>
                <a:rPr lang="en-US" altLang="zh-CN" sz="2400" b="1" dirty="0">
                  <a:solidFill>
                    <a:schemeClr val="bg1"/>
                  </a:solidFill>
                  <a:latin typeface="Arial" panose="020B0604020202020204" pitchFamily="34" charset="0"/>
                  <a:ea typeface="宋体" panose="02010600030101010101" pitchFamily="2" charset="-122"/>
                </a:rPr>
                <a:t>03</a:t>
              </a:r>
              <a:r>
                <a:rPr lang="zh-CN" altLang="en-US" sz="2400" b="1" dirty="0">
                  <a:solidFill>
                    <a:schemeClr val="bg1"/>
                  </a:solidFill>
                  <a:latin typeface="Arial" panose="020B0604020202020204" pitchFamily="34" charset="0"/>
                  <a:ea typeface="宋体" panose="02010600030101010101" pitchFamily="2" charset="-122"/>
                </a:rPr>
                <a:t> </a:t>
              </a:r>
              <a:r>
                <a:rPr lang="en-US" altLang="zh-CN" sz="2400" b="1" dirty="0">
                  <a:solidFill>
                    <a:schemeClr val="bg1"/>
                  </a:solidFill>
                  <a:latin typeface="Arial" panose="020B0604020202020204" pitchFamily="34" charset="0"/>
                  <a:ea typeface="宋体" panose="02010600030101010101" pitchFamily="2" charset="-122"/>
                </a:rPr>
                <a:t>YOUR</a:t>
              </a:r>
              <a:r>
                <a:rPr lang="zh-CN" altLang="en-US" sz="2400" b="1" dirty="0">
                  <a:solidFill>
                    <a:schemeClr val="bg1"/>
                  </a:solidFill>
                  <a:latin typeface="Arial" panose="020B0604020202020204" pitchFamily="34" charset="0"/>
                  <a:ea typeface="宋体" panose="02010600030101010101" pitchFamily="2" charset="-122"/>
                </a:rPr>
                <a:t> </a:t>
              </a:r>
              <a:r>
                <a:rPr lang="en-US" altLang="zh-CN" sz="2400" b="1" dirty="0">
                  <a:solidFill>
                    <a:schemeClr val="bg1"/>
                  </a:solidFill>
                  <a:latin typeface="Arial" panose="020B0604020202020204" pitchFamily="34" charset="0"/>
                  <a:ea typeface="宋体" panose="02010600030101010101" pitchFamily="2" charset="-122"/>
                </a:rPr>
                <a:t>TEXT</a:t>
              </a:r>
              <a:r>
                <a:rPr lang="zh-CN" altLang="en-US" sz="2400" b="1" dirty="0">
                  <a:solidFill>
                    <a:schemeClr val="bg1"/>
                  </a:solidFill>
                  <a:latin typeface="Arial" panose="020B0604020202020204" pitchFamily="34" charset="0"/>
                  <a:ea typeface="宋体" panose="02010600030101010101" pitchFamily="2" charset="-122"/>
                </a:rPr>
                <a:t> </a:t>
              </a:r>
              <a:r>
                <a:rPr lang="en-US" altLang="zh-CN" sz="2400" b="1" dirty="0">
                  <a:solidFill>
                    <a:schemeClr val="bg1"/>
                  </a:solidFill>
                  <a:latin typeface="Arial" panose="020B0604020202020204" pitchFamily="34" charset="0"/>
                  <a:ea typeface="宋体" panose="02010600030101010101" pitchFamily="2" charset="-122"/>
                </a:rPr>
                <a:t>HERE</a:t>
              </a:r>
              <a:endParaRPr lang="en-US" altLang="zh-CN" sz="2400" b="1" dirty="0">
                <a:solidFill>
                  <a:schemeClr val="bg1"/>
                </a:solidFill>
                <a:latin typeface="Arial" panose="020B0604020202020204" pitchFamily="34" charset="0"/>
                <a:ea typeface="宋体" panose="02010600030101010101" pitchFamily="2" charset="-122"/>
              </a:endParaRPr>
            </a:p>
          </p:txBody>
        </p:sp>
        <p:sp>
          <p:nvSpPr>
            <p:cNvPr id="74765" name="矩形 33"/>
            <p:cNvSpPr/>
            <p:nvPr/>
          </p:nvSpPr>
          <p:spPr>
            <a:xfrm>
              <a:off x="6209666" y="4758690"/>
              <a:ext cx="4055745" cy="497349"/>
            </a:xfrm>
            <a:prstGeom prst="rect">
              <a:avLst/>
            </a:prstGeom>
            <a:noFill/>
            <a:ln w="9525">
              <a:noFill/>
            </a:ln>
          </p:spPr>
          <p:txBody>
            <a:bodyPr wrap="square" anchor="t" anchorCtr="0">
              <a:spAutoFit/>
            </a:bodyPr>
            <a:p>
              <a:r>
                <a:rPr lang="en-US" altLang="zh-CN" sz="2400" b="1" dirty="0">
                  <a:solidFill>
                    <a:schemeClr val="bg1"/>
                  </a:solidFill>
                  <a:latin typeface="Arial" panose="020B0604020202020204" pitchFamily="34" charset="0"/>
                  <a:ea typeface="宋体" panose="02010600030101010101" pitchFamily="2" charset="-122"/>
                </a:rPr>
                <a:t>04</a:t>
              </a:r>
              <a:r>
                <a:rPr lang="zh-CN" altLang="en-US" sz="2400" b="1" dirty="0">
                  <a:solidFill>
                    <a:schemeClr val="bg1"/>
                  </a:solidFill>
                  <a:latin typeface="Arial" panose="020B0604020202020204" pitchFamily="34" charset="0"/>
                  <a:ea typeface="宋体" panose="02010600030101010101" pitchFamily="2" charset="-122"/>
                </a:rPr>
                <a:t> </a:t>
              </a:r>
              <a:r>
                <a:rPr lang="en-US" altLang="zh-CN" sz="2400" b="1" dirty="0">
                  <a:solidFill>
                    <a:schemeClr val="bg1"/>
                  </a:solidFill>
                  <a:latin typeface="Arial" panose="020B0604020202020204" pitchFamily="34" charset="0"/>
                  <a:ea typeface="宋体" panose="02010600030101010101" pitchFamily="2" charset="-122"/>
                </a:rPr>
                <a:t>YOUR</a:t>
              </a:r>
              <a:r>
                <a:rPr lang="zh-CN" altLang="en-US" sz="2400" b="1" dirty="0">
                  <a:solidFill>
                    <a:schemeClr val="bg1"/>
                  </a:solidFill>
                  <a:latin typeface="Arial" panose="020B0604020202020204" pitchFamily="34" charset="0"/>
                  <a:ea typeface="宋体" panose="02010600030101010101" pitchFamily="2" charset="-122"/>
                </a:rPr>
                <a:t> </a:t>
              </a:r>
              <a:r>
                <a:rPr lang="en-US" altLang="zh-CN" sz="2400" b="1" dirty="0">
                  <a:solidFill>
                    <a:schemeClr val="bg1"/>
                  </a:solidFill>
                  <a:latin typeface="Arial" panose="020B0604020202020204" pitchFamily="34" charset="0"/>
                  <a:ea typeface="宋体" panose="02010600030101010101" pitchFamily="2" charset="-122"/>
                </a:rPr>
                <a:t>TEXT</a:t>
              </a:r>
              <a:r>
                <a:rPr lang="zh-CN" altLang="en-US" sz="2400" b="1" dirty="0">
                  <a:solidFill>
                    <a:schemeClr val="bg1"/>
                  </a:solidFill>
                  <a:latin typeface="Arial" panose="020B0604020202020204" pitchFamily="34" charset="0"/>
                  <a:ea typeface="宋体" panose="02010600030101010101" pitchFamily="2" charset="-122"/>
                </a:rPr>
                <a:t> </a:t>
              </a:r>
              <a:r>
                <a:rPr lang="en-US" altLang="zh-CN" sz="2400" b="1" dirty="0">
                  <a:solidFill>
                    <a:schemeClr val="bg1"/>
                  </a:solidFill>
                  <a:latin typeface="Arial" panose="020B0604020202020204" pitchFamily="34" charset="0"/>
                  <a:ea typeface="宋体" panose="02010600030101010101" pitchFamily="2" charset="-122"/>
                </a:rPr>
                <a:t>HERE</a:t>
              </a:r>
              <a:endParaRPr lang="en-US" altLang="zh-CN" sz="2400" b="1" dirty="0">
                <a:solidFill>
                  <a:schemeClr val="bg1"/>
                </a:solidFill>
                <a:latin typeface="Arial" panose="020B0604020202020204" pitchFamily="34" charset="0"/>
                <a:ea typeface="宋体" panose="02010600030101010101" pitchFamily="2" charset="-122"/>
              </a:endParaRPr>
            </a:p>
          </p:txBody>
        </p:sp>
        <p:sp>
          <p:nvSpPr>
            <p:cNvPr id="74766" name="文本框 34"/>
            <p:cNvSpPr txBox="1"/>
            <p:nvPr/>
          </p:nvSpPr>
          <p:spPr>
            <a:xfrm>
              <a:off x="1038860" y="3047209"/>
              <a:ext cx="4635500" cy="696975"/>
            </a:xfrm>
            <a:prstGeom prst="rect">
              <a:avLst/>
            </a:prstGeom>
            <a:noFill/>
            <a:ln w="9525">
              <a:noFill/>
            </a:ln>
          </p:spPr>
          <p:txBody>
            <a:bodyPr wrap="square" anchor="t" anchorCtr="0">
              <a:spAutoFit/>
            </a:bodyPr>
            <a:p>
              <a:r>
                <a:rPr lang="zh-CN" altLang="zh-CN" dirty="0">
                  <a:solidFill>
                    <a:srgbClr val="595959"/>
                  </a:solidFill>
                  <a:latin typeface="微软雅黑" panose="020B0503020204020204" charset="-122"/>
                  <a:ea typeface="微软雅黑" panose="020B0503020204020204" charset="-122"/>
                  <a:sym typeface="黑体" panose="02010609060101010101" charset="-122"/>
                </a:rPr>
                <a:t>8、有载开关OR 无载开关 （NLTC  OR  OLTC）</a:t>
              </a:r>
              <a:endParaRPr lang="zh-CN" altLang="zh-CN" dirty="0">
                <a:solidFill>
                  <a:srgbClr val="595959"/>
                </a:solidFill>
                <a:latin typeface="微软雅黑" panose="020B0503020204020204" charset="-122"/>
                <a:ea typeface="微软雅黑" panose="020B0503020204020204" charset="-122"/>
                <a:sym typeface="黑体" panose="02010609060101010101" charset="-122"/>
              </a:endParaRPr>
            </a:p>
          </p:txBody>
        </p:sp>
        <p:sp>
          <p:nvSpPr>
            <p:cNvPr id="74767" name="文本框 35"/>
            <p:cNvSpPr txBox="1"/>
            <p:nvPr/>
          </p:nvSpPr>
          <p:spPr>
            <a:xfrm>
              <a:off x="1038860" y="3914268"/>
              <a:ext cx="4635500" cy="696975"/>
            </a:xfrm>
            <a:prstGeom prst="rect">
              <a:avLst/>
            </a:prstGeom>
            <a:noFill/>
            <a:ln w="9525">
              <a:noFill/>
            </a:ln>
          </p:spPr>
          <p:txBody>
            <a:bodyPr wrap="square" anchor="t" anchorCtr="0">
              <a:spAutoFit/>
            </a:bodyPr>
            <a:p>
              <a:r>
                <a:rPr lang="zh-CN" altLang="zh-CN" dirty="0">
                  <a:solidFill>
                    <a:srgbClr val="595959"/>
                  </a:solidFill>
                  <a:latin typeface="微软雅黑" panose="020B0503020204020204" charset="-122"/>
                  <a:ea typeface="微软雅黑" panose="020B0503020204020204" charset="-122"/>
                  <a:sym typeface="黑体" panose="02010609060101010101" charset="-122"/>
                </a:rPr>
                <a:t>9、工频耐压（WORK FREQUENCY WITHSTAND VOLTAGE）</a:t>
              </a:r>
              <a:endParaRPr lang="zh-CN" altLang="zh-CN" dirty="0">
                <a:solidFill>
                  <a:srgbClr val="595959"/>
                </a:solidFill>
                <a:latin typeface="微软雅黑" panose="020B0503020204020204" charset="-122"/>
                <a:ea typeface="微软雅黑" panose="020B0503020204020204" charset="-122"/>
                <a:sym typeface="黑体" panose="02010609060101010101" charset="-122"/>
              </a:endParaRPr>
            </a:p>
          </p:txBody>
        </p:sp>
        <p:sp>
          <p:nvSpPr>
            <p:cNvPr id="74768" name="文本框 36"/>
            <p:cNvSpPr txBox="1"/>
            <p:nvPr/>
          </p:nvSpPr>
          <p:spPr>
            <a:xfrm>
              <a:off x="1038860" y="4781331"/>
              <a:ext cx="4635500" cy="696975"/>
            </a:xfrm>
            <a:prstGeom prst="rect">
              <a:avLst/>
            </a:prstGeom>
            <a:noFill/>
            <a:ln w="9525">
              <a:noFill/>
            </a:ln>
          </p:spPr>
          <p:txBody>
            <a:bodyPr wrap="square" anchor="t" anchorCtr="0">
              <a:spAutoFit/>
            </a:bodyPr>
            <a:p>
              <a:r>
                <a:rPr lang="zh-CN" altLang="zh-CN" dirty="0">
                  <a:solidFill>
                    <a:srgbClr val="595959"/>
                  </a:solidFill>
                  <a:latin typeface="微软雅黑" panose="020B0503020204020204" charset="-122"/>
                  <a:ea typeface="微软雅黑" panose="020B0503020204020204" charset="-122"/>
                  <a:sym typeface="黑体" panose="02010609060101010101" charset="-122"/>
                </a:rPr>
                <a:t>10、雷电冲击耐压 (LIGHTING IMPULSE WITHSTAND VOLTAGE)</a:t>
              </a:r>
              <a:endParaRPr lang="zh-CN" altLang="zh-CN" dirty="0">
                <a:solidFill>
                  <a:srgbClr val="595959"/>
                </a:solidFill>
                <a:latin typeface="微软雅黑" panose="020B0503020204020204" charset="-122"/>
                <a:ea typeface="微软雅黑" panose="020B0503020204020204" charset="-122"/>
                <a:sym typeface="黑体" panose="02010609060101010101" charset="-122"/>
              </a:endParaRPr>
            </a:p>
          </p:txBody>
        </p:sp>
        <p:sp>
          <p:nvSpPr>
            <p:cNvPr id="74769" name="文本框 37"/>
            <p:cNvSpPr txBox="1"/>
            <p:nvPr/>
          </p:nvSpPr>
          <p:spPr>
            <a:xfrm>
              <a:off x="1062583" y="2180149"/>
              <a:ext cx="4635500" cy="696975"/>
            </a:xfrm>
            <a:prstGeom prst="rect">
              <a:avLst/>
            </a:prstGeom>
            <a:noFill/>
            <a:ln w="9525">
              <a:noFill/>
            </a:ln>
          </p:spPr>
          <p:txBody>
            <a:bodyPr wrap="square" anchor="t" anchorCtr="0">
              <a:spAutoFit/>
            </a:bodyPr>
            <a:p>
              <a:r>
                <a:rPr lang="zh-CN" altLang="da-DK" dirty="0">
                  <a:solidFill>
                    <a:srgbClr val="595959"/>
                  </a:solidFill>
                  <a:latin typeface="微软雅黑" panose="020B0503020204020204" charset="-122"/>
                  <a:ea typeface="微软雅黑" panose="020B0503020204020204" charset="-122"/>
                  <a:sym typeface="黑体" panose="02010609060101010101" charset="-122"/>
                </a:rPr>
                <a:t>7、空载损耗 和 负载损耗 （NO LOAD LOSS &amp; FULL LOAD LOSS）</a:t>
              </a:r>
              <a:endParaRPr lang="zh-CN" altLang="da-DK" dirty="0">
                <a:solidFill>
                  <a:srgbClr val="595959"/>
                </a:solidFill>
                <a:latin typeface="微软雅黑" panose="020B0503020204020204" charset="-122"/>
                <a:ea typeface="微软雅黑" panose="020B0503020204020204" charset="-122"/>
                <a:sym typeface="黑体" panose="02010609060101010101" charset="-122"/>
              </a:endParaRPr>
            </a:p>
          </p:txBody>
        </p:sp>
        <p:cxnSp>
          <p:nvCxnSpPr>
            <p:cNvPr id="39" name="直接连接符 38"/>
            <p:cNvCxnSpPr/>
            <p:nvPr/>
          </p:nvCxnSpPr>
          <p:spPr>
            <a:xfrm flipH="1">
              <a:off x="5832475" y="2483485"/>
              <a:ext cx="1364615" cy="0"/>
            </a:xfrm>
            <a:prstGeom prst="line">
              <a:avLst/>
            </a:prstGeom>
            <a:ln>
              <a:solidFill>
                <a:srgbClr val="BADA5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5589905" y="4159250"/>
              <a:ext cx="796925" cy="0"/>
            </a:xfrm>
            <a:prstGeom prst="line">
              <a:avLst/>
            </a:prstGeom>
            <a:ln>
              <a:solidFill>
                <a:srgbClr val="BADA5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5675630" y="3327400"/>
              <a:ext cx="901065" cy="0"/>
            </a:xfrm>
            <a:prstGeom prst="line">
              <a:avLst/>
            </a:prstGeom>
            <a:ln>
              <a:solidFill>
                <a:srgbClr val="578B1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5619750" y="4976495"/>
              <a:ext cx="370840" cy="0"/>
            </a:xfrm>
            <a:prstGeom prst="line">
              <a:avLst/>
            </a:prstGeom>
            <a:ln>
              <a:solidFill>
                <a:srgbClr val="578B18"/>
              </a:solidFill>
            </a:ln>
          </p:spPr>
          <p:style>
            <a:lnRef idx="1">
              <a:schemeClr val="accent1"/>
            </a:lnRef>
            <a:fillRef idx="0">
              <a:schemeClr val="accent1"/>
            </a:fillRef>
            <a:effectRef idx="0">
              <a:schemeClr val="accent1"/>
            </a:effectRef>
            <a:fontRef idx="minor">
              <a:schemeClr val="tx1"/>
            </a:fontRef>
          </p:style>
        </p:cxnSp>
      </p:grpSp>
      <p:cxnSp>
        <p:nvCxnSpPr>
          <p:cNvPr id="2" name="直接连接符 1"/>
          <p:cNvCxnSpPr/>
          <p:nvPr/>
        </p:nvCxnSpPr>
        <p:spPr>
          <a:xfrm flipH="1">
            <a:off x="4643438" y="1825625"/>
            <a:ext cx="2055813" cy="19050"/>
          </a:xfrm>
          <a:prstGeom prst="line">
            <a:avLst/>
          </a:prstGeom>
          <a:ln>
            <a:solidFill>
              <a:srgbClr val="578B18"/>
            </a:solidFill>
          </a:ln>
        </p:spPr>
        <p:style>
          <a:lnRef idx="1">
            <a:schemeClr val="accent1"/>
          </a:lnRef>
          <a:fillRef idx="0">
            <a:schemeClr val="accent1"/>
          </a:fillRef>
          <a:effectRef idx="0">
            <a:schemeClr val="accent1"/>
          </a:effectRef>
          <a:fontRef idx="minor">
            <a:schemeClr val="tx1"/>
          </a:fontRef>
        </p:style>
      </p:cxnSp>
      <p:sp>
        <p:nvSpPr>
          <p:cNvPr id="74775" name="文本框 2"/>
          <p:cNvSpPr txBox="1"/>
          <p:nvPr/>
        </p:nvSpPr>
        <p:spPr>
          <a:xfrm>
            <a:off x="166688" y="1641475"/>
            <a:ext cx="4291012" cy="368300"/>
          </a:xfrm>
          <a:prstGeom prst="rect">
            <a:avLst/>
          </a:prstGeom>
          <a:noFill/>
          <a:ln w="9525">
            <a:noFill/>
          </a:ln>
        </p:spPr>
        <p:txBody>
          <a:bodyPr wrap="square" anchor="t" anchorCtr="0">
            <a:spAutoFit/>
          </a:bodyPr>
          <a:p>
            <a:r>
              <a:rPr lang="zh-CN" altLang="zh-CN" dirty="0">
                <a:solidFill>
                  <a:srgbClr val="595959"/>
                </a:solidFill>
                <a:latin typeface="微软雅黑" panose="020B0503020204020204" charset="-122"/>
                <a:ea typeface="微软雅黑" panose="020B0503020204020204" charset="-122"/>
                <a:sym typeface="黑体" panose="02010609060101010101" charset="-122"/>
              </a:rPr>
              <a:t>6、阻抗 （IMPEDANCE）</a:t>
            </a:r>
            <a:endParaRPr lang="zh-CN" altLang="zh-CN" dirty="0">
              <a:solidFill>
                <a:srgbClr val="595959"/>
              </a:solidFill>
              <a:latin typeface="微软雅黑" panose="020B0503020204020204" charset="-122"/>
              <a:ea typeface="微软雅黑" panose="020B0503020204020204" charset="-122"/>
              <a:sym typeface="黑体" panose="02010609060101010101" charset="-122"/>
            </a:endParaRPr>
          </a:p>
        </p:txBody>
      </p:sp>
    </p:spTree>
    <p:custDataLst>
      <p:tags r:id="rId4"/>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5777" name="图片 4"/>
          <p:cNvPicPr>
            <a:picLocks noChangeAspect="1"/>
          </p:cNvPicPr>
          <p:nvPr/>
        </p:nvPicPr>
        <p:blipFill>
          <a:blip r:embed="rId1"/>
          <a:stretch>
            <a:fillRect/>
          </a:stretch>
        </p:blipFill>
        <p:spPr>
          <a:xfrm>
            <a:off x="276225" y="250825"/>
            <a:ext cx="4265613" cy="3141663"/>
          </a:xfrm>
          <a:prstGeom prst="rect">
            <a:avLst/>
          </a:prstGeom>
          <a:noFill/>
          <a:ln w="9525">
            <a:noFill/>
          </a:ln>
        </p:spPr>
      </p:pic>
      <p:pic>
        <p:nvPicPr>
          <p:cNvPr id="75778" name="图片 6"/>
          <p:cNvPicPr>
            <a:picLocks noChangeAspect="1"/>
          </p:cNvPicPr>
          <p:nvPr/>
        </p:nvPicPr>
        <p:blipFill>
          <a:blip r:embed="rId2"/>
          <a:stretch>
            <a:fillRect/>
          </a:stretch>
        </p:blipFill>
        <p:spPr>
          <a:xfrm>
            <a:off x="4602163" y="250825"/>
            <a:ext cx="4265612" cy="6356350"/>
          </a:xfrm>
          <a:prstGeom prst="rect">
            <a:avLst/>
          </a:prstGeom>
          <a:noFill/>
          <a:ln w="9525">
            <a:noFill/>
          </a:ln>
        </p:spPr>
      </p:pic>
      <p:pic>
        <p:nvPicPr>
          <p:cNvPr id="75779" name="图片 7"/>
          <p:cNvPicPr>
            <a:picLocks noChangeAspect="1"/>
          </p:cNvPicPr>
          <p:nvPr/>
        </p:nvPicPr>
        <p:blipFill>
          <a:blip r:embed="rId3"/>
          <a:srcRect l="-346"/>
          <a:stretch>
            <a:fillRect/>
          </a:stretch>
        </p:blipFill>
        <p:spPr>
          <a:xfrm>
            <a:off x="276225" y="3465513"/>
            <a:ext cx="4265613" cy="3141662"/>
          </a:xfrm>
          <a:prstGeom prst="rect">
            <a:avLst/>
          </a:prstGeom>
          <a:noFill/>
          <a:ln w="9525">
            <a:noFill/>
          </a:ln>
        </p:spPr>
      </p:pic>
      <p:sp>
        <p:nvSpPr>
          <p:cNvPr id="2" name="矩形 1"/>
          <p:cNvSpPr/>
          <p:nvPr/>
        </p:nvSpPr>
        <p:spPr>
          <a:xfrm>
            <a:off x="1620519" y="1911985"/>
            <a:ext cx="2019300" cy="1198880"/>
          </a:xfrm>
          <a:prstGeom prst="rect">
            <a:avLst/>
          </a:prstGeom>
          <a:noFill/>
          <a:ln>
            <a:noFill/>
          </a:ln>
        </p:spPr>
        <p:txBody>
          <a:bodyPr wrap="none" rtlCol="0" anchor="t">
            <a:spAutoFit/>
          </a:bodyPr>
          <a:p>
            <a:pPr algn="ctr" fontAlgn="base"/>
            <a:r>
              <a:rPr lang="zh-CN" altLang="en-US" sz="7200" b="1" strike="noStrike" noProof="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Arial" panose="020B0604020202020204" pitchFamily="34" charset="0"/>
                <a:ea typeface="宋体" panose="02010600030101010101" pitchFamily="2" charset="-122"/>
                <a:cs typeface="+mn-cs"/>
              </a:rPr>
              <a:t>总结</a:t>
            </a:r>
            <a:endParaRPr lang="zh-CN" altLang="en-US" sz="7200" b="1" strike="noStrike" noProof="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Tree>
    <p:custDataLst>
      <p:tags r:id="rId4"/>
    </p:custData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标题 4"/>
          <p:cNvSpPr>
            <a:spLocks noGrp="1"/>
          </p:cNvSpPr>
          <p:nvPr>
            <p:ph type="title" hasCustomPrompt="1"/>
          </p:nvPr>
        </p:nvSpPr>
        <p:spPr>
          <a:xfrm>
            <a:off x="1763713" y="2281238"/>
            <a:ext cx="5616575" cy="1622425"/>
          </a:xfrm>
        </p:spPr>
        <p:txBody>
          <a:bodyPr lIns="90000" tIns="46800" rIns="90000" bIns="46800" anchor="ctr" anchorCtr="0"/>
          <a:p>
            <a:pPr defTabSz="685800">
              <a:buNone/>
            </a:pPr>
            <a:r>
              <a:rPr lang="en-US" altLang="zh-CN" b="1" kern="1200" dirty="0">
                <a:solidFill>
                  <a:srgbClr val="578B18"/>
                </a:solidFill>
                <a:latin typeface="Curlz MT" panose="04040404050702020202" charset="0"/>
                <a:ea typeface="Kozuka Gothic Pr6N B" pitchFamily="34" charset="-128"/>
                <a:cs typeface="+mj-cs"/>
              </a:rPr>
              <a:t>THANKS</a:t>
            </a:r>
            <a:endParaRPr lang="zh-CN" altLang="en-US" kern="1200" dirty="0">
              <a:solidFill>
                <a:srgbClr val="578B18"/>
              </a:solidFill>
              <a:latin typeface="+mj-lt"/>
              <a:ea typeface="+mj-ea"/>
              <a:cs typeface="+mj-cs"/>
            </a:endParaRPr>
          </a:p>
        </p:txBody>
      </p:sp>
    </p:spTree>
    <p:custDataLst>
      <p:tags r:id="rId1"/>
    </p:custDataLst>
  </p:cSld>
  <p:clrMapOvr>
    <a:masterClrMapping/>
  </p:clrMapOvr>
</p:sld>
</file>

<file path=ppt/tags/tag1.xml><?xml version="1.0" encoding="utf-8"?>
<p:tagLst xmlns:p="http://schemas.openxmlformats.org/presentationml/2006/main">
  <p:tag name="KSO_WM_TAG_VERSION" val="1.0"/>
  <p:tag name="KSO_WM_BEAUTIFY_FLAG" val="#wm#"/>
  <p:tag name="KSO_WM_UNIT_TYPE" val="i"/>
  <p:tag name="KSO_WM_UNIT_ID" val="special20163066_1*i*6"/>
  <p:tag name="KSO_WM_TEMPLATE_CATEGORY" val="special"/>
  <p:tag name="KSO_WM_TEMPLATE_INDEX" val="20163066"/>
  <p:tag name="KSO_WM_UNIT_INDEX" val="6"/>
</p:tagLst>
</file>

<file path=ppt/tags/tag2.xml><?xml version="1.0" encoding="utf-8"?>
<p:tagLst xmlns:p="http://schemas.openxmlformats.org/presentationml/2006/main">
  <p:tag name="KSO_WM_TAG_VERSION" val="1.0"/>
  <p:tag name="KSO_WM_BEAUTIFY_FLAG" val="#wm#"/>
  <p:tag name="KSO_WM_UNIT_TYPE" val="i"/>
  <p:tag name="KSO_WM_UNIT_ID" val="special20163066_2*i*0"/>
  <p:tag name="KSO_WM_TEMPLATE_CATEGORY" val="special"/>
  <p:tag name="KSO_WM_TEMPLATE_INDEX" val="20163066"/>
  <p:tag name="KSO_WM_UNIT_INDEX" val="0"/>
</p:tagLst>
</file>

<file path=ppt/tags/tag3.xml><?xml version="1.0" encoding="utf-8"?>
<p:tagLst xmlns:p="http://schemas.openxmlformats.org/presentationml/2006/main">
  <p:tag name="KSO_WM_TAG_VERSION" val="1.0"/>
  <p:tag name="KSO_WM_BEAUTIFY_FLAG" val="#wm#"/>
  <p:tag name="KSO_WM_UNIT_TYPE" val="i"/>
  <p:tag name="KSO_WM_UNIT_ID" val="special20163066_3*i*3"/>
  <p:tag name="KSO_WM_TEMPLATE_CATEGORY" val="special"/>
  <p:tag name="KSO_WM_TEMPLATE_INDEX" val="20163066"/>
  <p:tag name="KSO_WM_UNIT_INDEX" val="3"/>
</p:tagLst>
</file>

<file path=ppt/tags/tag4.xml><?xml version="1.0" encoding="utf-8"?>
<p:tagLst xmlns:p="http://schemas.openxmlformats.org/presentationml/2006/main">
  <p:tag name="KSO_WM_TAG_VERSION" val="1.0"/>
  <p:tag name="KSO_WM_BEAUTIFY_FLAG" val="#wm#"/>
  <p:tag name="KSO_WM_UNIT_TYPE" val="i"/>
  <p:tag name="KSO_WM_UNIT_ID" val="special20163066_26*i*1"/>
  <p:tag name="KSO_WM_TEMPLATE_CATEGORY" val="special"/>
  <p:tag name="KSO_WM_TEMPLATE_INDEX" val="20163066"/>
  <p:tag name="KSO_WM_UNIT_INDEX" val="1"/>
</p:tagLst>
</file>

<file path=ppt/tags/tag5.xml><?xml version="1.0" encoding="utf-8"?>
<p:tagLst xmlns:p="http://schemas.openxmlformats.org/presentationml/2006/main">
  <p:tag name="KSO_WM_TAG_VERSION" val="1.0"/>
  <p:tag name="KSO_WM_TEMPLATE_CATEGORY" val="basetag"/>
  <p:tag name="KSO_WM_TEMPLATE_INDEX" val="20164214"/>
</p:tagLst>
</file>

<file path=ppt/tags/tag6.xml><?xml version="1.0" encoding="utf-8"?>
<p:tagLst xmlns:p="http://schemas.openxmlformats.org/presentationml/2006/main">
  <p:tag name="KSO_WM_TAG_VERSION" val="1.0"/>
  <p:tag name="KSO_WM_TEMPLATE_CATEGORY" val="basetag"/>
  <p:tag name="KSO_WM_TEMPLATE_INDEX" val="20164214"/>
</p:tagLst>
</file>

<file path=ppt/tags/tag7.xml><?xml version="1.0" encoding="utf-8"?>
<p:tagLst xmlns:p="http://schemas.openxmlformats.org/presentationml/2006/main">
  <p:tag name="KSO_WM_TEMPLATE_CATEGORY" val="basetag"/>
  <p:tag name="KSO_WM_TEMPLATE_INDEX" val="20164214"/>
  <p:tag name="KSO_WM_TAG_VERSION" val="1.0"/>
  <p:tag name="KSO_WM_TEMPLATE_THUMBS_INDEX" val="1、6、7、11、12、13、18、21、23、26、32、33、35、37"/>
  <p:tag name="KSO_WM_BEAUTIFY_FLAG" val="#wm#"/>
</p:tagLst>
</file>

<file path=ppt/tags/tag8.xml><?xml version="1.0" encoding="utf-8"?>
<p:tagLst xmlns:p="http://schemas.openxmlformats.org/presentationml/2006/main">
  <p:tag name="KSO_WM_TAG_VERSION" val="1.0"/>
  <p:tag name="KSO_WM_BEAUTIFY_FLAG" val="#wm#"/>
  <p:tag name="KSO_WM_UNIT_TYPE" val="i"/>
  <p:tag name="KSO_WM_UNIT_ID" val="special20163066_1*i*6"/>
  <p:tag name="KSO_WM_TEMPLATE_CATEGORY" val="special"/>
  <p:tag name="KSO_WM_TEMPLATE_INDEX" val="20163066"/>
  <p:tag name="KSO_WM_UNIT_INDEX" val="6"/>
</p:tagLst>
</file>

<file path=ppt/tags/tag9.xml><?xml version="1.0" encoding="utf-8"?>
<p:tagLst xmlns:p="http://schemas.openxmlformats.org/presentationml/2006/main">
  <p:tag name="KSO_WM_TAG_VERSION" val="1.0"/>
  <p:tag name="KSO_WM_BEAUTIFY_FLAG" val="#wm#"/>
  <p:tag name="KSO_WM_UNIT_TYPE" val="i"/>
  <p:tag name="KSO_WM_UNIT_ID" val="special20163066_2*i*0"/>
  <p:tag name="KSO_WM_TEMPLATE_CATEGORY" val="special"/>
  <p:tag name="KSO_WM_TEMPLATE_INDEX" val="20163066"/>
  <p:tag name="KSO_WM_UNIT_INDEX" val="0"/>
</p:tagLst>
</file>

<file path=ppt/tags/tag10.xml><?xml version="1.0" encoding="utf-8"?>
<p:tagLst xmlns:p="http://schemas.openxmlformats.org/presentationml/2006/main">
  <p:tag name="KSO_WM_TAG_VERSION" val="1.0"/>
  <p:tag name="KSO_WM_BEAUTIFY_FLAG" val="#wm#"/>
  <p:tag name="KSO_WM_UNIT_TYPE" val="i"/>
  <p:tag name="KSO_WM_UNIT_ID" val="special20163066_3*i*3"/>
  <p:tag name="KSO_WM_TEMPLATE_CATEGORY" val="special"/>
  <p:tag name="KSO_WM_TEMPLATE_INDEX" val="20163066"/>
  <p:tag name="KSO_WM_UNIT_INDEX" val="3"/>
</p:tagLst>
</file>

<file path=ppt/tags/tag11.xml><?xml version="1.0" encoding="utf-8"?>
<p:tagLst xmlns:p="http://schemas.openxmlformats.org/presentationml/2006/main">
  <p:tag name="KSO_WM_TAG_VERSION" val="1.0"/>
  <p:tag name="KSO_WM_BEAUTIFY_FLAG" val="#wm#"/>
  <p:tag name="KSO_WM_UNIT_TYPE" val="i"/>
  <p:tag name="KSO_WM_UNIT_ID" val="special20163066_26*i*1"/>
  <p:tag name="KSO_WM_TEMPLATE_CATEGORY" val="special"/>
  <p:tag name="KSO_WM_TEMPLATE_INDEX" val="20163066"/>
  <p:tag name="KSO_WM_UNIT_INDEX" val="1"/>
</p:tagLst>
</file>

<file path=ppt/tags/tag12.xml><?xml version="1.0" encoding="utf-8"?>
<p:tagLst xmlns:p="http://schemas.openxmlformats.org/presentationml/2006/main">
  <p:tag name="KSO_WM_TAG_VERSION" val="1.0"/>
  <p:tag name="KSO_WM_TEMPLATE_CATEGORY" val="basetag"/>
  <p:tag name="KSO_WM_TEMPLATE_INDEX" val="20164214"/>
</p:tagLst>
</file>

<file path=ppt/tags/tag13.xml><?xml version="1.0" encoding="utf-8"?>
<p:tagLst xmlns:p="http://schemas.openxmlformats.org/presentationml/2006/main">
  <p:tag name="KSO_WM_TAG_VERSION" val="1.0"/>
  <p:tag name="KSO_WM_TEMPLATE_CATEGORY" val="basetag"/>
  <p:tag name="KSO_WM_TEMPLATE_INDEX" val="20164214"/>
</p:tagLst>
</file>

<file path=ppt/tags/tag14.xml><?xml version="1.0" encoding="utf-8"?>
<p:tagLst xmlns:p="http://schemas.openxmlformats.org/presentationml/2006/main">
  <p:tag name="KSO_WM_TEMPLATE_CATEGORY" val="basetag"/>
  <p:tag name="KSO_WM_TEMPLATE_INDEX" val="20164214"/>
  <p:tag name="KSO_WM_TAG_VERSION" val="1.0"/>
  <p:tag name="KSO_WM_TEMPLATE_THUMBS_INDEX" val="1、6、7、11、12、13、18、21、23、26、32、33、35、37"/>
  <p:tag name="KSO_WM_BEAUTIFY_FLAG" val="#wm#"/>
</p:tagLst>
</file>

<file path=ppt/tags/tag15.xml><?xml version="1.0" encoding="utf-8"?>
<p:tagLst xmlns:p="http://schemas.openxmlformats.org/presentationml/2006/main">
  <p:tag name="KSO_WM_TAG_VERSION" val="1.0"/>
  <p:tag name="KSO_WM_BEAUTIFY_FLAG" val="#wm#"/>
  <p:tag name="KSO_WM_UNIT_TYPE" val="i"/>
  <p:tag name="KSO_WM_UNIT_ID" val="special20163066_1*i*6"/>
  <p:tag name="KSO_WM_TEMPLATE_CATEGORY" val="special"/>
  <p:tag name="KSO_WM_TEMPLATE_INDEX" val="20163066"/>
  <p:tag name="KSO_WM_UNIT_INDEX" val="6"/>
</p:tagLst>
</file>

<file path=ppt/tags/tag16.xml><?xml version="1.0" encoding="utf-8"?>
<p:tagLst xmlns:p="http://schemas.openxmlformats.org/presentationml/2006/main">
  <p:tag name="KSO_WM_TAG_VERSION" val="1.0"/>
  <p:tag name="KSO_WM_BEAUTIFY_FLAG" val="#wm#"/>
  <p:tag name="KSO_WM_UNIT_TYPE" val="i"/>
  <p:tag name="KSO_WM_UNIT_ID" val="special20163066_2*i*0"/>
  <p:tag name="KSO_WM_TEMPLATE_CATEGORY" val="special"/>
  <p:tag name="KSO_WM_TEMPLATE_INDEX" val="20163066"/>
  <p:tag name="KSO_WM_UNIT_INDEX" val="0"/>
</p:tagLst>
</file>

<file path=ppt/tags/tag17.xml><?xml version="1.0" encoding="utf-8"?>
<p:tagLst xmlns:p="http://schemas.openxmlformats.org/presentationml/2006/main">
  <p:tag name="KSO_WM_TAG_VERSION" val="1.0"/>
  <p:tag name="KSO_WM_BEAUTIFY_FLAG" val="#wm#"/>
  <p:tag name="KSO_WM_UNIT_TYPE" val="i"/>
  <p:tag name="KSO_WM_UNIT_ID" val="special20163066_3*i*3"/>
  <p:tag name="KSO_WM_TEMPLATE_CATEGORY" val="special"/>
  <p:tag name="KSO_WM_TEMPLATE_INDEX" val="20163066"/>
  <p:tag name="KSO_WM_UNIT_INDEX" val="3"/>
</p:tagLst>
</file>

<file path=ppt/tags/tag18.xml><?xml version="1.0" encoding="utf-8"?>
<p:tagLst xmlns:p="http://schemas.openxmlformats.org/presentationml/2006/main">
  <p:tag name="KSO_WM_TAG_VERSION" val="1.0"/>
  <p:tag name="KSO_WM_BEAUTIFY_FLAG" val="#wm#"/>
  <p:tag name="KSO_WM_UNIT_TYPE" val="i"/>
  <p:tag name="KSO_WM_UNIT_ID" val="special20163066_26*i*1"/>
  <p:tag name="KSO_WM_TEMPLATE_CATEGORY" val="special"/>
  <p:tag name="KSO_WM_TEMPLATE_INDEX" val="20163066"/>
  <p:tag name="KSO_WM_UNIT_INDEX" val="1"/>
</p:tagLst>
</file>

<file path=ppt/tags/tag19.xml><?xml version="1.0" encoding="utf-8"?>
<p:tagLst xmlns:p="http://schemas.openxmlformats.org/presentationml/2006/main">
  <p:tag name="KSO_WM_TAG_VERSION" val="1.0"/>
  <p:tag name="KSO_WM_TEMPLATE_CATEGORY" val="basetag"/>
  <p:tag name="KSO_WM_TEMPLATE_INDEX" val="20164214"/>
</p:tagLst>
</file>

<file path=ppt/tags/tag20.xml><?xml version="1.0" encoding="utf-8"?>
<p:tagLst xmlns:p="http://schemas.openxmlformats.org/presentationml/2006/main">
  <p:tag name="KSO_WM_TAG_VERSION" val="1.0"/>
  <p:tag name="KSO_WM_TEMPLATE_CATEGORY" val="basetag"/>
  <p:tag name="KSO_WM_TEMPLATE_INDEX" val="20164214"/>
</p:tagLst>
</file>

<file path=ppt/tags/tag21.xml><?xml version="1.0" encoding="utf-8"?>
<p:tagLst xmlns:p="http://schemas.openxmlformats.org/presentationml/2006/main">
  <p:tag name="KSO_WM_TEMPLATE_CATEGORY" val="basetag"/>
  <p:tag name="KSO_WM_TEMPLATE_INDEX" val="20164214"/>
  <p:tag name="KSO_WM_TAG_VERSION" val="1.0"/>
  <p:tag name="KSO_WM_TEMPLATE_THUMBS_INDEX" val="1、6、7、11、12、13、18、21、23、26、32、33、35、37"/>
  <p:tag name="KSO_WM_BEAUTIFY_FLAG" val="#wm#"/>
</p:tagLst>
</file>

<file path=ppt/tags/tag22.xml><?xml version="1.0" encoding="utf-8"?>
<p:tagLst xmlns:p="http://schemas.openxmlformats.org/presentationml/2006/main">
  <p:tag name="KSO_WM_TAG_VERSION" val="1.0"/>
  <p:tag name="KSO_WM_BEAUTIFY_FLAG" val="#wm#"/>
  <p:tag name="KSO_WM_UNIT_TYPE" val="i"/>
  <p:tag name="KSO_WM_UNIT_ID" val="special20163066_3*i*0"/>
  <p:tag name="KSO_WM_TEMPLATE_CATEGORY" val="special"/>
  <p:tag name="KSO_WM_TEMPLATE_INDEX" val="20163066"/>
  <p:tag name="KSO_WM_UNIT_INDEX" val="0"/>
</p:tagLst>
</file>

<file path=ppt/tags/tag23.xml><?xml version="1.0" encoding="utf-8"?>
<p:tagLst xmlns:p="http://schemas.openxmlformats.org/presentationml/2006/main">
  <p:tag name="KSO_WM_TEMPLATE_CATEGORY" val="basetag"/>
  <p:tag name="KSO_WM_TEMPLATE_INDEX" val="20164214"/>
  <p:tag name="KSO_WM_TAG_VERSION" val="1.0"/>
  <p:tag name="KSO_WM_SLIDE_ID" val="basetag20164214_7"/>
  <p:tag name="KSO_WM_SLIDE_INDEX" val="7"/>
  <p:tag name="KSO_WM_SLIDE_ITEM_CNT" val="0"/>
  <p:tag name="KSO_WM_SLIDE_TYPE" val="sectionTitle"/>
  <p:tag name="KSO_WM_BEAUTIFY_FLAG" val="#wm#"/>
</p:tagLst>
</file>

<file path=ppt/tags/tag24.xml><?xml version="1.0" encoding="utf-8"?>
<p:tagLst xmlns:p="http://schemas.openxmlformats.org/presentationml/2006/main">
  <p:tag name="KSO_WM_TEMPLATE_CATEGORY" val="basetag"/>
  <p:tag name="KSO_WM_TEMPLATE_INDEX" val="20164214"/>
  <p:tag name="KSO_WM_TAG_VERSION" val="1.0"/>
  <p:tag name="KSO_WM_SLIDE_ID" val="basetag20164214_2"/>
  <p:tag name="KSO_WM_SLIDE_INDEX" val="2"/>
  <p:tag name="KSO_WM_SLIDE_ITEM_CNT" val="0"/>
  <p:tag name="KSO_WM_SLIDE_TYPE" val="text"/>
  <p:tag name="KSO_WM_BEAUTIFY_FLAG" val="#wm#"/>
</p:tagLst>
</file>

<file path=ppt/tags/tag25.xml><?xml version="1.0" encoding="utf-8"?>
<p:tagLst xmlns:p="http://schemas.openxmlformats.org/presentationml/2006/main">
  <p:tag name="KSO_WM_TEMPLATE_CATEGORY" val="basetag"/>
  <p:tag name="KSO_WM_TEMPLATE_INDEX" val="20164214"/>
  <p:tag name="KSO_WM_TAG_VERSION" val="1.0"/>
  <p:tag name="KSO_WM_SLIDE_ID" val="basetag20164214_3"/>
  <p:tag name="KSO_WM_SLIDE_INDEX" val="3"/>
  <p:tag name="KSO_WM_SLIDE_ITEM_CNT" val="0"/>
  <p:tag name="KSO_WM_SLIDE_TYPE" val="text"/>
  <p:tag name="KSO_WM_BEAUTIFY_FLAG" val="#wm#"/>
</p:tagLst>
</file>

<file path=ppt/tags/tag26.xml><?xml version="1.0" encoding="utf-8"?>
<p:tagLst xmlns:p="http://schemas.openxmlformats.org/presentationml/2006/main">
  <p:tag name="KSO_WM_TEMPLATE_CATEGORY" val="basetag"/>
  <p:tag name="KSO_WM_TEMPLATE_INDEX" val="20164214"/>
  <p:tag name="KSO_WM_TAG_VERSION" val="1.0"/>
  <p:tag name="KSO_WM_SLIDE_ID" val="basetag20164214_4"/>
  <p:tag name="KSO_WM_SLIDE_INDEX" val="4"/>
  <p:tag name="KSO_WM_SLIDE_ITEM_CNT" val="0"/>
  <p:tag name="KSO_WM_SLIDE_TYPE" val="text"/>
  <p:tag name="KSO_WM_BEAUTIFY_FLAG" val="#wm#"/>
</p:tagLst>
</file>

<file path=ppt/tags/tag27.xml><?xml version="1.0" encoding="utf-8"?>
<p:tagLst xmlns:p="http://schemas.openxmlformats.org/presentationml/2006/main">
  <p:tag name="KSO_WM_TEMPLATE_CATEGORY" val="basetag"/>
  <p:tag name="KSO_WM_TEMPLATE_INDEX" val="20164214"/>
  <p:tag name="KSO_WM_TAG_VERSION" val="1.0"/>
  <p:tag name="KSO_WM_SLIDE_ID" val="basetag20164214_15"/>
  <p:tag name="KSO_WM_SLIDE_INDEX" val="15"/>
  <p:tag name="KSO_WM_SLIDE_ITEM_CNT" val="0"/>
  <p:tag name="KSO_WM_SLIDE_TYPE" val="text"/>
  <p:tag name="KSO_WM_BEAUTIFY_FLAG" val="#wm#"/>
  <p:tag name="KSO_WM_SLIDE_POSITION" val="66*144"/>
  <p:tag name="KSO_WM_SLIDE_SIZE" val="828*343"/>
</p:tagLst>
</file>

<file path=ppt/tags/tag28.xml><?xml version="1.0" encoding="utf-8"?>
<p:tagLst xmlns:p="http://schemas.openxmlformats.org/presentationml/2006/main">
  <p:tag name="KSO_WM_BEAUTIFY_FLAG" val="#wm#"/>
  <p:tag name="KSO_WM_TEMPLATE_CATEGORY" val="basetag"/>
  <p:tag name="KSO_WM_TEMPLATE_INDEX" val="20164214"/>
</p:tagLst>
</file>

<file path=ppt/tags/tag29.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30.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31.xml><?xml version="1.0" encoding="utf-8"?>
<p:tagLst xmlns:p="http://schemas.openxmlformats.org/presentationml/2006/main">
  <p:tag name="KSO_WM_TEMPLATE_CATEGORY" val="basetag"/>
  <p:tag name="KSO_WM_TEMPLATE_INDEX" val="20164214"/>
  <p:tag name="KSO_WM_TAG_VERSION" val="1.0"/>
  <p:tag name="KSO_WM_SLIDE_ID" val="basetag20164214_10"/>
  <p:tag name="KSO_WM_SLIDE_INDEX" val="10"/>
  <p:tag name="KSO_WM_SLIDE_ITEM_CNT" val="0"/>
  <p:tag name="KSO_WM_SLIDE_LAYOUT" val="a_f"/>
  <p:tag name="KSO_WM_SLIDE_LAYOUT_CNT" val="0_0"/>
  <p:tag name="KSO_WM_SLIDE_TYPE" val="text"/>
  <p:tag name="KSO_WM_BEAUTIFY_FLAG" val="#wm#"/>
</p:tagLst>
</file>

<file path=ppt/tags/tag32.xml><?xml version="1.0" encoding="utf-8"?>
<p:tagLst xmlns:p="http://schemas.openxmlformats.org/presentationml/2006/main">
  <p:tag name="KSO_WM_TAG_VERSION" val="1.0"/>
  <p:tag name="KSO_WM_BEAUTIFY_FLAG" val="#wm#"/>
  <p:tag name="KSO_WM_UNIT_TYPE" val="i"/>
  <p:tag name="KSO_WM_UNIT_ID" val="special20163066_3*i*0"/>
  <p:tag name="KSO_WM_TEMPLATE_CATEGORY" val="special"/>
  <p:tag name="KSO_WM_TEMPLATE_INDEX" val="20163066"/>
  <p:tag name="KSO_WM_UNIT_INDEX" val="0"/>
</p:tagLst>
</file>

<file path=ppt/tags/tag33.xml><?xml version="1.0" encoding="utf-8"?>
<p:tagLst xmlns:p="http://schemas.openxmlformats.org/presentationml/2006/main">
  <p:tag name="KSO_WM_TEMPLATE_CATEGORY" val="basetag"/>
  <p:tag name="KSO_WM_TEMPLATE_INDEX" val="20164214"/>
  <p:tag name="KSO_WM_TAG_VERSION" val="1.0"/>
  <p:tag name="KSO_WM_SLIDE_ID" val="basetag20164214_11"/>
  <p:tag name="KSO_WM_SLIDE_INDEX" val="11"/>
  <p:tag name="KSO_WM_SLIDE_ITEM_CNT" val="0"/>
  <p:tag name="KSO_WM_SLIDE_TYPE" val="sectionTitle"/>
  <p:tag name="KSO_WM_BEAUTIFY_FLAG" val="#wm#"/>
</p:tagLst>
</file>

<file path=ppt/tags/tag34.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35.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36.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37.xml><?xml version="1.0" encoding="utf-8"?>
<p:tagLst xmlns:p="http://schemas.openxmlformats.org/presentationml/2006/main">
  <p:tag name="KSO_WM_TEMPLATE_CATEGORY" val="basetag"/>
  <p:tag name="KSO_WM_TEMPLATE_INDEX" val="20164214"/>
  <p:tag name="KSO_WM_TAG_VERSION" val="1.0"/>
  <p:tag name="KSO_WM_SLIDE_ID" val="basetag20164214_13"/>
  <p:tag name="KSO_WM_SLIDE_INDEX" val="13"/>
  <p:tag name="KSO_WM_SLIDE_ITEM_CNT" val="0"/>
  <p:tag name="KSO_WM_SLIDE_LAYOUT" val="a_f"/>
  <p:tag name="KSO_WM_SLIDE_LAYOUT_CNT" val="0_0"/>
  <p:tag name="KSO_WM_SLIDE_TYPE" val="text"/>
  <p:tag name="KSO_WM_BEAUTIFY_FLAG" val="#wm#"/>
</p:tagLst>
</file>

<file path=ppt/tags/tag38.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39.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40.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41.xml><?xml version="1.0" encoding="utf-8"?>
<p:tagLst xmlns:p="http://schemas.openxmlformats.org/presentationml/2006/main">
  <p:tag name="KSO_WM_TEMPLATE_CATEGORY" val="basetag"/>
  <p:tag name="KSO_WM_TEMPLATE_INDEX" val="20164214"/>
  <p:tag name="KSO_WM_TAG_VERSION" val="1.0"/>
  <p:tag name="KSO_WM_SLIDE_ID" val="basetag20164214_13"/>
  <p:tag name="KSO_WM_SLIDE_INDEX" val="13"/>
  <p:tag name="KSO_WM_SLIDE_ITEM_CNT" val="0"/>
  <p:tag name="KSO_WM_SLIDE_LAYOUT" val="a_f"/>
  <p:tag name="KSO_WM_SLIDE_LAYOUT_CNT" val="0_0"/>
  <p:tag name="KSO_WM_SLIDE_TYPE" val="text"/>
  <p:tag name="KSO_WM_BEAUTIFY_FLAG" val="#wm#"/>
</p:tagLst>
</file>

<file path=ppt/tags/tag42.xml><?xml version="1.0" encoding="utf-8"?>
<p:tagLst xmlns:p="http://schemas.openxmlformats.org/presentationml/2006/main">
  <p:tag name="KSO_WM_TAG_VERSION" val="1.0"/>
  <p:tag name="KSO_WM_BEAUTIFY_FLAG" val="#wm#"/>
  <p:tag name="KSO_WM_UNIT_TYPE" val="i"/>
  <p:tag name="KSO_WM_UNIT_ID" val="special20163066_10*i*3"/>
  <p:tag name="KSO_WM_TEMPLATE_CATEGORY" val="special"/>
  <p:tag name="KSO_WM_TEMPLATE_INDEX" val="20163066"/>
  <p:tag name="KSO_WM_UNIT_INDEX" val="3"/>
</p:tagLst>
</file>

<file path=ppt/tags/tag43.xml><?xml version="1.0" encoding="utf-8"?>
<p:tagLst xmlns:p="http://schemas.openxmlformats.org/presentationml/2006/main">
  <p:tag name="KSO_WM_TAG_VERSION" val="1.0"/>
  <p:tag name="KSO_WM_BEAUTIFY_FLAG" val="#wm#"/>
  <p:tag name="KSO_WM_UNIT_TYPE" val="i"/>
  <p:tag name="KSO_WM_UNIT_ID" val="special20163066_10*i*4"/>
  <p:tag name="KSO_WM_TEMPLATE_CATEGORY" val="special"/>
  <p:tag name="KSO_WM_TEMPLATE_INDEX" val="20163066"/>
  <p:tag name="KSO_WM_UNIT_INDEX" val="4"/>
</p:tagLst>
</file>

<file path=ppt/tags/tag44.xml><?xml version="1.0" encoding="utf-8"?>
<p:tagLst xmlns:p="http://schemas.openxmlformats.org/presentationml/2006/main">
  <p:tag name="KSO_WM_TAG_VERSION" val="1.0"/>
  <p:tag name="KSO_WM_BEAUTIFY_FLAG" val="#wm#"/>
  <p:tag name="KSO_WM_UNIT_TYPE" val="i"/>
  <p:tag name="KSO_WM_UNIT_ID" val="special20163066_10*i*5"/>
  <p:tag name="KSO_WM_TEMPLATE_CATEGORY" val="special"/>
  <p:tag name="KSO_WM_TEMPLATE_INDEX" val="20163066"/>
  <p:tag name="KSO_WM_UNIT_INDEX" val="5"/>
</p:tagLst>
</file>

<file path=ppt/tags/tag45.xml><?xml version="1.0" encoding="utf-8"?>
<p:tagLst xmlns:p="http://schemas.openxmlformats.org/presentationml/2006/main">
  <p:tag name="KSO_WM_TAG_VERSION" val="1.0"/>
  <p:tag name="KSO_WM_BEAUTIFY_FLAG" val="#wm#"/>
  <p:tag name="KSO_WM_UNIT_TYPE" val="i"/>
  <p:tag name="KSO_WM_UNIT_ID" val="special20163066_10*i*6"/>
  <p:tag name="KSO_WM_TEMPLATE_CATEGORY" val="special"/>
  <p:tag name="KSO_WM_TEMPLATE_INDEX" val="20163066"/>
  <p:tag name="KSO_WM_UNIT_INDEX" val="6"/>
</p:tagLst>
</file>

<file path=ppt/tags/tag46.xml><?xml version="1.0" encoding="utf-8"?>
<p:tagLst xmlns:p="http://schemas.openxmlformats.org/presentationml/2006/main">
  <p:tag name="KSO_WM_TAG_VERSION" val="1.0"/>
  <p:tag name="KSO_WM_BEAUTIFY_FLAG" val="#wm#"/>
  <p:tag name="KSO_WM_UNIT_TYPE" val="i"/>
  <p:tag name="KSO_WM_UNIT_ID" val="special20163066_10*i*7"/>
  <p:tag name="KSO_WM_TEMPLATE_CATEGORY" val="special"/>
  <p:tag name="KSO_WM_TEMPLATE_INDEX" val="20163066"/>
  <p:tag name="KSO_WM_UNIT_INDEX" val="7"/>
</p:tagLst>
</file>

<file path=ppt/tags/tag47.xml><?xml version="1.0" encoding="utf-8"?>
<p:tagLst xmlns:p="http://schemas.openxmlformats.org/presentationml/2006/main">
  <p:tag name="KSO_WM_TAG_VERSION" val="1.0"/>
  <p:tag name="KSO_WM_BEAUTIFY_FLAG" val="#wm#"/>
  <p:tag name="KSO_WM_UNIT_TYPE" val="i"/>
  <p:tag name="KSO_WM_UNIT_ID" val="special20163066_10*i*8"/>
  <p:tag name="KSO_WM_TEMPLATE_CATEGORY" val="special"/>
  <p:tag name="KSO_WM_TEMPLATE_INDEX" val="20163066"/>
  <p:tag name="KSO_WM_UNIT_INDEX" val="8"/>
</p:tagLst>
</file>

<file path=ppt/tags/tag48.xml><?xml version="1.0" encoding="utf-8"?>
<p:tagLst xmlns:p="http://schemas.openxmlformats.org/presentationml/2006/main">
  <p:tag name="KSO_WM_TAG_VERSION" val="1.0"/>
  <p:tag name="KSO_WM_BEAUTIFY_FLAG" val="#wm#"/>
  <p:tag name="KSO_WM_UNIT_TYPE" val="i"/>
  <p:tag name="KSO_WM_UNIT_ID" val="special20163066_10*i*9"/>
  <p:tag name="KSO_WM_TEMPLATE_CATEGORY" val="special"/>
  <p:tag name="KSO_WM_TEMPLATE_INDEX" val="20163066"/>
  <p:tag name="KSO_WM_UNIT_INDEX" val="9"/>
</p:tagLst>
</file>

<file path=ppt/tags/tag49.xml><?xml version="1.0" encoding="utf-8"?>
<p:tagLst xmlns:p="http://schemas.openxmlformats.org/presentationml/2006/main">
  <p:tag name="KSO_WM_TAG_VERSION" val="1.0"/>
  <p:tag name="KSO_WM_BEAUTIFY_FLAG" val="#wm#"/>
  <p:tag name="KSO_WM_UNIT_TYPE" val="i"/>
  <p:tag name="KSO_WM_UNIT_ID" val="special20163066_10*i*10"/>
  <p:tag name="KSO_WM_TEMPLATE_CATEGORY" val="special"/>
  <p:tag name="KSO_WM_TEMPLATE_INDEX" val="20163066"/>
  <p:tag name="KSO_WM_UNIT_INDEX" val="10"/>
</p:tagLst>
</file>

<file path=ppt/tags/tag50.xml><?xml version="1.0" encoding="utf-8"?>
<p:tagLst xmlns:p="http://schemas.openxmlformats.org/presentationml/2006/main">
  <p:tag name="KSO_WM_TAG_VERSION" val="1.0"/>
  <p:tag name="KSO_WM_BEAUTIFY_FLAG" val="#wm#"/>
  <p:tag name="KSO_WM_UNIT_TYPE" val="i"/>
  <p:tag name="KSO_WM_UNIT_ID" val="special20163066_10*i*11"/>
  <p:tag name="KSO_WM_TEMPLATE_CATEGORY" val="special"/>
  <p:tag name="KSO_WM_TEMPLATE_INDEX" val="20163066"/>
  <p:tag name="KSO_WM_UNIT_INDEX" val="11"/>
</p:tagLst>
</file>

<file path=ppt/tags/tag51.xml><?xml version="1.0" encoding="utf-8"?>
<p:tagLst xmlns:p="http://schemas.openxmlformats.org/presentationml/2006/main">
  <p:tag name="KSO_WM_TAG_VERSION" val="1.0"/>
  <p:tag name="KSO_WM_BEAUTIFY_FLAG" val="#wm#"/>
  <p:tag name="KSO_WM_UNIT_TYPE" val="i"/>
  <p:tag name="KSO_WM_UNIT_ID" val="special20163066_10*i*12"/>
  <p:tag name="KSO_WM_TEMPLATE_CATEGORY" val="special"/>
  <p:tag name="KSO_WM_TEMPLATE_INDEX" val="20163066"/>
  <p:tag name="KSO_WM_UNIT_INDEX" val="12"/>
</p:tagLst>
</file>

<file path=ppt/tags/tag52.xml><?xml version="1.0" encoding="utf-8"?>
<p:tagLst xmlns:p="http://schemas.openxmlformats.org/presentationml/2006/main">
  <p:tag name="KSO_WM_TAG_VERSION" val="1.0"/>
  <p:tag name="KSO_WM_BEAUTIFY_FLAG" val="#wm#"/>
  <p:tag name="KSO_WM_UNIT_TYPE" val="i"/>
  <p:tag name="KSO_WM_UNIT_ID" val="special20163066_10*i*13"/>
  <p:tag name="KSO_WM_TEMPLATE_CATEGORY" val="special"/>
  <p:tag name="KSO_WM_TEMPLATE_INDEX" val="20163066"/>
  <p:tag name="KSO_WM_UNIT_INDEX" val="13"/>
</p:tagLst>
</file>

<file path=ppt/tags/tag53.xml><?xml version="1.0" encoding="utf-8"?>
<p:tagLst xmlns:p="http://schemas.openxmlformats.org/presentationml/2006/main">
  <p:tag name="KSO_WM_TAG_VERSION" val="1.0"/>
  <p:tag name="KSO_WM_BEAUTIFY_FLAG" val="#wm#"/>
  <p:tag name="KSO_WM_UNIT_TYPE" val="i"/>
  <p:tag name="KSO_WM_UNIT_ID" val="special20163066_10*i*14"/>
  <p:tag name="KSO_WM_TEMPLATE_CATEGORY" val="special"/>
  <p:tag name="KSO_WM_TEMPLATE_INDEX" val="20163066"/>
  <p:tag name="KSO_WM_UNIT_INDEX" val="14"/>
</p:tagLst>
</file>

<file path=ppt/tags/tag54.xml><?xml version="1.0" encoding="utf-8"?>
<p:tagLst xmlns:p="http://schemas.openxmlformats.org/presentationml/2006/main">
  <p:tag name="KSO_WM_TAG_VERSION" val="1.0"/>
  <p:tag name="KSO_WM_BEAUTIFY_FLAG" val="#wm#"/>
  <p:tag name="KSO_WM_UNIT_TYPE" val="i"/>
  <p:tag name="KSO_WM_UNIT_ID" val="special20163066_10*i*15"/>
  <p:tag name="KSO_WM_TEMPLATE_CATEGORY" val="special"/>
  <p:tag name="KSO_WM_TEMPLATE_INDEX" val="20163066"/>
  <p:tag name="KSO_WM_UNIT_INDEX" val="15"/>
</p:tagLst>
</file>

<file path=ppt/tags/tag55.xml><?xml version="1.0" encoding="utf-8"?>
<p:tagLst xmlns:p="http://schemas.openxmlformats.org/presentationml/2006/main">
  <p:tag name="KSO_WM_TAG_VERSION" val="1.0"/>
  <p:tag name="KSO_WM_BEAUTIFY_FLAG" val="#wm#"/>
  <p:tag name="KSO_WM_UNIT_TYPE" val="i"/>
  <p:tag name="KSO_WM_UNIT_ID" val="special20163066_10*i*16"/>
  <p:tag name="KSO_WM_TEMPLATE_CATEGORY" val="special"/>
  <p:tag name="KSO_WM_TEMPLATE_INDEX" val="20163066"/>
  <p:tag name="KSO_WM_UNIT_INDEX" val="16"/>
</p:tagLst>
</file>

<file path=ppt/tags/tag56.xml><?xml version="1.0" encoding="utf-8"?>
<p:tagLst xmlns:p="http://schemas.openxmlformats.org/presentationml/2006/main">
  <p:tag name="KSO_WM_TAG_VERSION" val="1.0"/>
  <p:tag name="KSO_WM_BEAUTIFY_FLAG" val="#wm#"/>
  <p:tag name="KSO_WM_UNIT_TYPE" val="i"/>
  <p:tag name="KSO_WM_UNIT_ID" val="special20163066_10*i*17"/>
  <p:tag name="KSO_WM_TEMPLATE_CATEGORY" val="special"/>
  <p:tag name="KSO_WM_TEMPLATE_INDEX" val="20163066"/>
  <p:tag name="KSO_WM_UNIT_INDEX" val="17"/>
</p:tagLst>
</file>

<file path=ppt/tags/tag57.xml><?xml version="1.0" encoding="utf-8"?>
<p:tagLst xmlns:p="http://schemas.openxmlformats.org/presentationml/2006/main">
  <p:tag name="KSO_WM_TAG_VERSION" val="1.0"/>
  <p:tag name="KSO_WM_BEAUTIFY_FLAG" val="#wm#"/>
  <p:tag name="KSO_WM_UNIT_TYPE" val="i"/>
  <p:tag name="KSO_WM_UNIT_ID" val="special20163066_10*i*18"/>
  <p:tag name="KSO_WM_TEMPLATE_CATEGORY" val="special"/>
  <p:tag name="KSO_WM_TEMPLATE_INDEX" val="20163066"/>
  <p:tag name="KSO_WM_UNIT_INDEX" val="18"/>
</p:tagLst>
</file>

<file path=ppt/tags/tag58.xml><?xml version="1.0" encoding="utf-8"?>
<p:tagLst xmlns:p="http://schemas.openxmlformats.org/presentationml/2006/main">
  <p:tag name="KSO_WM_TAG_VERSION" val="1.0"/>
  <p:tag name="KSO_WM_BEAUTIFY_FLAG" val="#wm#"/>
  <p:tag name="KSO_WM_UNIT_TYPE" val="i"/>
  <p:tag name="KSO_WM_UNIT_ID" val="special20163066_10*i*19"/>
  <p:tag name="KSO_WM_TEMPLATE_CATEGORY" val="special"/>
  <p:tag name="KSO_WM_TEMPLATE_INDEX" val="20163066"/>
  <p:tag name="KSO_WM_UNIT_INDEX" val="19"/>
</p:tagLst>
</file>

<file path=ppt/tags/tag59.xml><?xml version="1.0" encoding="utf-8"?>
<p:tagLst xmlns:p="http://schemas.openxmlformats.org/presentationml/2006/main">
  <p:tag name="KSO_WM_TAG_VERSION" val="1.0"/>
  <p:tag name="KSO_WM_BEAUTIFY_FLAG" val="#wm#"/>
  <p:tag name="KSO_WM_UNIT_TYPE" val="i"/>
  <p:tag name="KSO_WM_UNIT_ID" val="special20163066_10*i*20"/>
  <p:tag name="KSO_WM_TEMPLATE_CATEGORY" val="special"/>
  <p:tag name="KSO_WM_TEMPLATE_INDEX" val="20163066"/>
  <p:tag name="KSO_WM_UNIT_INDEX" val="20"/>
</p:tagLst>
</file>

<file path=ppt/tags/tag60.xml><?xml version="1.0" encoding="utf-8"?>
<p:tagLst xmlns:p="http://schemas.openxmlformats.org/presentationml/2006/main">
  <p:tag name="KSO_WM_TAG_VERSION" val="1.0"/>
  <p:tag name="KSO_WM_BEAUTIFY_FLAG" val="#wm#"/>
  <p:tag name="KSO_WM_UNIT_TYPE" val="i"/>
  <p:tag name="KSO_WM_UNIT_ID" val="special20163066_10*i*21"/>
  <p:tag name="KSO_WM_TEMPLATE_CATEGORY" val="special"/>
  <p:tag name="KSO_WM_TEMPLATE_INDEX" val="20163066"/>
  <p:tag name="KSO_WM_UNIT_INDEX" val="21"/>
</p:tagLst>
</file>

<file path=ppt/tags/tag61.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62.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63.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64.xml><?xml version="1.0" encoding="utf-8"?>
<p:tagLst xmlns:p="http://schemas.openxmlformats.org/presentationml/2006/main">
  <p:tag name="KSO_WM_TEMPLATE_CATEGORY" val="basetag"/>
  <p:tag name="KSO_WM_TEMPLATE_INDEX" val="20164214"/>
  <p:tag name="KSO_WM_TAG_VERSION" val="1.0"/>
  <p:tag name="KSO_WM_SLIDE_ID" val="basetag20164214_14"/>
  <p:tag name="KSO_WM_SLIDE_INDEX" val="14"/>
  <p:tag name="KSO_WM_SLIDE_ITEM_CNT" val="0"/>
  <p:tag name="KSO_WM_SLIDE_LAYOUT" val="a_f"/>
  <p:tag name="KSO_WM_SLIDE_LAYOUT_CNT" val="0_0"/>
  <p:tag name="KSO_WM_SLIDE_TYPE" val="text"/>
  <p:tag name="KSO_WM_BEAUTIFY_FLAG" val="#wm#"/>
</p:tagLst>
</file>

<file path=ppt/tags/tag65.xml><?xml version="1.0" encoding="utf-8"?>
<p:tagLst xmlns:p="http://schemas.openxmlformats.org/presentationml/2006/main">
  <p:tag name="KSO_WM_TAG_VERSION" val="1.0"/>
  <p:tag name="KSO_WM_BEAUTIFY_FLAG" val="#wm#"/>
  <p:tag name="KSO_WM_UNIT_TYPE" val="i"/>
  <p:tag name="KSO_WM_UNIT_ID" val="special20163066_11*i*8"/>
  <p:tag name="KSO_WM_TEMPLATE_CATEGORY" val="special"/>
  <p:tag name="KSO_WM_TEMPLATE_INDEX" val="20163066"/>
  <p:tag name="KSO_WM_UNIT_INDEX" val="8"/>
</p:tagLst>
</file>

<file path=ppt/tags/tag66.xml><?xml version="1.0" encoding="utf-8"?>
<p:tagLst xmlns:p="http://schemas.openxmlformats.org/presentationml/2006/main">
  <p:tag name="KSO_WM_TAG_VERSION" val="1.0"/>
  <p:tag name="KSO_WM_BEAUTIFY_FLAG" val="#wm#"/>
  <p:tag name="KSO_WM_UNIT_TYPE" val="i"/>
  <p:tag name="KSO_WM_UNIT_ID" val="special20163066_11*i*9"/>
  <p:tag name="KSO_WM_TEMPLATE_CATEGORY" val="special"/>
  <p:tag name="KSO_WM_TEMPLATE_INDEX" val="20163066"/>
  <p:tag name="KSO_WM_UNIT_INDEX" val="9"/>
</p:tagLst>
</file>

<file path=ppt/tags/tag67.xml><?xml version="1.0" encoding="utf-8"?>
<p:tagLst xmlns:p="http://schemas.openxmlformats.org/presentationml/2006/main">
  <p:tag name="KSO_WM_TAG_VERSION" val="1.0"/>
  <p:tag name="KSO_WM_BEAUTIFY_FLAG" val="#wm#"/>
  <p:tag name="KSO_WM_UNIT_TYPE" val="i"/>
  <p:tag name="KSO_WM_UNIT_ID" val="special20163066_11*i*10"/>
  <p:tag name="KSO_WM_TEMPLATE_CATEGORY" val="special"/>
  <p:tag name="KSO_WM_TEMPLATE_INDEX" val="20163066"/>
  <p:tag name="KSO_WM_UNIT_INDEX" val="10"/>
</p:tagLst>
</file>

<file path=ppt/tags/tag68.xml><?xml version="1.0" encoding="utf-8"?>
<p:tagLst xmlns:p="http://schemas.openxmlformats.org/presentationml/2006/main">
  <p:tag name="KSO_WM_TAG_VERSION" val="1.0"/>
  <p:tag name="KSO_WM_BEAUTIFY_FLAG" val="#wm#"/>
  <p:tag name="KSO_WM_UNIT_TYPE" val="i"/>
  <p:tag name="KSO_WM_UNIT_ID" val="special20163066_11*i*12"/>
  <p:tag name="KSO_WM_TEMPLATE_CATEGORY" val="special"/>
  <p:tag name="KSO_WM_TEMPLATE_INDEX" val="20163066"/>
  <p:tag name="KSO_WM_UNIT_INDEX" val="12"/>
</p:tagLst>
</file>

<file path=ppt/tags/tag69.xml><?xml version="1.0" encoding="utf-8"?>
<p:tagLst xmlns:p="http://schemas.openxmlformats.org/presentationml/2006/main">
  <p:tag name="KSO_WM_TAG_VERSION" val="1.0"/>
  <p:tag name="KSO_WM_BEAUTIFY_FLAG" val="#wm#"/>
  <p:tag name="KSO_WM_UNIT_TYPE" val="i"/>
  <p:tag name="KSO_WM_UNIT_ID" val="special20163066_11*i*13"/>
  <p:tag name="KSO_WM_TEMPLATE_CATEGORY" val="special"/>
  <p:tag name="KSO_WM_TEMPLATE_INDEX" val="20163066"/>
  <p:tag name="KSO_WM_UNIT_INDEX" val="13"/>
</p:tagLst>
</file>

<file path=ppt/tags/tag70.xml><?xml version="1.0" encoding="utf-8"?>
<p:tagLst xmlns:p="http://schemas.openxmlformats.org/presentationml/2006/main">
  <p:tag name="KSO_WM_TAG_VERSION" val="1.0"/>
  <p:tag name="KSO_WM_BEAUTIFY_FLAG" val="#wm#"/>
  <p:tag name="KSO_WM_UNIT_TYPE" val="i"/>
  <p:tag name="KSO_WM_UNIT_ID" val="special20163066_11*i*14"/>
  <p:tag name="KSO_WM_TEMPLATE_CATEGORY" val="special"/>
  <p:tag name="KSO_WM_TEMPLATE_INDEX" val="20163066"/>
  <p:tag name="KSO_WM_UNIT_INDEX" val="14"/>
</p:tagLst>
</file>

<file path=ppt/tags/tag71.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72.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73.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74.xml><?xml version="1.0" encoding="utf-8"?>
<p:tagLst xmlns:p="http://schemas.openxmlformats.org/presentationml/2006/main">
  <p:tag name="KSO_WM_TEMPLATE_CATEGORY" val="basetag"/>
  <p:tag name="KSO_WM_TEMPLATE_INDEX" val="20164214"/>
  <p:tag name="KSO_WM_TAG_VERSION" val="1.0"/>
  <p:tag name="KSO_WM_SLIDE_ID" val="basetag20164214_18"/>
  <p:tag name="KSO_WM_SLIDE_INDEX" val="18"/>
  <p:tag name="KSO_WM_SLIDE_ITEM_CNT" val="0"/>
  <p:tag name="KSO_WM_SLIDE_LAYOUT" val="a_f"/>
  <p:tag name="KSO_WM_SLIDE_LAYOUT_CNT" val="0_0"/>
  <p:tag name="KSO_WM_SLIDE_TYPE" val="text"/>
  <p:tag name="KSO_WM_BEAUTIFY_FLAG" val="#wm#"/>
</p:tagLst>
</file>

<file path=ppt/tags/tag75.xml><?xml version="1.0" encoding="utf-8"?>
<p:tagLst xmlns:p="http://schemas.openxmlformats.org/presentationml/2006/main">
  <p:tag name="KSO_WM_TAG_VERSION" val="1.0"/>
  <p:tag name="KSO_WM_BEAUTIFY_FLAG" val="#wm#"/>
  <p:tag name="KSO_WM_UNIT_TYPE" val="i"/>
  <p:tag name="KSO_WM_UNIT_ID" val="special20163066_11*i*8"/>
  <p:tag name="KSO_WM_TEMPLATE_CATEGORY" val="special"/>
  <p:tag name="KSO_WM_TEMPLATE_INDEX" val="20163066"/>
  <p:tag name="KSO_WM_UNIT_INDEX" val="8"/>
</p:tagLst>
</file>

<file path=ppt/tags/tag76.xml><?xml version="1.0" encoding="utf-8"?>
<p:tagLst xmlns:p="http://schemas.openxmlformats.org/presentationml/2006/main">
  <p:tag name="KSO_WM_TAG_VERSION" val="1.0"/>
  <p:tag name="KSO_WM_BEAUTIFY_FLAG" val="#wm#"/>
  <p:tag name="KSO_WM_UNIT_TYPE" val="i"/>
  <p:tag name="KSO_WM_UNIT_ID" val="special20163066_11*i*9"/>
  <p:tag name="KSO_WM_TEMPLATE_CATEGORY" val="special"/>
  <p:tag name="KSO_WM_TEMPLATE_INDEX" val="20163066"/>
  <p:tag name="KSO_WM_UNIT_INDEX" val="9"/>
</p:tagLst>
</file>

<file path=ppt/tags/tag77.xml><?xml version="1.0" encoding="utf-8"?>
<p:tagLst xmlns:p="http://schemas.openxmlformats.org/presentationml/2006/main">
  <p:tag name="KSO_WM_TAG_VERSION" val="1.0"/>
  <p:tag name="KSO_WM_BEAUTIFY_FLAG" val="#wm#"/>
  <p:tag name="KSO_WM_UNIT_TYPE" val="i"/>
  <p:tag name="KSO_WM_UNIT_ID" val="special20163066_11*i*10"/>
  <p:tag name="KSO_WM_TEMPLATE_CATEGORY" val="special"/>
  <p:tag name="KSO_WM_TEMPLATE_INDEX" val="20163066"/>
  <p:tag name="KSO_WM_UNIT_INDEX" val="10"/>
</p:tagLst>
</file>

<file path=ppt/tags/tag78.xml><?xml version="1.0" encoding="utf-8"?>
<p:tagLst xmlns:p="http://schemas.openxmlformats.org/presentationml/2006/main">
  <p:tag name="KSO_WM_TAG_VERSION" val="1.0"/>
  <p:tag name="KSO_WM_BEAUTIFY_FLAG" val="#wm#"/>
  <p:tag name="KSO_WM_UNIT_TYPE" val="i"/>
  <p:tag name="KSO_WM_UNIT_ID" val="special20163066_11*i*12"/>
  <p:tag name="KSO_WM_TEMPLATE_CATEGORY" val="special"/>
  <p:tag name="KSO_WM_TEMPLATE_INDEX" val="20163066"/>
  <p:tag name="KSO_WM_UNIT_INDEX" val="12"/>
</p:tagLst>
</file>

<file path=ppt/tags/tag79.xml><?xml version="1.0" encoding="utf-8"?>
<p:tagLst xmlns:p="http://schemas.openxmlformats.org/presentationml/2006/main">
  <p:tag name="KSO_WM_TAG_VERSION" val="1.0"/>
  <p:tag name="KSO_WM_BEAUTIFY_FLAG" val="#wm#"/>
  <p:tag name="KSO_WM_UNIT_TYPE" val="i"/>
  <p:tag name="KSO_WM_UNIT_ID" val="special20163066_11*i*13"/>
  <p:tag name="KSO_WM_TEMPLATE_CATEGORY" val="special"/>
  <p:tag name="KSO_WM_TEMPLATE_INDEX" val="20163066"/>
  <p:tag name="KSO_WM_UNIT_INDEX" val="13"/>
</p:tagLst>
</file>

<file path=ppt/tags/tag80.xml><?xml version="1.0" encoding="utf-8"?>
<p:tagLst xmlns:p="http://schemas.openxmlformats.org/presentationml/2006/main">
  <p:tag name="KSO_WM_TAG_VERSION" val="1.0"/>
  <p:tag name="KSO_WM_BEAUTIFY_FLAG" val="#wm#"/>
  <p:tag name="KSO_WM_UNIT_TYPE" val="i"/>
  <p:tag name="KSO_WM_UNIT_ID" val="special20163066_11*i*14"/>
  <p:tag name="KSO_WM_TEMPLATE_CATEGORY" val="special"/>
  <p:tag name="KSO_WM_TEMPLATE_INDEX" val="20163066"/>
  <p:tag name="KSO_WM_UNIT_INDEX" val="14"/>
</p:tagLst>
</file>

<file path=ppt/tags/tag81.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82.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83.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84.xml><?xml version="1.0" encoding="utf-8"?>
<p:tagLst xmlns:p="http://schemas.openxmlformats.org/presentationml/2006/main">
  <p:tag name="KSO_WM_TEMPLATE_CATEGORY" val="basetag"/>
  <p:tag name="KSO_WM_TEMPLATE_INDEX" val="20164214"/>
  <p:tag name="KSO_WM_TAG_VERSION" val="1.0"/>
  <p:tag name="KSO_WM_SLIDE_ID" val="basetag20164214_18"/>
  <p:tag name="KSO_WM_SLIDE_INDEX" val="18"/>
  <p:tag name="KSO_WM_SLIDE_ITEM_CNT" val="0"/>
  <p:tag name="KSO_WM_SLIDE_LAYOUT" val="a_f"/>
  <p:tag name="KSO_WM_SLIDE_LAYOUT_CNT" val="0_0"/>
  <p:tag name="KSO_WM_SLIDE_TYPE" val="text"/>
  <p:tag name="KSO_WM_BEAUTIFY_FLAG" val="#wm#"/>
</p:tagLst>
</file>

<file path=ppt/tags/tag85.xml><?xml version="1.0" encoding="utf-8"?>
<p:tagLst xmlns:p="http://schemas.openxmlformats.org/presentationml/2006/main">
  <p:tag name="KSO_WM_TAG_VERSION" val="1.0"/>
  <p:tag name="KSO_WM_BEAUTIFY_FLAG" val="#wm#"/>
  <p:tag name="KSO_WM_UNIT_TYPE" val="i"/>
  <p:tag name="KSO_WM_UNIT_ID" val="special20163066_11*i*8"/>
  <p:tag name="KSO_WM_TEMPLATE_CATEGORY" val="special"/>
  <p:tag name="KSO_WM_TEMPLATE_INDEX" val="20163066"/>
  <p:tag name="KSO_WM_UNIT_INDEX" val="8"/>
</p:tagLst>
</file>

<file path=ppt/tags/tag86.xml><?xml version="1.0" encoding="utf-8"?>
<p:tagLst xmlns:p="http://schemas.openxmlformats.org/presentationml/2006/main">
  <p:tag name="KSO_WM_TAG_VERSION" val="1.0"/>
  <p:tag name="KSO_WM_BEAUTIFY_FLAG" val="#wm#"/>
  <p:tag name="KSO_WM_UNIT_TYPE" val="i"/>
  <p:tag name="KSO_WM_UNIT_ID" val="special20163066_11*i*9"/>
  <p:tag name="KSO_WM_TEMPLATE_CATEGORY" val="special"/>
  <p:tag name="KSO_WM_TEMPLATE_INDEX" val="20163066"/>
  <p:tag name="KSO_WM_UNIT_INDEX" val="9"/>
</p:tagLst>
</file>

<file path=ppt/tags/tag87.xml><?xml version="1.0" encoding="utf-8"?>
<p:tagLst xmlns:p="http://schemas.openxmlformats.org/presentationml/2006/main">
  <p:tag name="KSO_WM_TAG_VERSION" val="1.0"/>
  <p:tag name="KSO_WM_BEAUTIFY_FLAG" val="#wm#"/>
  <p:tag name="KSO_WM_UNIT_TYPE" val="i"/>
  <p:tag name="KSO_WM_UNIT_ID" val="special20163066_11*i*10"/>
  <p:tag name="KSO_WM_TEMPLATE_CATEGORY" val="special"/>
  <p:tag name="KSO_WM_TEMPLATE_INDEX" val="20163066"/>
  <p:tag name="KSO_WM_UNIT_INDEX" val="10"/>
</p:tagLst>
</file>

<file path=ppt/tags/tag88.xml><?xml version="1.0" encoding="utf-8"?>
<p:tagLst xmlns:p="http://schemas.openxmlformats.org/presentationml/2006/main">
  <p:tag name="KSO_WM_TAG_VERSION" val="1.0"/>
  <p:tag name="KSO_WM_BEAUTIFY_FLAG" val="#wm#"/>
  <p:tag name="KSO_WM_UNIT_TYPE" val="i"/>
  <p:tag name="KSO_WM_UNIT_ID" val="special20163066_11*i*12"/>
  <p:tag name="KSO_WM_TEMPLATE_CATEGORY" val="special"/>
  <p:tag name="KSO_WM_TEMPLATE_INDEX" val="20163066"/>
  <p:tag name="KSO_WM_UNIT_INDEX" val="12"/>
</p:tagLst>
</file>

<file path=ppt/tags/tag89.xml><?xml version="1.0" encoding="utf-8"?>
<p:tagLst xmlns:p="http://schemas.openxmlformats.org/presentationml/2006/main">
  <p:tag name="KSO_WM_TAG_VERSION" val="1.0"/>
  <p:tag name="KSO_WM_BEAUTIFY_FLAG" val="#wm#"/>
  <p:tag name="KSO_WM_UNIT_TYPE" val="i"/>
  <p:tag name="KSO_WM_UNIT_ID" val="special20163066_11*i*13"/>
  <p:tag name="KSO_WM_TEMPLATE_CATEGORY" val="special"/>
  <p:tag name="KSO_WM_TEMPLATE_INDEX" val="20163066"/>
  <p:tag name="KSO_WM_UNIT_INDEX" val="13"/>
</p:tagLst>
</file>

<file path=ppt/tags/tag90.xml><?xml version="1.0" encoding="utf-8"?>
<p:tagLst xmlns:p="http://schemas.openxmlformats.org/presentationml/2006/main">
  <p:tag name="KSO_WM_TAG_VERSION" val="1.0"/>
  <p:tag name="KSO_WM_BEAUTIFY_FLAG" val="#wm#"/>
  <p:tag name="KSO_WM_UNIT_TYPE" val="i"/>
  <p:tag name="KSO_WM_UNIT_ID" val="special20163066_11*i*14"/>
  <p:tag name="KSO_WM_TEMPLATE_CATEGORY" val="special"/>
  <p:tag name="KSO_WM_TEMPLATE_INDEX" val="20163066"/>
  <p:tag name="KSO_WM_UNIT_INDEX" val="14"/>
</p:tagLst>
</file>

<file path=ppt/tags/tag91.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92.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93.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94.xml><?xml version="1.0" encoding="utf-8"?>
<p:tagLst xmlns:p="http://schemas.openxmlformats.org/presentationml/2006/main">
  <p:tag name="KSO_WM_TEMPLATE_CATEGORY" val="basetag"/>
  <p:tag name="KSO_WM_TEMPLATE_INDEX" val="20164214"/>
  <p:tag name="KSO_WM_TAG_VERSION" val="1.0"/>
  <p:tag name="KSO_WM_SLIDE_ID" val="basetag20164214_18"/>
  <p:tag name="KSO_WM_SLIDE_INDEX" val="18"/>
  <p:tag name="KSO_WM_SLIDE_ITEM_CNT" val="0"/>
  <p:tag name="KSO_WM_SLIDE_LAYOUT" val="a_f"/>
  <p:tag name="KSO_WM_SLIDE_LAYOUT_CNT" val="0_0"/>
  <p:tag name="KSO_WM_SLIDE_TYPE" val="text"/>
  <p:tag name="KSO_WM_BEAUTIFY_FLAG" val="#wm#"/>
</p:tagLst>
</file>

<file path=ppt/tags/tag95.xml><?xml version="1.0" encoding="utf-8"?>
<p:tagLst xmlns:p="http://schemas.openxmlformats.org/presentationml/2006/main">
  <p:tag name="KSO_WM_TEMPLATE_CATEGORY" val="basetag"/>
  <p:tag name="KSO_WM_TEMPLATE_INDEX" val="20164214"/>
  <p:tag name="KSO_WM_TAG_VERSION" val="1.0"/>
  <p:tag name="KSO_WM_SLIDE_ID" val="basetag20164214_15"/>
  <p:tag name="KSO_WM_SLIDE_INDEX" val="15"/>
  <p:tag name="KSO_WM_SLIDE_ITEM_CNT" val="0"/>
  <p:tag name="KSO_WM_SLIDE_TYPE" val="text"/>
  <p:tag name="KSO_WM_BEAUTIFY_FLAG" val="#wm#"/>
  <p:tag name="KSO_WM_SLIDE_POSITION" val="66*144"/>
  <p:tag name="KSO_WM_SLIDE_SIZE" val="828*343"/>
</p:tagLst>
</file>

<file path=ppt/tags/tag96.xml><?xml version="1.0" encoding="utf-8"?>
<p:tagLst xmlns:p="http://schemas.openxmlformats.org/presentationml/2006/main">
  <p:tag name="KSO_WM_TAG_VERSION" val="1.0"/>
  <p:tag name="KSO_WM_BEAUTIFY_FLAG" val="#wm#"/>
  <p:tag name="KSO_WM_UNIT_TYPE" val="i"/>
  <p:tag name="KSO_WM_UNIT_ID" val="special20163066_3*i*0"/>
  <p:tag name="KSO_WM_TEMPLATE_CATEGORY" val="special"/>
  <p:tag name="KSO_WM_TEMPLATE_INDEX" val="20163066"/>
  <p:tag name="KSO_WM_UNIT_INDEX" val="0"/>
</p:tagLst>
</file>

<file path=ppt/tags/tag97.xml><?xml version="1.0" encoding="utf-8"?>
<p:tagLst xmlns:p="http://schemas.openxmlformats.org/presentationml/2006/main">
  <p:tag name="KSO_WM_TEMPLATE_CATEGORY" val="basetag"/>
  <p:tag name="KSO_WM_TEMPLATE_INDEX" val="20164214"/>
  <p:tag name="KSO_WM_TAG_VERSION" val="1.0"/>
  <p:tag name="KSO_WM_SLIDE_ID" val="basetag20164214_19"/>
  <p:tag name="KSO_WM_SLIDE_INDEX" val="19"/>
  <p:tag name="KSO_WM_SLIDE_ITEM_CNT" val="0"/>
  <p:tag name="KSO_WM_SLIDE_TYPE" val="sectionTitle"/>
  <p:tag name="KSO_WM_BEAUTIFY_FLAG" val="#wm#"/>
</p:tagLst>
</file>

<file path=ppt/tags/tag98.xml><?xml version="1.0" encoding="utf-8"?>
<p:tagLst xmlns:p="http://schemas.openxmlformats.org/presentationml/2006/main">
  <p:tag name="KSO_WM_TAG_VERSION" val="1.0"/>
  <p:tag name="KSO_WM_BEAUTIFY_FLAG" val="#wm#"/>
  <p:tag name="KSO_WM_UNIT_TYPE" val="i"/>
  <p:tag name="KSO_WM_UNIT_ID" val="special20163066_17*i*4"/>
  <p:tag name="KSO_WM_TEMPLATE_CATEGORY" val="special"/>
  <p:tag name="KSO_WM_TEMPLATE_INDEX" val="20163066"/>
  <p:tag name="KSO_WM_UNIT_INDEX" val="4"/>
</p:tagLst>
</file>

<file path=ppt/tags/tag99.xml><?xml version="1.0" encoding="utf-8"?>
<p:tagLst xmlns:p="http://schemas.openxmlformats.org/presentationml/2006/main">
  <p:tag name="KSO_WM_TAG_VERSION" val="1.0"/>
  <p:tag name="KSO_WM_BEAUTIFY_FLAG" val="#wm#"/>
  <p:tag name="KSO_WM_UNIT_TYPE" val="i"/>
  <p:tag name="KSO_WM_UNIT_ID" val="special20163066_17*i*5"/>
  <p:tag name="KSO_WM_TEMPLATE_CATEGORY" val="special"/>
  <p:tag name="KSO_WM_TEMPLATE_INDEX" val="20163066"/>
  <p:tag name="KSO_WM_UNIT_INDEX" val="5"/>
</p:tagLst>
</file>

<file path=ppt/tags/tag100.xml><?xml version="1.0" encoding="utf-8"?>
<p:tagLst xmlns:p="http://schemas.openxmlformats.org/presentationml/2006/main">
  <p:tag name="KSO_WM_TAG_VERSION" val="1.0"/>
  <p:tag name="KSO_WM_BEAUTIFY_FLAG" val="#wm#"/>
  <p:tag name="KSO_WM_UNIT_TYPE" val="i"/>
  <p:tag name="KSO_WM_UNIT_ID" val="special20163066_17*i*6"/>
  <p:tag name="KSO_WM_TEMPLATE_CATEGORY" val="special"/>
  <p:tag name="KSO_WM_TEMPLATE_INDEX" val="20163066"/>
  <p:tag name="KSO_WM_UNIT_INDEX" val="6"/>
</p:tagLst>
</file>

<file path=ppt/tags/tag101.xml><?xml version="1.0" encoding="utf-8"?>
<p:tagLst xmlns:p="http://schemas.openxmlformats.org/presentationml/2006/main">
  <p:tag name="KSO_WM_TAG_VERSION" val="1.0"/>
  <p:tag name="KSO_WM_BEAUTIFY_FLAG" val="#wm#"/>
  <p:tag name="KSO_WM_UNIT_TYPE" val="i"/>
  <p:tag name="KSO_WM_UNIT_ID" val="special20163066_17*i*7"/>
  <p:tag name="KSO_WM_TEMPLATE_CATEGORY" val="special"/>
  <p:tag name="KSO_WM_TEMPLATE_INDEX" val="20163066"/>
  <p:tag name="KSO_WM_UNIT_INDEX" val="7"/>
</p:tagLst>
</file>

<file path=ppt/tags/tag102.xml><?xml version="1.0" encoding="utf-8"?>
<p:tagLst xmlns:p="http://schemas.openxmlformats.org/presentationml/2006/main">
  <p:tag name="KSO_WM_TAG_VERSION" val="1.0"/>
  <p:tag name="KSO_WM_BEAUTIFY_FLAG" val="#wm#"/>
  <p:tag name="KSO_WM_UNIT_TYPE" val="i"/>
  <p:tag name="KSO_WM_UNIT_ID" val="special20163066_17*i*8"/>
  <p:tag name="KSO_WM_TEMPLATE_CATEGORY" val="special"/>
  <p:tag name="KSO_WM_TEMPLATE_INDEX" val="20163066"/>
  <p:tag name="KSO_WM_UNIT_INDEX" val="8"/>
</p:tagLst>
</file>

<file path=ppt/tags/tag103.xml><?xml version="1.0" encoding="utf-8"?>
<p:tagLst xmlns:p="http://schemas.openxmlformats.org/presentationml/2006/main">
  <p:tag name="KSO_WM_TAG_VERSION" val="1.0"/>
  <p:tag name="KSO_WM_BEAUTIFY_FLAG" val="#wm#"/>
  <p:tag name="KSO_WM_UNIT_TYPE" val="i"/>
  <p:tag name="KSO_WM_UNIT_ID" val="special20163066_17*i*9"/>
  <p:tag name="KSO_WM_TEMPLATE_CATEGORY" val="special"/>
  <p:tag name="KSO_WM_TEMPLATE_INDEX" val="20163066"/>
  <p:tag name="KSO_WM_UNIT_INDEX" val="9"/>
</p:tagLst>
</file>

<file path=ppt/tags/tag104.xml><?xml version="1.0" encoding="utf-8"?>
<p:tagLst xmlns:p="http://schemas.openxmlformats.org/presentationml/2006/main">
  <p:tag name="KSO_WM_TAG_VERSION" val="1.0"/>
  <p:tag name="KSO_WM_BEAUTIFY_FLAG" val="#wm#"/>
  <p:tag name="KSO_WM_UNIT_TYPE" val="i"/>
  <p:tag name="KSO_WM_UNIT_ID" val="special20163066_17*i*10"/>
  <p:tag name="KSO_WM_TEMPLATE_CATEGORY" val="special"/>
  <p:tag name="KSO_WM_TEMPLATE_INDEX" val="20163066"/>
  <p:tag name="KSO_WM_UNIT_INDEX" val="10"/>
</p:tagLst>
</file>

<file path=ppt/tags/tag105.xml><?xml version="1.0" encoding="utf-8"?>
<p:tagLst xmlns:p="http://schemas.openxmlformats.org/presentationml/2006/main">
  <p:tag name="KSO_WM_TAG_VERSION" val="1.0"/>
  <p:tag name="KSO_WM_BEAUTIFY_FLAG" val="#wm#"/>
  <p:tag name="KSO_WM_UNIT_TYPE" val="i"/>
  <p:tag name="KSO_WM_UNIT_ID" val="special20163066_17*i*11"/>
  <p:tag name="KSO_WM_TEMPLATE_CATEGORY" val="special"/>
  <p:tag name="KSO_WM_TEMPLATE_INDEX" val="20163066"/>
  <p:tag name="KSO_WM_UNIT_INDEX" val="11"/>
</p:tagLst>
</file>

<file path=ppt/tags/tag106.xml><?xml version="1.0" encoding="utf-8"?>
<p:tagLst xmlns:p="http://schemas.openxmlformats.org/presentationml/2006/main">
  <p:tag name="KSO_WM_TAG_VERSION" val="1.0"/>
  <p:tag name="KSO_WM_BEAUTIFY_FLAG" val="#wm#"/>
  <p:tag name="KSO_WM_UNIT_TYPE" val="i"/>
  <p:tag name="KSO_WM_UNIT_ID" val="special20163066_17*i*12"/>
  <p:tag name="KSO_WM_TEMPLATE_CATEGORY" val="special"/>
  <p:tag name="KSO_WM_TEMPLATE_INDEX" val="20163066"/>
  <p:tag name="KSO_WM_UNIT_INDEX" val="12"/>
</p:tagLst>
</file>

<file path=ppt/tags/tag107.xml><?xml version="1.0" encoding="utf-8"?>
<p:tagLst xmlns:p="http://schemas.openxmlformats.org/presentationml/2006/main">
  <p:tag name="KSO_WM_TAG_VERSION" val="1.0"/>
  <p:tag name="KSO_WM_BEAUTIFY_FLAG" val="#wm#"/>
  <p:tag name="KSO_WM_UNIT_TYPE" val="i"/>
  <p:tag name="KSO_WM_UNIT_ID" val="special20163066_17*i*13"/>
  <p:tag name="KSO_WM_TEMPLATE_CATEGORY" val="special"/>
  <p:tag name="KSO_WM_TEMPLATE_INDEX" val="20163066"/>
  <p:tag name="KSO_WM_UNIT_INDEX" val="13"/>
</p:tagLst>
</file>

<file path=ppt/tags/tag108.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109.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110.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111.xml><?xml version="1.0" encoding="utf-8"?>
<p:tagLst xmlns:p="http://schemas.openxmlformats.org/presentationml/2006/main">
  <p:tag name="KSO_WM_TEMPLATE_CATEGORY" val="basetag"/>
  <p:tag name="KSO_WM_TEMPLATE_INDEX" val="20164214"/>
  <p:tag name="KSO_WM_TAG_VERSION" val="1.0"/>
  <p:tag name="KSO_WM_SLIDE_ID" val="basetag20164214_24"/>
  <p:tag name="KSO_WM_SLIDE_INDEX" val="24"/>
  <p:tag name="KSO_WM_SLIDE_ITEM_CNT" val="0"/>
  <p:tag name="KSO_WM_SLIDE_LAYOUT" val="a_f"/>
  <p:tag name="KSO_WM_SLIDE_LAYOUT_CNT" val="0_0"/>
  <p:tag name="KSO_WM_SLIDE_TYPE" val="text"/>
  <p:tag name="KSO_WM_BEAUTIFY_FLAG" val="#wm#"/>
</p:tagLst>
</file>

<file path=ppt/tags/tag112.xml><?xml version="1.0" encoding="utf-8"?>
<p:tagLst xmlns:p="http://schemas.openxmlformats.org/presentationml/2006/main">
  <p:tag name="KSO_WM_TAG_VERSION" val="1.0"/>
  <p:tag name="KSO_WM_BEAUTIFY_FLAG" val="#wm#"/>
  <p:tag name="KSO_WM_UNIT_TYPE" val="i"/>
  <p:tag name="KSO_WM_UNIT_ID" val="special20163066_17*i*4"/>
  <p:tag name="KSO_WM_TEMPLATE_CATEGORY" val="special"/>
  <p:tag name="KSO_WM_TEMPLATE_INDEX" val="20163066"/>
  <p:tag name="KSO_WM_UNIT_INDEX" val="4"/>
</p:tagLst>
</file>

<file path=ppt/tags/tag113.xml><?xml version="1.0" encoding="utf-8"?>
<p:tagLst xmlns:p="http://schemas.openxmlformats.org/presentationml/2006/main">
  <p:tag name="KSO_WM_TAG_VERSION" val="1.0"/>
  <p:tag name="KSO_WM_BEAUTIFY_FLAG" val="#wm#"/>
  <p:tag name="KSO_WM_UNIT_TYPE" val="i"/>
  <p:tag name="KSO_WM_UNIT_ID" val="special20163066_17*i*5"/>
  <p:tag name="KSO_WM_TEMPLATE_CATEGORY" val="special"/>
  <p:tag name="KSO_WM_TEMPLATE_INDEX" val="20163066"/>
  <p:tag name="KSO_WM_UNIT_INDEX" val="5"/>
</p:tagLst>
</file>

<file path=ppt/tags/tag114.xml><?xml version="1.0" encoding="utf-8"?>
<p:tagLst xmlns:p="http://schemas.openxmlformats.org/presentationml/2006/main">
  <p:tag name="KSO_WM_TAG_VERSION" val="1.0"/>
  <p:tag name="KSO_WM_BEAUTIFY_FLAG" val="#wm#"/>
  <p:tag name="KSO_WM_UNIT_TYPE" val="i"/>
  <p:tag name="KSO_WM_UNIT_ID" val="special20163066_17*i*6"/>
  <p:tag name="KSO_WM_TEMPLATE_CATEGORY" val="special"/>
  <p:tag name="KSO_WM_TEMPLATE_INDEX" val="20163066"/>
  <p:tag name="KSO_WM_UNIT_INDEX" val="6"/>
</p:tagLst>
</file>

<file path=ppt/tags/tag115.xml><?xml version="1.0" encoding="utf-8"?>
<p:tagLst xmlns:p="http://schemas.openxmlformats.org/presentationml/2006/main">
  <p:tag name="KSO_WM_TAG_VERSION" val="1.0"/>
  <p:tag name="KSO_WM_BEAUTIFY_FLAG" val="#wm#"/>
  <p:tag name="KSO_WM_UNIT_TYPE" val="i"/>
  <p:tag name="KSO_WM_UNIT_ID" val="special20163066_17*i*7"/>
  <p:tag name="KSO_WM_TEMPLATE_CATEGORY" val="special"/>
  <p:tag name="KSO_WM_TEMPLATE_INDEX" val="20163066"/>
  <p:tag name="KSO_WM_UNIT_INDEX" val="7"/>
</p:tagLst>
</file>

<file path=ppt/tags/tag116.xml><?xml version="1.0" encoding="utf-8"?>
<p:tagLst xmlns:p="http://schemas.openxmlformats.org/presentationml/2006/main">
  <p:tag name="KSO_WM_TAG_VERSION" val="1.0"/>
  <p:tag name="KSO_WM_BEAUTIFY_FLAG" val="#wm#"/>
  <p:tag name="KSO_WM_UNIT_TYPE" val="i"/>
  <p:tag name="KSO_WM_UNIT_ID" val="special20163066_17*i*8"/>
  <p:tag name="KSO_WM_TEMPLATE_CATEGORY" val="special"/>
  <p:tag name="KSO_WM_TEMPLATE_INDEX" val="20163066"/>
  <p:tag name="KSO_WM_UNIT_INDEX" val="8"/>
</p:tagLst>
</file>

<file path=ppt/tags/tag117.xml><?xml version="1.0" encoding="utf-8"?>
<p:tagLst xmlns:p="http://schemas.openxmlformats.org/presentationml/2006/main">
  <p:tag name="KSO_WM_TAG_VERSION" val="1.0"/>
  <p:tag name="KSO_WM_BEAUTIFY_FLAG" val="#wm#"/>
  <p:tag name="KSO_WM_UNIT_TYPE" val="i"/>
  <p:tag name="KSO_WM_UNIT_ID" val="special20163066_17*i*9"/>
  <p:tag name="KSO_WM_TEMPLATE_CATEGORY" val="special"/>
  <p:tag name="KSO_WM_TEMPLATE_INDEX" val="20163066"/>
  <p:tag name="KSO_WM_UNIT_INDEX" val="9"/>
</p:tagLst>
</file>

<file path=ppt/tags/tag118.xml><?xml version="1.0" encoding="utf-8"?>
<p:tagLst xmlns:p="http://schemas.openxmlformats.org/presentationml/2006/main">
  <p:tag name="KSO_WM_TAG_VERSION" val="1.0"/>
  <p:tag name="KSO_WM_BEAUTIFY_FLAG" val="#wm#"/>
  <p:tag name="KSO_WM_UNIT_TYPE" val="i"/>
  <p:tag name="KSO_WM_UNIT_ID" val="special20163066_17*i*10"/>
  <p:tag name="KSO_WM_TEMPLATE_CATEGORY" val="special"/>
  <p:tag name="KSO_WM_TEMPLATE_INDEX" val="20163066"/>
  <p:tag name="KSO_WM_UNIT_INDEX" val="10"/>
</p:tagLst>
</file>

<file path=ppt/tags/tag119.xml><?xml version="1.0" encoding="utf-8"?>
<p:tagLst xmlns:p="http://schemas.openxmlformats.org/presentationml/2006/main">
  <p:tag name="KSO_WM_TAG_VERSION" val="1.0"/>
  <p:tag name="KSO_WM_BEAUTIFY_FLAG" val="#wm#"/>
  <p:tag name="KSO_WM_UNIT_TYPE" val="i"/>
  <p:tag name="KSO_WM_UNIT_ID" val="special20163066_17*i*11"/>
  <p:tag name="KSO_WM_TEMPLATE_CATEGORY" val="special"/>
  <p:tag name="KSO_WM_TEMPLATE_INDEX" val="20163066"/>
  <p:tag name="KSO_WM_UNIT_INDEX" val="11"/>
</p:tagLst>
</file>

<file path=ppt/tags/tag120.xml><?xml version="1.0" encoding="utf-8"?>
<p:tagLst xmlns:p="http://schemas.openxmlformats.org/presentationml/2006/main">
  <p:tag name="KSO_WM_TAG_VERSION" val="1.0"/>
  <p:tag name="KSO_WM_BEAUTIFY_FLAG" val="#wm#"/>
  <p:tag name="KSO_WM_UNIT_TYPE" val="i"/>
  <p:tag name="KSO_WM_UNIT_ID" val="special20163066_17*i*12"/>
  <p:tag name="KSO_WM_TEMPLATE_CATEGORY" val="special"/>
  <p:tag name="KSO_WM_TEMPLATE_INDEX" val="20163066"/>
  <p:tag name="KSO_WM_UNIT_INDEX" val="12"/>
</p:tagLst>
</file>

<file path=ppt/tags/tag121.xml><?xml version="1.0" encoding="utf-8"?>
<p:tagLst xmlns:p="http://schemas.openxmlformats.org/presentationml/2006/main">
  <p:tag name="KSO_WM_TAG_VERSION" val="1.0"/>
  <p:tag name="KSO_WM_BEAUTIFY_FLAG" val="#wm#"/>
  <p:tag name="KSO_WM_UNIT_TYPE" val="i"/>
  <p:tag name="KSO_WM_UNIT_ID" val="special20163066_17*i*13"/>
  <p:tag name="KSO_WM_TEMPLATE_CATEGORY" val="special"/>
  <p:tag name="KSO_WM_TEMPLATE_INDEX" val="20163066"/>
  <p:tag name="KSO_WM_UNIT_INDEX" val="13"/>
</p:tagLst>
</file>

<file path=ppt/tags/tag122.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123.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124.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125.xml><?xml version="1.0" encoding="utf-8"?>
<p:tagLst xmlns:p="http://schemas.openxmlformats.org/presentationml/2006/main">
  <p:tag name="KSO_WM_TEMPLATE_CATEGORY" val="basetag"/>
  <p:tag name="KSO_WM_TEMPLATE_INDEX" val="20164214"/>
  <p:tag name="KSO_WM_TAG_VERSION" val="1.0"/>
  <p:tag name="KSO_WM_SLIDE_ID" val="basetag20164214_24"/>
  <p:tag name="KSO_WM_SLIDE_INDEX" val="24"/>
  <p:tag name="KSO_WM_SLIDE_ITEM_CNT" val="0"/>
  <p:tag name="KSO_WM_SLIDE_LAYOUT" val="a_f"/>
  <p:tag name="KSO_WM_SLIDE_LAYOUT_CNT" val="0_0"/>
  <p:tag name="KSO_WM_SLIDE_TYPE" val="text"/>
  <p:tag name="KSO_WM_BEAUTIFY_FLAG" val="#wm#"/>
</p:tagLst>
</file>

<file path=ppt/tags/tag126.xml><?xml version="1.0" encoding="utf-8"?>
<p:tagLst xmlns:p="http://schemas.openxmlformats.org/presentationml/2006/main">
  <p:tag name="KSO_WM_TAG_VERSION" val="1.0"/>
  <p:tag name="KSO_WM_BEAUTIFY_FLAG" val="#wm#"/>
  <p:tag name="KSO_WM_UNIT_TYPE" val="i"/>
  <p:tag name="KSO_WM_UNIT_ID" val="special20163066_17*i*4"/>
  <p:tag name="KSO_WM_TEMPLATE_CATEGORY" val="special"/>
  <p:tag name="KSO_WM_TEMPLATE_INDEX" val="20163066"/>
  <p:tag name="KSO_WM_UNIT_INDEX" val="4"/>
</p:tagLst>
</file>

<file path=ppt/tags/tag127.xml><?xml version="1.0" encoding="utf-8"?>
<p:tagLst xmlns:p="http://schemas.openxmlformats.org/presentationml/2006/main">
  <p:tag name="KSO_WM_TAG_VERSION" val="1.0"/>
  <p:tag name="KSO_WM_BEAUTIFY_FLAG" val="#wm#"/>
  <p:tag name="KSO_WM_UNIT_TYPE" val="i"/>
  <p:tag name="KSO_WM_UNIT_ID" val="special20163066_17*i*5"/>
  <p:tag name="KSO_WM_TEMPLATE_CATEGORY" val="special"/>
  <p:tag name="KSO_WM_TEMPLATE_INDEX" val="20163066"/>
  <p:tag name="KSO_WM_UNIT_INDEX" val="5"/>
</p:tagLst>
</file>

<file path=ppt/tags/tag128.xml><?xml version="1.0" encoding="utf-8"?>
<p:tagLst xmlns:p="http://schemas.openxmlformats.org/presentationml/2006/main">
  <p:tag name="KSO_WM_TAG_VERSION" val="1.0"/>
  <p:tag name="KSO_WM_BEAUTIFY_FLAG" val="#wm#"/>
  <p:tag name="KSO_WM_UNIT_TYPE" val="i"/>
  <p:tag name="KSO_WM_UNIT_ID" val="special20163066_17*i*6"/>
  <p:tag name="KSO_WM_TEMPLATE_CATEGORY" val="special"/>
  <p:tag name="KSO_WM_TEMPLATE_INDEX" val="20163066"/>
  <p:tag name="KSO_WM_UNIT_INDEX" val="6"/>
</p:tagLst>
</file>

<file path=ppt/tags/tag129.xml><?xml version="1.0" encoding="utf-8"?>
<p:tagLst xmlns:p="http://schemas.openxmlformats.org/presentationml/2006/main">
  <p:tag name="KSO_WM_TAG_VERSION" val="1.0"/>
  <p:tag name="KSO_WM_BEAUTIFY_FLAG" val="#wm#"/>
  <p:tag name="KSO_WM_UNIT_TYPE" val="i"/>
  <p:tag name="KSO_WM_UNIT_ID" val="special20163066_17*i*7"/>
  <p:tag name="KSO_WM_TEMPLATE_CATEGORY" val="special"/>
  <p:tag name="KSO_WM_TEMPLATE_INDEX" val="20163066"/>
  <p:tag name="KSO_WM_UNIT_INDEX" val="7"/>
</p:tagLst>
</file>

<file path=ppt/tags/tag130.xml><?xml version="1.0" encoding="utf-8"?>
<p:tagLst xmlns:p="http://schemas.openxmlformats.org/presentationml/2006/main">
  <p:tag name="KSO_WM_TAG_VERSION" val="1.0"/>
  <p:tag name="KSO_WM_BEAUTIFY_FLAG" val="#wm#"/>
  <p:tag name="KSO_WM_UNIT_TYPE" val="i"/>
  <p:tag name="KSO_WM_UNIT_ID" val="special20163066_17*i*8"/>
  <p:tag name="KSO_WM_TEMPLATE_CATEGORY" val="special"/>
  <p:tag name="KSO_WM_TEMPLATE_INDEX" val="20163066"/>
  <p:tag name="KSO_WM_UNIT_INDEX" val="8"/>
</p:tagLst>
</file>

<file path=ppt/tags/tag131.xml><?xml version="1.0" encoding="utf-8"?>
<p:tagLst xmlns:p="http://schemas.openxmlformats.org/presentationml/2006/main">
  <p:tag name="KSO_WM_TAG_VERSION" val="1.0"/>
  <p:tag name="KSO_WM_BEAUTIFY_FLAG" val="#wm#"/>
  <p:tag name="KSO_WM_UNIT_TYPE" val="i"/>
  <p:tag name="KSO_WM_UNIT_ID" val="special20163066_17*i*9"/>
  <p:tag name="KSO_WM_TEMPLATE_CATEGORY" val="special"/>
  <p:tag name="KSO_WM_TEMPLATE_INDEX" val="20163066"/>
  <p:tag name="KSO_WM_UNIT_INDEX" val="9"/>
</p:tagLst>
</file>

<file path=ppt/tags/tag132.xml><?xml version="1.0" encoding="utf-8"?>
<p:tagLst xmlns:p="http://schemas.openxmlformats.org/presentationml/2006/main">
  <p:tag name="KSO_WM_TAG_VERSION" val="1.0"/>
  <p:tag name="KSO_WM_BEAUTIFY_FLAG" val="#wm#"/>
  <p:tag name="KSO_WM_UNIT_TYPE" val="i"/>
  <p:tag name="KSO_WM_UNIT_ID" val="special20163066_17*i*10"/>
  <p:tag name="KSO_WM_TEMPLATE_CATEGORY" val="special"/>
  <p:tag name="KSO_WM_TEMPLATE_INDEX" val="20163066"/>
  <p:tag name="KSO_WM_UNIT_INDEX" val="10"/>
</p:tagLst>
</file>

<file path=ppt/tags/tag133.xml><?xml version="1.0" encoding="utf-8"?>
<p:tagLst xmlns:p="http://schemas.openxmlformats.org/presentationml/2006/main">
  <p:tag name="KSO_WM_TAG_VERSION" val="1.0"/>
  <p:tag name="KSO_WM_BEAUTIFY_FLAG" val="#wm#"/>
  <p:tag name="KSO_WM_UNIT_TYPE" val="i"/>
  <p:tag name="KSO_WM_UNIT_ID" val="special20163066_17*i*11"/>
  <p:tag name="KSO_WM_TEMPLATE_CATEGORY" val="special"/>
  <p:tag name="KSO_WM_TEMPLATE_INDEX" val="20163066"/>
  <p:tag name="KSO_WM_UNIT_INDEX" val="11"/>
</p:tagLst>
</file>

<file path=ppt/tags/tag134.xml><?xml version="1.0" encoding="utf-8"?>
<p:tagLst xmlns:p="http://schemas.openxmlformats.org/presentationml/2006/main">
  <p:tag name="KSO_WM_TAG_VERSION" val="1.0"/>
  <p:tag name="KSO_WM_BEAUTIFY_FLAG" val="#wm#"/>
  <p:tag name="KSO_WM_UNIT_TYPE" val="i"/>
  <p:tag name="KSO_WM_UNIT_ID" val="special20163066_17*i*12"/>
  <p:tag name="KSO_WM_TEMPLATE_CATEGORY" val="special"/>
  <p:tag name="KSO_WM_TEMPLATE_INDEX" val="20163066"/>
  <p:tag name="KSO_WM_UNIT_INDEX" val="12"/>
</p:tagLst>
</file>

<file path=ppt/tags/tag135.xml><?xml version="1.0" encoding="utf-8"?>
<p:tagLst xmlns:p="http://schemas.openxmlformats.org/presentationml/2006/main">
  <p:tag name="KSO_WM_TAG_VERSION" val="1.0"/>
  <p:tag name="KSO_WM_BEAUTIFY_FLAG" val="#wm#"/>
  <p:tag name="KSO_WM_UNIT_TYPE" val="i"/>
  <p:tag name="KSO_WM_UNIT_ID" val="special20163066_17*i*13"/>
  <p:tag name="KSO_WM_TEMPLATE_CATEGORY" val="special"/>
  <p:tag name="KSO_WM_TEMPLATE_INDEX" val="20163066"/>
  <p:tag name="KSO_WM_UNIT_INDEX" val="13"/>
</p:tagLst>
</file>

<file path=ppt/tags/tag136.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137.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138.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139.xml><?xml version="1.0" encoding="utf-8"?>
<p:tagLst xmlns:p="http://schemas.openxmlformats.org/presentationml/2006/main">
  <p:tag name="KSO_WM_TEMPLATE_CATEGORY" val="basetag"/>
  <p:tag name="KSO_WM_TEMPLATE_INDEX" val="20164214"/>
  <p:tag name="KSO_WM_TAG_VERSION" val="1.0"/>
  <p:tag name="KSO_WM_SLIDE_ID" val="basetag20164214_24"/>
  <p:tag name="KSO_WM_SLIDE_INDEX" val="24"/>
  <p:tag name="KSO_WM_SLIDE_ITEM_CNT" val="0"/>
  <p:tag name="KSO_WM_SLIDE_LAYOUT" val="a_f"/>
  <p:tag name="KSO_WM_SLIDE_LAYOUT_CNT" val="0_0"/>
  <p:tag name="KSO_WM_SLIDE_TYPE" val="text"/>
  <p:tag name="KSO_WM_BEAUTIFY_FLAG" val="#wm#"/>
</p:tagLst>
</file>

<file path=ppt/tags/tag140.xml><?xml version="1.0" encoding="utf-8"?>
<p:tagLst xmlns:p="http://schemas.openxmlformats.org/presentationml/2006/main">
  <p:tag name="KSO_WM_TAG_VERSION" val="1.0"/>
  <p:tag name="KSO_WM_BEAUTIFY_FLAG" val="#wm#"/>
  <p:tag name="KSO_WM_UNIT_TYPE" val="i"/>
  <p:tag name="KSO_WM_UNIT_ID" val="special20163066_17*i*4"/>
  <p:tag name="KSO_WM_TEMPLATE_CATEGORY" val="special"/>
  <p:tag name="KSO_WM_TEMPLATE_INDEX" val="20163066"/>
  <p:tag name="KSO_WM_UNIT_INDEX" val="4"/>
</p:tagLst>
</file>

<file path=ppt/tags/tag141.xml><?xml version="1.0" encoding="utf-8"?>
<p:tagLst xmlns:p="http://schemas.openxmlformats.org/presentationml/2006/main">
  <p:tag name="KSO_WM_TAG_VERSION" val="1.0"/>
  <p:tag name="KSO_WM_BEAUTIFY_FLAG" val="#wm#"/>
  <p:tag name="KSO_WM_UNIT_TYPE" val="i"/>
  <p:tag name="KSO_WM_UNIT_ID" val="special20163066_17*i*5"/>
  <p:tag name="KSO_WM_TEMPLATE_CATEGORY" val="special"/>
  <p:tag name="KSO_WM_TEMPLATE_INDEX" val="20163066"/>
  <p:tag name="KSO_WM_UNIT_INDEX" val="5"/>
</p:tagLst>
</file>

<file path=ppt/tags/tag142.xml><?xml version="1.0" encoding="utf-8"?>
<p:tagLst xmlns:p="http://schemas.openxmlformats.org/presentationml/2006/main">
  <p:tag name="KSO_WM_TAG_VERSION" val="1.0"/>
  <p:tag name="KSO_WM_BEAUTIFY_FLAG" val="#wm#"/>
  <p:tag name="KSO_WM_UNIT_TYPE" val="i"/>
  <p:tag name="KSO_WM_UNIT_ID" val="special20163066_17*i*6"/>
  <p:tag name="KSO_WM_TEMPLATE_CATEGORY" val="special"/>
  <p:tag name="KSO_WM_TEMPLATE_INDEX" val="20163066"/>
  <p:tag name="KSO_WM_UNIT_INDEX" val="6"/>
</p:tagLst>
</file>

<file path=ppt/tags/tag143.xml><?xml version="1.0" encoding="utf-8"?>
<p:tagLst xmlns:p="http://schemas.openxmlformats.org/presentationml/2006/main">
  <p:tag name="KSO_WM_TAG_VERSION" val="1.0"/>
  <p:tag name="KSO_WM_BEAUTIFY_FLAG" val="#wm#"/>
  <p:tag name="KSO_WM_UNIT_TYPE" val="i"/>
  <p:tag name="KSO_WM_UNIT_ID" val="special20163066_17*i*7"/>
  <p:tag name="KSO_WM_TEMPLATE_CATEGORY" val="special"/>
  <p:tag name="KSO_WM_TEMPLATE_INDEX" val="20163066"/>
  <p:tag name="KSO_WM_UNIT_INDEX" val="7"/>
</p:tagLst>
</file>

<file path=ppt/tags/tag144.xml><?xml version="1.0" encoding="utf-8"?>
<p:tagLst xmlns:p="http://schemas.openxmlformats.org/presentationml/2006/main">
  <p:tag name="KSO_WM_TAG_VERSION" val="1.0"/>
  <p:tag name="KSO_WM_BEAUTIFY_FLAG" val="#wm#"/>
  <p:tag name="KSO_WM_UNIT_TYPE" val="i"/>
  <p:tag name="KSO_WM_UNIT_ID" val="special20163066_17*i*8"/>
  <p:tag name="KSO_WM_TEMPLATE_CATEGORY" val="special"/>
  <p:tag name="KSO_WM_TEMPLATE_INDEX" val="20163066"/>
  <p:tag name="KSO_WM_UNIT_INDEX" val="8"/>
</p:tagLst>
</file>

<file path=ppt/tags/tag145.xml><?xml version="1.0" encoding="utf-8"?>
<p:tagLst xmlns:p="http://schemas.openxmlformats.org/presentationml/2006/main">
  <p:tag name="KSO_WM_TAG_VERSION" val="1.0"/>
  <p:tag name="KSO_WM_BEAUTIFY_FLAG" val="#wm#"/>
  <p:tag name="KSO_WM_UNIT_TYPE" val="i"/>
  <p:tag name="KSO_WM_UNIT_ID" val="special20163066_17*i*9"/>
  <p:tag name="KSO_WM_TEMPLATE_CATEGORY" val="special"/>
  <p:tag name="KSO_WM_TEMPLATE_INDEX" val="20163066"/>
  <p:tag name="KSO_WM_UNIT_INDEX" val="9"/>
</p:tagLst>
</file>

<file path=ppt/tags/tag146.xml><?xml version="1.0" encoding="utf-8"?>
<p:tagLst xmlns:p="http://schemas.openxmlformats.org/presentationml/2006/main">
  <p:tag name="KSO_WM_TAG_VERSION" val="1.0"/>
  <p:tag name="KSO_WM_BEAUTIFY_FLAG" val="#wm#"/>
  <p:tag name="KSO_WM_UNIT_TYPE" val="i"/>
  <p:tag name="KSO_WM_UNIT_ID" val="special20163066_17*i*10"/>
  <p:tag name="KSO_WM_TEMPLATE_CATEGORY" val="special"/>
  <p:tag name="KSO_WM_TEMPLATE_INDEX" val="20163066"/>
  <p:tag name="KSO_WM_UNIT_INDEX" val="10"/>
</p:tagLst>
</file>

<file path=ppt/tags/tag147.xml><?xml version="1.0" encoding="utf-8"?>
<p:tagLst xmlns:p="http://schemas.openxmlformats.org/presentationml/2006/main">
  <p:tag name="KSO_WM_TAG_VERSION" val="1.0"/>
  <p:tag name="KSO_WM_BEAUTIFY_FLAG" val="#wm#"/>
  <p:tag name="KSO_WM_UNIT_TYPE" val="i"/>
  <p:tag name="KSO_WM_UNIT_ID" val="special20163066_17*i*11"/>
  <p:tag name="KSO_WM_TEMPLATE_CATEGORY" val="special"/>
  <p:tag name="KSO_WM_TEMPLATE_INDEX" val="20163066"/>
  <p:tag name="KSO_WM_UNIT_INDEX" val="11"/>
</p:tagLst>
</file>

<file path=ppt/tags/tag148.xml><?xml version="1.0" encoding="utf-8"?>
<p:tagLst xmlns:p="http://schemas.openxmlformats.org/presentationml/2006/main">
  <p:tag name="KSO_WM_TAG_VERSION" val="1.0"/>
  <p:tag name="KSO_WM_BEAUTIFY_FLAG" val="#wm#"/>
  <p:tag name="KSO_WM_UNIT_TYPE" val="i"/>
  <p:tag name="KSO_WM_UNIT_ID" val="special20163066_17*i*12"/>
  <p:tag name="KSO_WM_TEMPLATE_CATEGORY" val="special"/>
  <p:tag name="KSO_WM_TEMPLATE_INDEX" val="20163066"/>
  <p:tag name="KSO_WM_UNIT_INDEX" val="12"/>
</p:tagLst>
</file>

<file path=ppt/tags/tag149.xml><?xml version="1.0" encoding="utf-8"?>
<p:tagLst xmlns:p="http://schemas.openxmlformats.org/presentationml/2006/main">
  <p:tag name="KSO_WM_TAG_VERSION" val="1.0"/>
  <p:tag name="KSO_WM_BEAUTIFY_FLAG" val="#wm#"/>
  <p:tag name="KSO_WM_UNIT_TYPE" val="i"/>
  <p:tag name="KSO_WM_UNIT_ID" val="special20163066_17*i*13"/>
  <p:tag name="KSO_WM_TEMPLATE_CATEGORY" val="special"/>
  <p:tag name="KSO_WM_TEMPLATE_INDEX" val="20163066"/>
  <p:tag name="KSO_WM_UNIT_INDEX" val="13"/>
</p:tagLst>
</file>

<file path=ppt/tags/tag150.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151.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152.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153.xml><?xml version="1.0" encoding="utf-8"?>
<p:tagLst xmlns:p="http://schemas.openxmlformats.org/presentationml/2006/main">
  <p:tag name="KSO_WM_TEMPLATE_CATEGORY" val="basetag"/>
  <p:tag name="KSO_WM_TEMPLATE_INDEX" val="20164214"/>
  <p:tag name="KSO_WM_TAG_VERSION" val="1.0"/>
  <p:tag name="KSO_WM_SLIDE_ID" val="basetag20164214_24"/>
  <p:tag name="KSO_WM_SLIDE_INDEX" val="24"/>
  <p:tag name="KSO_WM_SLIDE_ITEM_CNT" val="0"/>
  <p:tag name="KSO_WM_SLIDE_LAYOUT" val="a_f"/>
  <p:tag name="KSO_WM_SLIDE_LAYOUT_CNT" val="0_0"/>
  <p:tag name="KSO_WM_SLIDE_TYPE" val="text"/>
  <p:tag name="KSO_WM_BEAUTIFY_FLAG" val="#wm#"/>
</p:tagLst>
</file>

<file path=ppt/tags/tag154.xml><?xml version="1.0" encoding="utf-8"?>
<p:tagLst xmlns:p="http://schemas.openxmlformats.org/presentationml/2006/main">
  <p:tag name="KSO_WM_TAG_VERSION" val="1.0"/>
  <p:tag name="KSO_WM_BEAUTIFY_FLAG" val="#wm#"/>
  <p:tag name="KSO_WM_UNIT_TYPE" val="i"/>
  <p:tag name="KSO_WM_UNIT_ID" val="special20163066_17*i*4"/>
  <p:tag name="KSO_WM_TEMPLATE_CATEGORY" val="special"/>
  <p:tag name="KSO_WM_TEMPLATE_INDEX" val="20163066"/>
  <p:tag name="KSO_WM_UNIT_INDEX" val="4"/>
</p:tagLst>
</file>

<file path=ppt/tags/tag155.xml><?xml version="1.0" encoding="utf-8"?>
<p:tagLst xmlns:p="http://schemas.openxmlformats.org/presentationml/2006/main">
  <p:tag name="KSO_WM_TAG_VERSION" val="1.0"/>
  <p:tag name="KSO_WM_BEAUTIFY_FLAG" val="#wm#"/>
  <p:tag name="KSO_WM_UNIT_TYPE" val="i"/>
  <p:tag name="KSO_WM_UNIT_ID" val="special20163066_17*i*5"/>
  <p:tag name="KSO_WM_TEMPLATE_CATEGORY" val="special"/>
  <p:tag name="KSO_WM_TEMPLATE_INDEX" val="20163066"/>
  <p:tag name="KSO_WM_UNIT_INDEX" val="5"/>
</p:tagLst>
</file>

<file path=ppt/tags/tag156.xml><?xml version="1.0" encoding="utf-8"?>
<p:tagLst xmlns:p="http://schemas.openxmlformats.org/presentationml/2006/main">
  <p:tag name="KSO_WM_TAG_VERSION" val="1.0"/>
  <p:tag name="KSO_WM_BEAUTIFY_FLAG" val="#wm#"/>
  <p:tag name="KSO_WM_UNIT_TYPE" val="i"/>
  <p:tag name="KSO_WM_UNIT_ID" val="special20163066_17*i*6"/>
  <p:tag name="KSO_WM_TEMPLATE_CATEGORY" val="special"/>
  <p:tag name="KSO_WM_TEMPLATE_INDEX" val="20163066"/>
  <p:tag name="KSO_WM_UNIT_INDEX" val="6"/>
</p:tagLst>
</file>

<file path=ppt/tags/tag157.xml><?xml version="1.0" encoding="utf-8"?>
<p:tagLst xmlns:p="http://schemas.openxmlformats.org/presentationml/2006/main">
  <p:tag name="KSO_WM_TAG_VERSION" val="1.0"/>
  <p:tag name="KSO_WM_BEAUTIFY_FLAG" val="#wm#"/>
  <p:tag name="KSO_WM_UNIT_TYPE" val="i"/>
  <p:tag name="KSO_WM_UNIT_ID" val="special20163066_17*i*7"/>
  <p:tag name="KSO_WM_TEMPLATE_CATEGORY" val="special"/>
  <p:tag name="KSO_WM_TEMPLATE_INDEX" val="20163066"/>
  <p:tag name="KSO_WM_UNIT_INDEX" val="7"/>
</p:tagLst>
</file>

<file path=ppt/tags/tag158.xml><?xml version="1.0" encoding="utf-8"?>
<p:tagLst xmlns:p="http://schemas.openxmlformats.org/presentationml/2006/main">
  <p:tag name="KSO_WM_TAG_VERSION" val="1.0"/>
  <p:tag name="KSO_WM_BEAUTIFY_FLAG" val="#wm#"/>
  <p:tag name="KSO_WM_UNIT_TYPE" val="i"/>
  <p:tag name="KSO_WM_UNIT_ID" val="special20163066_17*i*8"/>
  <p:tag name="KSO_WM_TEMPLATE_CATEGORY" val="special"/>
  <p:tag name="KSO_WM_TEMPLATE_INDEX" val="20163066"/>
  <p:tag name="KSO_WM_UNIT_INDEX" val="8"/>
</p:tagLst>
</file>

<file path=ppt/tags/tag159.xml><?xml version="1.0" encoding="utf-8"?>
<p:tagLst xmlns:p="http://schemas.openxmlformats.org/presentationml/2006/main">
  <p:tag name="KSO_WM_TAG_VERSION" val="1.0"/>
  <p:tag name="KSO_WM_BEAUTIFY_FLAG" val="#wm#"/>
  <p:tag name="KSO_WM_UNIT_TYPE" val="i"/>
  <p:tag name="KSO_WM_UNIT_ID" val="special20163066_17*i*9"/>
  <p:tag name="KSO_WM_TEMPLATE_CATEGORY" val="special"/>
  <p:tag name="KSO_WM_TEMPLATE_INDEX" val="20163066"/>
  <p:tag name="KSO_WM_UNIT_INDEX" val="9"/>
</p:tagLst>
</file>

<file path=ppt/tags/tag160.xml><?xml version="1.0" encoding="utf-8"?>
<p:tagLst xmlns:p="http://schemas.openxmlformats.org/presentationml/2006/main">
  <p:tag name="KSO_WM_TAG_VERSION" val="1.0"/>
  <p:tag name="KSO_WM_BEAUTIFY_FLAG" val="#wm#"/>
  <p:tag name="KSO_WM_UNIT_TYPE" val="i"/>
  <p:tag name="KSO_WM_UNIT_ID" val="special20163066_17*i*10"/>
  <p:tag name="KSO_WM_TEMPLATE_CATEGORY" val="special"/>
  <p:tag name="KSO_WM_TEMPLATE_INDEX" val="20163066"/>
  <p:tag name="KSO_WM_UNIT_INDEX" val="10"/>
</p:tagLst>
</file>

<file path=ppt/tags/tag161.xml><?xml version="1.0" encoding="utf-8"?>
<p:tagLst xmlns:p="http://schemas.openxmlformats.org/presentationml/2006/main">
  <p:tag name="KSO_WM_TAG_VERSION" val="1.0"/>
  <p:tag name="KSO_WM_BEAUTIFY_FLAG" val="#wm#"/>
  <p:tag name="KSO_WM_UNIT_TYPE" val="i"/>
  <p:tag name="KSO_WM_UNIT_ID" val="special20163066_17*i*11"/>
  <p:tag name="KSO_WM_TEMPLATE_CATEGORY" val="special"/>
  <p:tag name="KSO_WM_TEMPLATE_INDEX" val="20163066"/>
  <p:tag name="KSO_WM_UNIT_INDEX" val="11"/>
</p:tagLst>
</file>

<file path=ppt/tags/tag162.xml><?xml version="1.0" encoding="utf-8"?>
<p:tagLst xmlns:p="http://schemas.openxmlformats.org/presentationml/2006/main">
  <p:tag name="KSO_WM_TAG_VERSION" val="1.0"/>
  <p:tag name="KSO_WM_BEAUTIFY_FLAG" val="#wm#"/>
  <p:tag name="KSO_WM_UNIT_TYPE" val="i"/>
  <p:tag name="KSO_WM_UNIT_ID" val="special20163066_17*i*12"/>
  <p:tag name="KSO_WM_TEMPLATE_CATEGORY" val="special"/>
  <p:tag name="KSO_WM_TEMPLATE_INDEX" val="20163066"/>
  <p:tag name="KSO_WM_UNIT_INDEX" val="12"/>
</p:tagLst>
</file>

<file path=ppt/tags/tag163.xml><?xml version="1.0" encoding="utf-8"?>
<p:tagLst xmlns:p="http://schemas.openxmlformats.org/presentationml/2006/main">
  <p:tag name="KSO_WM_TAG_VERSION" val="1.0"/>
  <p:tag name="KSO_WM_BEAUTIFY_FLAG" val="#wm#"/>
  <p:tag name="KSO_WM_UNIT_TYPE" val="i"/>
  <p:tag name="KSO_WM_UNIT_ID" val="special20163066_17*i*13"/>
  <p:tag name="KSO_WM_TEMPLATE_CATEGORY" val="special"/>
  <p:tag name="KSO_WM_TEMPLATE_INDEX" val="20163066"/>
  <p:tag name="KSO_WM_UNIT_INDEX" val="13"/>
</p:tagLst>
</file>

<file path=ppt/tags/tag164.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165.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166.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167.xml><?xml version="1.0" encoding="utf-8"?>
<p:tagLst xmlns:p="http://schemas.openxmlformats.org/presentationml/2006/main">
  <p:tag name="KSO_WM_TEMPLATE_CATEGORY" val="basetag"/>
  <p:tag name="KSO_WM_TEMPLATE_INDEX" val="20164214"/>
  <p:tag name="KSO_WM_TAG_VERSION" val="1.0"/>
  <p:tag name="KSO_WM_SLIDE_ID" val="basetag20164214_24"/>
  <p:tag name="KSO_WM_SLIDE_INDEX" val="24"/>
  <p:tag name="KSO_WM_SLIDE_ITEM_CNT" val="0"/>
  <p:tag name="KSO_WM_SLIDE_LAYOUT" val="a_f"/>
  <p:tag name="KSO_WM_SLIDE_LAYOUT_CNT" val="0_0"/>
  <p:tag name="KSO_WM_SLIDE_TYPE" val="text"/>
  <p:tag name="KSO_WM_BEAUTIFY_FLAG" val="#wm#"/>
</p:tagLst>
</file>

<file path=ppt/tags/tag168.xml><?xml version="1.0" encoding="utf-8"?>
<p:tagLst xmlns:p="http://schemas.openxmlformats.org/presentationml/2006/main">
  <p:tag name="KSO_WM_TAG_VERSION" val="1.0"/>
  <p:tag name="KSO_WM_BEAUTIFY_FLAG" val="#wm#"/>
  <p:tag name="KSO_WM_UNIT_TYPE" val="i"/>
  <p:tag name="KSO_WM_UNIT_ID" val="special20163066_17*i*4"/>
  <p:tag name="KSO_WM_TEMPLATE_CATEGORY" val="special"/>
  <p:tag name="KSO_WM_TEMPLATE_INDEX" val="20163066"/>
  <p:tag name="KSO_WM_UNIT_INDEX" val="4"/>
</p:tagLst>
</file>

<file path=ppt/tags/tag169.xml><?xml version="1.0" encoding="utf-8"?>
<p:tagLst xmlns:p="http://schemas.openxmlformats.org/presentationml/2006/main">
  <p:tag name="KSO_WM_TAG_VERSION" val="1.0"/>
  <p:tag name="KSO_WM_BEAUTIFY_FLAG" val="#wm#"/>
  <p:tag name="KSO_WM_UNIT_TYPE" val="i"/>
  <p:tag name="KSO_WM_UNIT_ID" val="special20163066_17*i*5"/>
  <p:tag name="KSO_WM_TEMPLATE_CATEGORY" val="special"/>
  <p:tag name="KSO_WM_TEMPLATE_INDEX" val="20163066"/>
  <p:tag name="KSO_WM_UNIT_INDEX" val="5"/>
</p:tagLst>
</file>

<file path=ppt/tags/tag170.xml><?xml version="1.0" encoding="utf-8"?>
<p:tagLst xmlns:p="http://schemas.openxmlformats.org/presentationml/2006/main">
  <p:tag name="KSO_WM_TAG_VERSION" val="1.0"/>
  <p:tag name="KSO_WM_BEAUTIFY_FLAG" val="#wm#"/>
  <p:tag name="KSO_WM_UNIT_TYPE" val="i"/>
  <p:tag name="KSO_WM_UNIT_ID" val="special20163066_17*i*6"/>
  <p:tag name="KSO_WM_TEMPLATE_CATEGORY" val="special"/>
  <p:tag name="KSO_WM_TEMPLATE_INDEX" val="20163066"/>
  <p:tag name="KSO_WM_UNIT_INDEX" val="6"/>
</p:tagLst>
</file>

<file path=ppt/tags/tag171.xml><?xml version="1.0" encoding="utf-8"?>
<p:tagLst xmlns:p="http://schemas.openxmlformats.org/presentationml/2006/main">
  <p:tag name="KSO_WM_TAG_VERSION" val="1.0"/>
  <p:tag name="KSO_WM_BEAUTIFY_FLAG" val="#wm#"/>
  <p:tag name="KSO_WM_UNIT_TYPE" val="i"/>
  <p:tag name="KSO_WM_UNIT_ID" val="special20163066_17*i*7"/>
  <p:tag name="KSO_WM_TEMPLATE_CATEGORY" val="special"/>
  <p:tag name="KSO_WM_TEMPLATE_INDEX" val="20163066"/>
  <p:tag name="KSO_WM_UNIT_INDEX" val="7"/>
</p:tagLst>
</file>

<file path=ppt/tags/tag172.xml><?xml version="1.0" encoding="utf-8"?>
<p:tagLst xmlns:p="http://schemas.openxmlformats.org/presentationml/2006/main">
  <p:tag name="KSO_WM_TAG_VERSION" val="1.0"/>
  <p:tag name="KSO_WM_BEAUTIFY_FLAG" val="#wm#"/>
  <p:tag name="KSO_WM_UNIT_TYPE" val="i"/>
  <p:tag name="KSO_WM_UNIT_ID" val="special20163066_17*i*8"/>
  <p:tag name="KSO_WM_TEMPLATE_CATEGORY" val="special"/>
  <p:tag name="KSO_WM_TEMPLATE_INDEX" val="20163066"/>
  <p:tag name="KSO_WM_UNIT_INDEX" val="8"/>
</p:tagLst>
</file>

<file path=ppt/tags/tag173.xml><?xml version="1.0" encoding="utf-8"?>
<p:tagLst xmlns:p="http://schemas.openxmlformats.org/presentationml/2006/main">
  <p:tag name="KSO_WM_TAG_VERSION" val="1.0"/>
  <p:tag name="KSO_WM_BEAUTIFY_FLAG" val="#wm#"/>
  <p:tag name="KSO_WM_UNIT_TYPE" val="i"/>
  <p:tag name="KSO_WM_UNIT_ID" val="special20163066_17*i*9"/>
  <p:tag name="KSO_WM_TEMPLATE_CATEGORY" val="special"/>
  <p:tag name="KSO_WM_TEMPLATE_INDEX" val="20163066"/>
  <p:tag name="KSO_WM_UNIT_INDEX" val="9"/>
</p:tagLst>
</file>

<file path=ppt/tags/tag174.xml><?xml version="1.0" encoding="utf-8"?>
<p:tagLst xmlns:p="http://schemas.openxmlformats.org/presentationml/2006/main">
  <p:tag name="KSO_WM_TAG_VERSION" val="1.0"/>
  <p:tag name="KSO_WM_BEAUTIFY_FLAG" val="#wm#"/>
  <p:tag name="KSO_WM_UNIT_TYPE" val="i"/>
  <p:tag name="KSO_WM_UNIT_ID" val="special20163066_17*i*10"/>
  <p:tag name="KSO_WM_TEMPLATE_CATEGORY" val="special"/>
  <p:tag name="KSO_WM_TEMPLATE_INDEX" val="20163066"/>
  <p:tag name="KSO_WM_UNIT_INDEX" val="10"/>
</p:tagLst>
</file>

<file path=ppt/tags/tag175.xml><?xml version="1.0" encoding="utf-8"?>
<p:tagLst xmlns:p="http://schemas.openxmlformats.org/presentationml/2006/main">
  <p:tag name="KSO_WM_TAG_VERSION" val="1.0"/>
  <p:tag name="KSO_WM_BEAUTIFY_FLAG" val="#wm#"/>
  <p:tag name="KSO_WM_UNIT_TYPE" val="i"/>
  <p:tag name="KSO_WM_UNIT_ID" val="special20163066_17*i*11"/>
  <p:tag name="KSO_WM_TEMPLATE_CATEGORY" val="special"/>
  <p:tag name="KSO_WM_TEMPLATE_INDEX" val="20163066"/>
  <p:tag name="KSO_WM_UNIT_INDEX" val="11"/>
</p:tagLst>
</file>

<file path=ppt/tags/tag176.xml><?xml version="1.0" encoding="utf-8"?>
<p:tagLst xmlns:p="http://schemas.openxmlformats.org/presentationml/2006/main">
  <p:tag name="KSO_WM_TAG_VERSION" val="1.0"/>
  <p:tag name="KSO_WM_BEAUTIFY_FLAG" val="#wm#"/>
  <p:tag name="KSO_WM_UNIT_TYPE" val="i"/>
  <p:tag name="KSO_WM_UNIT_ID" val="special20163066_17*i*12"/>
  <p:tag name="KSO_WM_TEMPLATE_CATEGORY" val="special"/>
  <p:tag name="KSO_WM_TEMPLATE_INDEX" val="20163066"/>
  <p:tag name="KSO_WM_UNIT_INDEX" val="12"/>
</p:tagLst>
</file>

<file path=ppt/tags/tag177.xml><?xml version="1.0" encoding="utf-8"?>
<p:tagLst xmlns:p="http://schemas.openxmlformats.org/presentationml/2006/main">
  <p:tag name="KSO_WM_TAG_VERSION" val="1.0"/>
  <p:tag name="KSO_WM_BEAUTIFY_FLAG" val="#wm#"/>
  <p:tag name="KSO_WM_UNIT_TYPE" val="i"/>
  <p:tag name="KSO_WM_UNIT_ID" val="special20163066_17*i*13"/>
  <p:tag name="KSO_WM_TEMPLATE_CATEGORY" val="special"/>
  <p:tag name="KSO_WM_TEMPLATE_INDEX" val="20163066"/>
  <p:tag name="KSO_WM_UNIT_INDEX" val="13"/>
</p:tagLst>
</file>

<file path=ppt/tags/tag178.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179.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180.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181.xml><?xml version="1.0" encoding="utf-8"?>
<p:tagLst xmlns:p="http://schemas.openxmlformats.org/presentationml/2006/main">
  <p:tag name="KSO_WM_TEMPLATE_CATEGORY" val="basetag"/>
  <p:tag name="KSO_WM_TEMPLATE_INDEX" val="20164214"/>
  <p:tag name="KSO_WM_TAG_VERSION" val="1.0"/>
  <p:tag name="KSO_WM_SLIDE_ID" val="basetag20164214_24"/>
  <p:tag name="KSO_WM_SLIDE_INDEX" val="24"/>
  <p:tag name="KSO_WM_SLIDE_ITEM_CNT" val="0"/>
  <p:tag name="KSO_WM_SLIDE_LAYOUT" val="a_f"/>
  <p:tag name="KSO_WM_SLIDE_LAYOUT_CNT" val="0_0"/>
  <p:tag name="KSO_WM_SLIDE_TYPE" val="text"/>
  <p:tag name="KSO_WM_BEAUTIFY_FLAG" val="#wm#"/>
</p:tagLst>
</file>

<file path=ppt/tags/tag182.xml><?xml version="1.0" encoding="utf-8"?>
<p:tagLst xmlns:p="http://schemas.openxmlformats.org/presentationml/2006/main">
  <p:tag name="KSO_WM_TAG_VERSION" val="1.0"/>
  <p:tag name="KSO_WM_BEAUTIFY_FLAG" val="#wm#"/>
  <p:tag name="KSO_WM_UNIT_TYPE" val="i"/>
  <p:tag name="KSO_WM_UNIT_ID" val="special20163066_17*i*4"/>
  <p:tag name="KSO_WM_TEMPLATE_CATEGORY" val="special"/>
  <p:tag name="KSO_WM_TEMPLATE_INDEX" val="20163066"/>
  <p:tag name="KSO_WM_UNIT_INDEX" val="4"/>
</p:tagLst>
</file>

<file path=ppt/tags/tag183.xml><?xml version="1.0" encoding="utf-8"?>
<p:tagLst xmlns:p="http://schemas.openxmlformats.org/presentationml/2006/main">
  <p:tag name="KSO_WM_TAG_VERSION" val="1.0"/>
  <p:tag name="KSO_WM_BEAUTIFY_FLAG" val="#wm#"/>
  <p:tag name="KSO_WM_UNIT_TYPE" val="i"/>
  <p:tag name="KSO_WM_UNIT_ID" val="special20163066_17*i*5"/>
  <p:tag name="KSO_WM_TEMPLATE_CATEGORY" val="special"/>
  <p:tag name="KSO_WM_TEMPLATE_INDEX" val="20163066"/>
  <p:tag name="KSO_WM_UNIT_INDEX" val="5"/>
</p:tagLst>
</file>

<file path=ppt/tags/tag184.xml><?xml version="1.0" encoding="utf-8"?>
<p:tagLst xmlns:p="http://schemas.openxmlformats.org/presentationml/2006/main">
  <p:tag name="KSO_WM_TAG_VERSION" val="1.0"/>
  <p:tag name="KSO_WM_BEAUTIFY_FLAG" val="#wm#"/>
  <p:tag name="KSO_WM_UNIT_TYPE" val="i"/>
  <p:tag name="KSO_WM_UNIT_ID" val="special20163066_17*i*6"/>
  <p:tag name="KSO_WM_TEMPLATE_CATEGORY" val="special"/>
  <p:tag name="KSO_WM_TEMPLATE_INDEX" val="20163066"/>
  <p:tag name="KSO_WM_UNIT_INDEX" val="6"/>
</p:tagLst>
</file>

<file path=ppt/tags/tag185.xml><?xml version="1.0" encoding="utf-8"?>
<p:tagLst xmlns:p="http://schemas.openxmlformats.org/presentationml/2006/main">
  <p:tag name="KSO_WM_TAG_VERSION" val="1.0"/>
  <p:tag name="KSO_WM_BEAUTIFY_FLAG" val="#wm#"/>
  <p:tag name="KSO_WM_UNIT_TYPE" val="i"/>
  <p:tag name="KSO_WM_UNIT_ID" val="special20163066_17*i*7"/>
  <p:tag name="KSO_WM_TEMPLATE_CATEGORY" val="special"/>
  <p:tag name="KSO_WM_TEMPLATE_INDEX" val="20163066"/>
  <p:tag name="KSO_WM_UNIT_INDEX" val="7"/>
</p:tagLst>
</file>

<file path=ppt/tags/tag186.xml><?xml version="1.0" encoding="utf-8"?>
<p:tagLst xmlns:p="http://schemas.openxmlformats.org/presentationml/2006/main">
  <p:tag name="KSO_WM_TAG_VERSION" val="1.0"/>
  <p:tag name="KSO_WM_BEAUTIFY_FLAG" val="#wm#"/>
  <p:tag name="KSO_WM_UNIT_TYPE" val="i"/>
  <p:tag name="KSO_WM_UNIT_ID" val="special20163066_17*i*8"/>
  <p:tag name="KSO_WM_TEMPLATE_CATEGORY" val="special"/>
  <p:tag name="KSO_WM_TEMPLATE_INDEX" val="20163066"/>
  <p:tag name="KSO_WM_UNIT_INDEX" val="8"/>
</p:tagLst>
</file>

<file path=ppt/tags/tag187.xml><?xml version="1.0" encoding="utf-8"?>
<p:tagLst xmlns:p="http://schemas.openxmlformats.org/presentationml/2006/main">
  <p:tag name="KSO_WM_TAG_VERSION" val="1.0"/>
  <p:tag name="KSO_WM_BEAUTIFY_FLAG" val="#wm#"/>
  <p:tag name="KSO_WM_UNIT_TYPE" val="i"/>
  <p:tag name="KSO_WM_UNIT_ID" val="special20163066_17*i*9"/>
  <p:tag name="KSO_WM_TEMPLATE_CATEGORY" val="special"/>
  <p:tag name="KSO_WM_TEMPLATE_INDEX" val="20163066"/>
  <p:tag name="KSO_WM_UNIT_INDEX" val="9"/>
</p:tagLst>
</file>

<file path=ppt/tags/tag188.xml><?xml version="1.0" encoding="utf-8"?>
<p:tagLst xmlns:p="http://schemas.openxmlformats.org/presentationml/2006/main">
  <p:tag name="KSO_WM_TAG_VERSION" val="1.0"/>
  <p:tag name="KSO_WM_BEAUTIFY_FLAG" val="#wm#"/>
  <p:tag name="KSO_WM_UNIT_TYPE" val="i"/>
  <p:tag name="KSO_WM_UNIT_ID" val="special20163066_17*i*10"/>
  <p:tag name="KSO_WM_TEMPLATE_CATEGORY" val="special"/>
  <p:tag name="KSO_WM_TEMPLATE_INDEX" val="20163066"/>
  <p:tag name="KSO_WM_UNIT_INDEX" val="10"/>
</p:tagLst>
</file>

<file path=ppt/tags/tag189.xml><?xml version="1.0" encoding="utf-8"?>
<p:tagLst xmlns:p="http://schemas.openxmlformats.org/presentationml/2006/main">
  <p:tag name="KSO_WM_TAG_VERSION" val="1.0"/>
  <p:tag name="KSO_WM_BEAUTIFY_FLAG" val="#wm#"/>
  <p:tag name="KSO_WM_UNIT_TYPE" val="i"/>
  <p:tag name="KSO_WM_UNIT_ID" val="special20163066_17*i*11"/>
  <p:tag name="KSO_WM_TEMPLATE_CATEGORY" val="special"/>
  <p:tag name="KSO_WM_TEMPLATE_INDEX" val="20163066"/>
  <p:tag name="KSO_WM_UNIT_INDEX" val="11"/>
</p:tagLst>
</file>

<file path=ppt/tags/tag190.xml><?xml version="1.0" encoding="utf-8"?>
<p:tagLst xmlns:p="http://schemas.openxmlformats.org/presentationml/2006/main">
  <p:tag name="KSO_WM_TAG_VERSION" val="1.0"/>
  <p:tag name="KSO_WM_BEAUTIFY_FLAG" val="#wm#"/>
  <p:tag name="KSO_WM_UNIT_TYPE" val="i"/>
  <p:tag name="KSO_WM_UNIT_ID" val="special20163066_17*i*12"/>
  <p:tag name="KSO_WM_TEMPLATE_CATEGORY" val="special"/>
  <p:tag name="KSO_WM_TEMPLATE_INDEX" val="20163066"/>
  <p:tag name="KSO_WM_UNIT_INDEX" val="12"/>
</p:tagLst>
</file>

<file path=ppt/tags/tag191.xml><?xml version="1.0" encoding="utf-8"?>
<p:tagLst xmlns:p="http://schemas.openxmlformats.org/presentationml/2006/main">
  <p:tag name="KSO_WM_TAG_VERSION" val="1.0"/>
  <p:tag name="KSO_WM_BEAUTIFY_FLAG" val="#wm#"/>
  <p:tag name="KSO_WM_UNIT_TYPE" val="i"/>
  <p:tag name="KSO_WM_UNIT_ID" val="special20163066_17*i*13"/>
  <p:tag name="KSO_WM_TEMPLATE_CATEGORY" val="special"/>
  <p:tag name="KSO_WM_TEMPLATE_INDEX" val="20163066"/>
  <p:tag name="KSO_WM_UNIT_INDEX" val="13"/>
</p:tagLst>
</file>

<file path=ppt/tags/tag192.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193.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194.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195.xml><?xml version="1.0" encoding="utf-8"?>
<p:tagLst xmlns:p="http://schemas.openxmlformats.org/presentationml/2006/main">
  <p:tag name="KSO_WM_TEMPLATE_CATEGORY" val="basetag"/>
  <p:tag name="KSO_WM_TEMPLATE_INDEX" val="20164214"/>
  <p:tag name="KSO_WM_TAG_VERSION" val="1.0"/>
  <p:tag name="KSO_WM_SLIDE_ID" val="basetag20164214_24"/>
  <p:tag name="KSO_WM_SLIDE_INDEX" val="24"/>
  <p:tag name="KSO_WM_SLIDE_ITEM_CNT" val="0"/>
  <p:tag name="KSO_WM_SLIDE_LAYOUT" val="a_f"/>
  <p:tag name="KSO_WM_SLIDE_LAYOUT_CNT" val="0_0"/>
  <p:tag name="KSO_WM_SLIDE_TYPE" val="text"/>
  <p:tag name="KSO_WM_BEAUTIFY_FLAG" val="#wm#"/>
</p:tagLst>
</file>

<file path=ppt/tags/tag196.xml><?xml version="1.0" encoding="utf-8"?>
<p:tagLst xmlns:p="http://schemas.openxmlformats.org/presentationml/2006/main">
  <p:tag name="KSO_WM_TAG_VERSION" val="1.0"/>
  <p:tag name="KSO_WM_BEAUTIFY_FLAG" val="#wm#"/>
  <p:tag name="KSO_WM_UNIT_TYPE" val="i"/>
  <p:tag name="KSO_WM_UNIT_ID" val="special20163066_17*i*4"/>
  <p:tag name="KSO_WM_TEMPLATE_CATEGORY" val="special"/>
  <p:tag name="KSO_WM_TEMPLATE_INDEX" val="20163066"/>
  <p:tag name="KSO_WM_UNIT_INDEX" val="4"/>
</p:tagLst>
</file>

<file path=ppt/tags/tag197.xml><?xml version="1.0" encoding="utf-8"?>
<p:tagLst xmlns:p="http://schemas.openxmlformats.org/presentationml/2006/main">
  <p:tag name="KSO_WM_TAG_VERSION" val="1.0"/>
  <p:tag name="KSO_WM_BEAUTIFY_FLAG" val="#wm#"/>
  <p:tag name="KSO_WM_UNIT_TYPE" val="i"/>
  <p:tag name="KSO_WM_UNIT_ID" val="special20163066_17*i*5"/>
  <p:tag name="KSO_WM_TEMPLATE_CATEGORY" val="special"/>
  <p:tag name="KSO_WM_TEMPLATE_INDEX" val="20163066"/>
  <p:tag name="KSO_WM_UNIT_INDEX" val="5"/>
</p:tagLst>
</file>

<file path=ppt/tags/tag198.xml><?xml version="1.0" encoding="utf-8"?>
<p:tagLst xmlns:p="http://schemas.openxmlformats.org/presentationml/2006/main">
  <p:tag name="KSO_WM_TAG_VERSION" val="1.0"/>
  <p:tag name="KSO_WM_BEAUTIFY_FLAG" val="#wm#"/>
  <p:tag name="KSO_WM_UNIT_TYPE" val="i"/>
  <p:tag name="KSO_WM_UNIT_ID" val="special20163066_17*i*6"/>
  <p:tag name="KSO_WM_TEMPLATE_CATEGORY" val="special"/>
  <p:tag name="KSO_WM_TEMPLATE_INDEX" val="20163066"/>
  <p:tag name="KSO_WM_UNIT_INDEX" val="6"/>
</p:tagLst>
</file>

<file path=ppt/tags/tag199.xml><?xml version="1.0" encoding="utf-8"?>
<p:tagLst xmlns:p="http://schemas.openxmlformats.org/presentationml/2006/main">
  <p:tag name="KSO_WM_TAG_VERSION" val="1.0"/>
  <p:tag name="KSO_WM_BEAUTIFY_FLAG" val="#wm#"/>
  <p:tag name="KSO_WM_UNIT_TYPE" val="i"/>
  <p:tag name="KSO_WM_UNIT_ID" val="special20163066_17*i*7"/>
  <p:tag name="KSO_WM_TEMPLATE_CATEGORY" val="special"/>
  <p:tag name="KSO_WM_TEMPLATE_INDEX" val="20163066"/>
  <p:tag name="KSO_WM_UNIT_INDEX" val="7"/>
</p:tagLst>
</file>

<file path=ppt/tags/tag200.xml><?xml version="1.0" encoding="utf-8"?>
<p:tagLst xmlns:p="http://schemas.openxmlformats.org/presentationml/2006/main">
  <p:tag name="KSO_WM_TAG_VERSION" val="1.0"/>
  <p:tag name="KSO_WM_BEAUTIFY_FLAG" val="#wm#"/>
  <p:tag name="KSO_WM_UNIT_TYPE" val="i"/>
  <p:tag name="KSO_WM_UNIT_ID" val="special20163066_17*i*8"/>
  <p:tag name="KSO_WM_TEMPLATE_CATEGORY" val="special"/>
  <p:tag name="KSO_WM_TEMPLATE_INDEX" val="20163066"/>
  <p:tag name="KSO_WM_UNIT_INDEX" val="8"/>
</p:tagLst>
</file>

<file path=ppt/tags/tag201.xml><?xml version="1.0" encoding="utf-8"?>
<p:tagLst xmlns:p="http://schemas.openxmlformats.org/presentationml/2006/main">
  <p:tag name="KSO_WM_TAG_VERSION" val="1.0"/>
  <p:tag name="KSO_WM_BEAUTIFY_FLAG" val="#wm#"/>
  <p:tag name="KSO_WM_UNIT_TYPE" val="i"/>
  <p:tag name="KSO_WM_UNIT_ID" val="special20163066_17*i*9"/>
  <p:tag name="KSO_WM_TEMPLATE_CATEGORY" val="special"/>
  <p:tag name="KSO_WM_TEMPLATE_INDEX" val="20163066"/>
  <p:tag name="KSO_WM_UNIT_INDEX" val="9"/>
</p:tagLst>
</file>

<file path=ppt/tags/tag202.xml><?xml version="1.0" encoding="utf-8"?>
<p:tagLst xmlns:p="http://schemas.openxmlformats.org/presentationml/2006/main">
  <p:tag name="KSO_WM_TAG_VERSION" val="1.0"/>
  <p:tag name="KSO_WM_BEAUTIFY_FLAG" val="#wm#"/>
  <p:tag name="KSO_WM_UNIT_TYPE" val="i"/>
  <p:tag name="KSO_WM_UNIT_ID" val="special20163066_17*i*10"/>
  <p:tag name="KSO_WM_TEMPLATE_CATEGORY" val="special"/>
  <p:tag name="KSO_WM_TEMPLATE_INDEX" val="20163066"/>
  <p:tag name="KSO_WM_UNIT_INDEX" val="10"/>
</p:tagLst>
</file>

<file path=ppt/tags/tag203.xml><?xml version="1.0" encoding="utf-8"?>
<p:tagLst xmlns:p="http://schemas.openxmlformats.org/presentationml/2006/main">
  <p:tag name="KSO_WM_TAG_VERSION" val="1.0"/>
  <p:tag name="KSO_WM_BEAUTIFY_FLAG" val="#wm#"/>
  <p:tag name="KSO_WM_UNIT_TYPE" val="i"/>
  <p:tag name="KSO_WM_UNIT_ID" val="special20163066_17*i*11"/>
  <p:tag name="KSO_WM_TEMPLATE_CATEGORY" val="special"/>
  <p:tag name="KSO_WM_TEMPLATE_INDEX" val="20163066"/>
  <p:tag name="KSO_WM_UNIT_INDEX" val="11"/>
</p:tagLst>
</file>

<file path=ppt/tags/tag204.xml><?xml version="1.0" encoding="utf-8"?>
<p:tagLst xmlns:p="http://schemas.openxmlformats.org/presentationml/2006/main">
  <p:tag name="KSO_WM_TAG_VERSION" val="1.0"/>
  <p:tag name="KSO_WM_BEAUTIFY_FLAG" val="#wm#"/>
  <p:tag name="KSO_WM_UNIT_TYPE" val="i"/>
  <p:tag name="KSO_WM_UNIT_ID" val="special20163066_17*i*12"/>
  <p:tag name="KSO_WM_TEMPLATE_CATEGORY" val="special"/>
  <p:tag name="KSO_WM_TEMPLATE_INDEX" val="20163066"/>
  <p:tag name="KSO_WM_UNIT_INDEX" val="12"/>
</p:tagLst>
</file>

<file path=ppt/tags/tag205.xml><?xml version="1.0" encoding="utf-8"?>
<p:tagLst xmlns:p="http://schemas.openxmlformats.org/presentationml/2006/main">
  <p:tag name="KSO_WM_TAG_VERSION" val="1.0"/>
  <p:tag name="KSO_WM_BEAUTIFY_FLAG" val="#wm#"/>
  <p:tag name="KSO_WM_UNIT_TYPE" val="i"/>
  <p:tag name="KSO_WM_UNIT_ID" val="special20163066_17*i*13"/>
  <p:tag name="KSO_WM_TEMPLATE_CATEGORY" val="special"/>
  <p:tag name="KSO_WM_TEMPLATE_INDEX" val="20163066"/>
  <p:tag name="KSO_WM_UNIT_INDEX" val="13"/>
</p:tagLst>
</file>

<file path=ppt/tags/tag206.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207.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208.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209.xml><?xml version="1.0" encoding="utf-8"?>
<p:tagLst xmlns:p="http://schemas.openxmlformats.org/presentationml/2006/main">
  <p:tag name="KSO_WM_TEMPLATE_CATEGORY" val="basetag"/>
  <p:tag name="KSO_WM_TEMPLATE_INDEX" val="20164214"/>
  <p:tag name="KSO_WM_TAG_VERSION" val="1.0"/>
  <p:tag name="KSO_WM_SLIDE_ID" val="basetag20164214_24"/>
  <p:tag name="KSO_WM_SLIDE_INDEX" val="24"/>
  <p:tag name="KSO_WM_SLIDE_ITEM_CNT" val="0"/>
  <p:tag name="KSO_WM_SLIDE_LAYOUT" val="a_f"/>
  <p:tag name="KSO_WM_SLIDE_LAYOUT_CNT" val="0_0"/>
  <p:tag name="KSO_WM_SLIDE_TYPE" val="text"/>
  <p:tag name="KSO_WM_BEAUTIFY_FLAG" val="#wm#"/>
</p:tagLst>
</file>

<file path=ppt/tags/tag210.xml><?xml version="1.0" encoding="utf-8"?>
<p:tagLst xmlns:p="http://schemas.openxmlformats.org/presentationml/2006/main">
  <p:tag name="KSO_WM_TAG_VERSION" val="1.0"/>
  <p:tag name="KSO_WM_BEAUTIFY_FLAG" val="#wm#"/>
  <p:tag name="KSO_WM_UNIT_TYPE" val="i"/>
  <p:tag name="KSO_WM_UNIT_ID" val="special20163066_17*i*4"/>
  <p:tag name="KSO_WM_TEMPLATE_CATEGORY" val="special"/>
  <p:tag name="KSO_WM_TEMPLATE_INDEX" val="20163066"/>
  <p:tag name="KSO_WM_UNIT_INDEX" val="4"/>
</p:tagLst>
</file>

<file path=ppt/tags/tag211.xml><?xml version="1.0" encoding="utf-8"?>
<p:tagLst xmlns:p="http://schemas.openxmlformats.org/presentationml/2006/main">
  <p:tag name="KSO_WM_TAG_VERSION" val="1.0"/>
  <p:tag name="KSO_WM_BEAUTIFY_FLAG" val="#wm#"/>
  <p:tag name="KSO_WM_UNIT_TYPE" val="i"/>
  <p:tag name="KSO_WM_UNIT_ID" val="special20163066_17*i*5"/>
  <p:tag name="KSO_WM_TEMPLATE_CATEGORY" val="special"/>
  <p:tag name="KSO_WM_TEMPLATE_INDEX" val="20163066"/>
  <p:tag name="KSO_WM_UNIT_INDEX" val="5"/>
</p:tagLst>
</file>

<file path=ppt/tags/tag212.xml><?xml version="1.0" encoding="utf-8"?>
<p:tagLst xmlns:p="http://schemas.openxmlformats.org/presentationml/2006/main">
  <p:tag name="KSO_WM_TAG_VERSION" val="1.0"/>
  <p:tag name="KSO_WM_BEAUTIFY_FLAG" val="#wm#"/>
  <p:tag name="KSO_WM_UNIT_TYPE" val="i"/>
  <p:tag name="KSO_WM_UNIT_ID" val="special20163066_17*i*6"/>
  <p:tag name="KSO_WM_TEMPLATE_CATEGORY" val="special"/>
  <p:tag name="KSO_WM_TEMPLATE_INDEX" val="20163066"/>
  <p:tag name="KSO_WM_UNIT_INDEX" val="6"/>
</p:tagLst>
</file>

<file path=ppt/tags/tag213.xml><?xml version="1.0" encoding="utf-8"?>
<p:tagLst xmlns:p="http://schemas.openxmlformats.org/presentationml/2006/main">
  <p:tag name="KSO_WM_TAG_VERSION" val="1.0"/>
  <p:tag name="KSO_WM_BEAUTIFY_FLAG" val="#wm#"/>
  <p:tag name="KSO_WM_UNIT_TYPE" val="i"/>
  <p:tag name="KSO_WM_UNIT_ID" val="special20163066_17*i*7"/>
  <p:tag name="KSO_WM_TEMPLATE_CATEGORY" val="special"/>
  <p:tag name="KSO_WM_TEMPLATE_INDEX" val="20163066"/>
  <p:tag name="KSO_WM_UNIT_INDEX" val="7"/>
</p:tagLst>
</file>

<file path=ppt/tags/tag214.xml><?xml version="1.0" encoding="utf-8"?>
<p:tagLst xmlns:p="http://schemas.openxmlformats.org/presentationml/2006/main">
  <p:tag name="KSO_WM_TAG_VERSION" val="1.0"/>
  <p:tag name="KSO_WM_BEAUTIFY_FLAG" val="#wm#"/>
  <p:tag name="KSO_WM_UNIT_TYPE" val="i"/>
  <p:tag name="KSO_WM_UNIT_ID" val="special20163066_17*i*8"/>
  <p:tag name="KSO_WM_TEMPLATE_CATEGORY" val="special"/>
  <p:tag name="KSO_WM_TEMPLATE_INDEX" val="20163066"/>
  <p:tag name="KSO_WM_UNIT_INDEX" val="8"/>
</p:tagLst>
</file>

<file path=ppt/tags/tag215.xml><?xml version="1.0" encoding="utf-8"?>
<p:tagLst xmlns:p="http://schemas.openxmlformats.org/presentationml/2006/main">
  <p:tag name="KSO_WM_TAG_VERSION" val="1.0"/>
  <p:tag name="KSO_WM_BEAUTIFY_FLAG" val="#wm#"/>
  <p:tag name="KSO_WM_UNIT_TYPE" val="i"/>
  <p:tag name="KSO_WM_UNIT_ID" val="special20163066_17*i*9"/>
  <p:tag name="KSO_WM_TEMPLATE_CATEGORY" val="special"/>
  <p:tag name="KSO_WM_TEMPLATE_INDEX" val="20163066"/>
  <p:tag name="KSO_WM_UNIT_INDEX" val="9"/>
</p:tagLst>
</file>

<file path=ppt/tags/tag216.xml><?xml version="1.0" encoding="utf-8"?>
<p:tagLst xmlns:p="http://schemas.openxmlformats.org/presentationml/2006/main">
  <p:tag name="KSO_WM_TAG_VERSION" val="1.0"/>
  <p:tag name="KSO_WM_BEAUTIFY_FLAG" val="#wm#"/>
  <p:tag name="KSO_WM_UNIT_TYPE" val="i"/>
  <p:tag name="KSO_WM_UNIT_ID" val="special20163066_17*i*10"/>
  <p:tag name="KSO_WM_TEMPLATE_CATEGORY" val="special"/>
  <p:tag name="KSO_WM_TEMPLATE_INDEX" val="20163066"/>
  <p:tag name="KSO_WM_UNIT_INDEX" val="10"/>
</p:tagLst>
</file>

<file path=ppt/tags/tag217.xml><?xml version="1.0" encoding="utf-8"?>
<p:tagLst xmlns:p="http://schemas.openxmlformats.org/presentationml/2006/main">
  <p:tag name="KSO_WM_TAG_VERSION" val="1.0"/>
  <p:tag name="KSO_WM_BEAUTIFY_FLAG" val="#wm#"/>
  <p:tag name="KSO_WM_UNIT_TYPE" val="i"/>
  <p:tag name="KSO_WM_UNIT_ID" val="special20163066_17*i*11"/>
  <p:tag name="KSO_WM_TEMPLATE_CATEGORY" val="special"/>
  <p:tag name="KSO_WM_TEMPLATE_INDEX" val="20163066"/>
  <p:tag name="KSO_WM_UNIT_INDEX" val="11"/>
</p:tagLst>
</file>

<file path=ppt/tags/tag218.xml><?xml version="1.0" encoding="utf-8"?>
<p:tagLst xmlns:p="http://schemas.openxmlformats.org/presentationml/2006/main">
  <p:tag name="KSO_WM_TAG_VERSION" val="1.0"/>
  <p:tag name="KSO_WM_BEAUTIFY_FLAG" val="#wm#"/>
  <p:tag name="KSO_WM_UNIT_TYPE" val="i"/>
  <p:tag name="KSO_WM_UNIT_ID" val="special20163066_17*i*12"/>
  <p:tag name="KSO_WM_TEMPLATE_CATEGORY" val="special"/>
  <p:tag name="KSO_WM_TEMPLATE_INDEX" val="20163066"/>
  <p:tag name="KSO_WM_UNIT_INDEX" val="12"/>
</p:tagLst>
</file>

<file path=ppt/tags/tag219.xml><?xml version="1.0" encoding="utf-8"?>
<p:tagLst xmlns:p="http://schemas.openxmlformats.org/presentationml/2006/main">
  <p:tag name="KSO_WM_TAG_VERSION" val="1.0"/>
  <p:tag name="KSO_WM_BEAUTIFY_FLAG" val="#wm#"/>
  <p:tag name="KSO_WM_UNIT_TYPE" val="i"/>
  <p:tag name="KSO_WM_UNIT_ID" val="special20163066_17*i*13"/>
  <p:tag name="KSO_WM_TEMPLATE_CATEGORY" val="special"/>
  <p:tag name="KSO_WM_TEMPLATE_INDEX" val="20163066"/>
  <p:tag name="KSO_WM_UNIT_INDEX" val="13"/>
</p:tagLst>
</file>

<file path=ppt/tags/tag220.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221.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222.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223.xml><?xml version="1.0" encoding="utf-8"?>
<p:tagLst xmlns:p="http://schemas.openxmlformats.org/presentationml/2006/main">
  <p:tag name="KSO_WM_TEMPLATE_CATEGORY" val="basetag"/>
  <p:tag name="KSO_WM_TEMPLATE_INDEX" val="20164214"/>
  <p:tag name="KSO_WM_TAG_VERSION" val="1.0"/>
  <p:tag name="KSO_WM_SLIDE_ID" val="basetag20164214_24"/>
  <p:tag name="KSO_WM_SLIDE_INDEX" val="24"/>
  <p:tag name="KSO_WM_SLIDE_ITEM_CNT" val="0"/>
  <p:tag name="KSO_WM_SLIDE_LAYOUT" val="a_f"/>
  <p:tag name="KSO_WM_SLIDE_LAYOUT_CNT" val="0_0"/>
  <p:tag name="KSO_WM_SLIDE_TYPE" val="text"/>
  <p:tag name="KSO_WM_BEAUTIFY_FLAG" val="#wm#"/>
</p:tagLst>
</file>

<file path=ppt/tags/tag224.xml><?xml version="1.0" encoding="utf-8"?>
<p:tagLst xmlns:p="http://schemas.openxmlformats.org/presentationml/2006/main">
  <p:tag name="KSO_WM_TAG_VERSION" val="1.0"/>
  <p:tag name="KSO_WM_BEAUTIFY_FLAG" val="#wm#"/>
  <p:tag name="KSO_WM_UNIT_TYPE" val="i"/>
  <p:tag name="KSO_WM_UNIT_ID" val="special20163066_17*i*4"/>
  <p:tag name="KSO_WM_TEMPLATE_CATEGORY" val="special"/>
  <p:tag name="KSO_WM_TEMPLATE_INDEX" val="20163066"/>
  <p:tag name="KSO_WM_UNIT_INDEX" val="4"/>
</p:tagLst>
</file>

<file path=ppt/tags/tag225.xml><?xml version="1.0" encoding="utf-8"?>
<p:tagLst xmlns:p="http://schemas.openxmlformats.org/presentationml/2006/main">
  <p:tag name="KSO_WM_TAG_VERSION" val="1.0"/>
  <p:tag name="KSO_WM_BEAUTIFY_FLAG" val="#wm#"/>
  <p:tag name="KSO_WM_UNIT_TYPE" val="i"/>
  <p:tag name="KSO_WM_UNIT_ID" val="special20163066_17*i*5"/>
  <p:tag name="KSO_WM_TEMPLATE_CATEGORY" val="special"/>
  <p:tag name="KSO_WM_TEMPLATE_INDEX" val="20163066"/>
  <p:tag name="KSO_WM_UNIT_INDEX" val="5"/>
</p:tagLst>
</file>

<file path=ppt/tags/tag226.xml><?xml version="1.0" encoding="utf-8"?>
<p:tagLst xmlns:p="http://schemas.openxmlformats.org/presentationml/2006/main">
  <p:tag name="KSO_WM_TAG_VERSION" val="1.0"/>
  <p:tag name="KSO_WM_BEAUTIFY_FLAG" val="#wm#"/>
  <p:tag name="KSO_WM_UNIT_TYPE" val="i"/>
  <p:tag name="KSO_WM_UNIT_ID" val="special20163066_17*i*6"/>
  <p:tag name="KSO_WM_TEMPLATE_CATEGORY" val="special"/>
  <p:tag name="KSO_WM_TEMPLATE_INDEX" val="20163066"/>
  <p:tag name="KSO_WM_UNIT_INDEX" val="6"/>
</p:tagLst>
</file>

<file path=ppt/tags/tag227.xml><?xml version="1.0" encoding="utf-8"?>
<p:tagLst xmlns:p="http://schemas.openxmlformats.org/presentationml/2006/main">
  <p:tag name="KSO_WM_TAG_VERSION" val="1.0"/>
  <p:tag name="KSO_WM_BEAUTIFY_FLAG" val="#wm#"/>
  <p:tag name="KSO_WM_UNIT_TYPE" val="i"/>
  <p:tag name="KSO_WM_UNIT_ID" val="special20163066_17*i*7"/>
  <p:tag name="KSO_WM_TEMPLATE_CATEGORY" val="special"/>
  <p:tag name="KSO_WM_TEMPLATE_INDEX" val="20163066"/>
  <p:tag name="KSO_WM_UNIT_INDEX" val="7"/>
</p:tagLst>
</file>

<file path=ppt/tags/tag228.xml><?xml version="1.0" encoding="utf-8"?>
<p:tagLst xmlns:p="http://schemas.openxmlformats.org/presentationml/2006/main">
  <p:tag name="KSO_WM_TAG_VERSION" val="1.0"/>
  <p:tag name="KSO_WM_BEAUTIFY_FLAG" val="#wm#"/>
  <p:tag name="KSO_WM_UNIT_TYPE" val="i"/>
  <p:tag name="KSO_WM_UNIT_ID" val="special20163066_17*i*8"/>
  <p:tag name="KSO_WM_TEMPLATE_CATEGORY" val="special"/>
  <p:tag name="KSO_WM_TEMPLATE_INDEX" val="20163066"/>
  <p:tag name="KSO_WM_UNIT_INDEX" val="8"/>
</p:tagLst>
</file>

<file path=ppt/tags/tag229.xml><?xml version="1.0" encoding="utf-8"?>
<p:tagLst xmlns:p="http://schemas.openxmlformats.org/presentationml/2006/main">
  <p:tag name="KSO_WM_TAG_VERSION" val="1.0"/>
  <p:tag name="KSO_WM_BEAUTIFY_FLAG" val="#wm#"/>
  <p:tag name="KSO_WM_UNIT_TYPE" val="i"/>
  <p:tag name="KSO_WM_UNIT_ID" val="special20163066_17*i*9"/>
  <p:tag name="KSO_WM_TEMPLATE_CATEGORY" val="special"/>
  <p:tag name="KSO_WM_TEMPLATE_INDEX" val="20163066"/>
  <p:tag name="KSO_WM_UNIT_INDEX" val="9"/>
</p:tagLst>
</file>

<file path=ppt/tags/tag230.xml><?xml version="1.0" encoding="utf-8"?>
<p:tagLst xmlns:p="http://schemas.openxmlformats.org/presentationml/2006/main">
  <p:tag name="KSO_WM_TAG_VERSION" val="1.0"/>
  <p:tag name="KSO_WM_BEAUTIFY_FLAG" val="#wm#"/>
  <p:tag name="KSO_WM_UNIT_TYPE" val="i"/>
  <p:tag name="KSO_WM_UNIT_ID" val="special20163066_17*i*10"/>
  <p:tag name="KSO_WM_TEMPLATE_CATEGORY" val="special"/>
  <p:tag name="KSO_WM_TEMPLATE_INDEX" val="20163066"/>
  <p:tag name="KSO_WM_UNIT_INDEX" val="10"/>
</p:tagLst>
</file>

<file path=ppt/tags/tag231.xml><?xml version="1.0" encoding="utf-8"?>
<p:tagLst xmlns:p="http://schemas.openxmlformats.org/presentationml/2006/main">
  <p:tag name="KSO_WM_TAG_VERSION" val="1.0"/>
  <p:tag name="KSO_WM_BEAUTIFY_FLAG" val="#wm#"/>
  <p:tag name="KSO_WM_UNIT_TYPE" val="i"/>
  <p:tag name="KSO_WM_UNIT_ID" val="special20163066_17*i*11"/>
  <p:tag name="KSO_WM_TEMPLATE_CATEGORY" val="special"/>
  <p:tag name="KSO_WM_TEMPLATE_INDEX" val="20163066"/>
  <p:tag name="KSO_WM_UNIT_INDEX" val="11"/>
</p:tagLst>
</file>

<file path=ppt/tags/tag232.xml><?xml version="1.0" encoding="utf-8"?>
<p:tagLst xmlns:p="http://schemas.openxmlformats.org/presentationml/2006/main">
  <p:tag name="KSO_WM_TAG_VERSION" val="1.0"/>
  <p:tag name="KSO_WM_BEAUTIFY_FLAG" val="#wm#"/>
  <p:tag name="KSO_WM_UNIT_TYPE" val="i"/>
  <p:tag name="KSO_WM_UNIT_ID" val="special20163066_17*i*12"/>
  <p:tag name="KSO_WM_TEMPLATE_CATEGORY" val="special"/>
  <p:tag name="KSO_WM_TEMPLATE_INDEX" val="20163066"/>
  <p:tag name="KSO_WM_UNIT_INDEX" val="12"/>
</p:tagLst>
</file>

<file path=ppt/tags/tag233.xml><?xml version="1.0" encoding="utf-8"?>
<p:tagLst xmlns:p="http://schemas.openxmlformats.org/presentationml/2006/main">
  <p:tag name="KSO_WM_TAG_VERSION" val="1.0"/>
  <p:tag name="KSO_WM_BEAUTIFY_FLAG" val="#wm#"/>
  <p:tag name="KSO_WM_UNIT_TYPE" val="i"/>
  <p:tag name="KSO_WM_UNIT_ID" val="special20163066_17*i*13"/>
  <p:tag name="KSO_WM_TEMPLATE_CATEGORY" val="special"/>
  <p:tag name="KSO_WM_TEMPLATE_INDEX" val="20163066"/>
  <p:tag name="KSO_WM_UNIT_INDEX" val="13"/>
</p:tagLst>
</file>

<file path=ppt/tags/tag234.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235.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236.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237.xml><?xml version="1.0" encoding="utf-8"?>
<p:tagLst xmlns:p="http://schemas.openxmlformats.org/presentationml/2006/main">
  <p:tag name="KSO_WM_TEMPLATE_CATEGORY" val="basetag"/>
  <p:tag name="KSO_WM_TEMPLATE_INDEX" val="20164214"/>
  <p:tag name="KSO_WM_TAG_VERSION" val="1.0"/>
  <p:tag name="KSO_WM_SLIDE_ID" val="basetag20164214_24"/>
  <p:tag name="KSO_WM_SLIDE_INDEX" val="24"/>
  <p:tag name="KSO_WM_SLIDE_ITEM_CNT" val="0"/>
  <p:tag name="KSO_WM_SLIDE_LAYOUT" val="a_f"/>
  <p:tag name="KSO_WM_SLIDE_LAYOUT_CNT" val="0_0"/>
  <p:tag name="KSO_WM_SLIDE_TYPE" val="text"/>
  <p:tag name="KSO_WM_BEAUTIFY_FLAG" val="#wm#"/>
</p:tagLst>
</file>

<file path=ppt/tags/tag238.xml><?xml version="1.0" encoding="utf-8"?>
<p:tagLst xmlns:p="http://schemas.openxmlformats.org/presentationml/2006/main">
  <p:tag name="KSO_WM_TEMPLATE_CATEGORY" val="basetag"/>
  <p:tag name="KSO_WM_TEMPLATE_INDEX" val="20164214"/>
  <p:tag name="KSO_WM_TAG_VERSION" val="1.0"/>
  <p:tag name="KSO_WM_SLIDE_ID" val="basetag20164214_30"/>
  <p:tag name="KSO_WM_SLIDE_INDEX" val="30"/>
  <p:tag name="KSO_WM_SLIDE_ITEM_CNT" val="0"/>
  <p:tag name="KSO_WM_SLIDE_TYPE" val="text"/>
  <p:tag name="KSO_WM_BEAUTIFY_FLAG" val="#wm#"/>
</p:tagLst>
</file>

<file path=ppt/tags/tag239.xml><?xml version="1.0" encoding="utf-8"?>
<p:tagLst xmlns:p="http://schemas.openxmlformats.org/presentationml/2006/main">
  <p:tag name="KSO_WM_TAG_VERSION" val="1.0"/>
  <p:tag name="KSO_WM_BEAUTIFY_FLAG" val="#wm#"/>
  <p:tag name="KSO_WM_UNIT_TYPE" val="i"/>
  <p:tag name="KSO_WM_UNIT_ID" val="special20163066_3*i*0"/>
  <p:tag name="KSO_WM_TEMPLATE_CATEGORY" val="special"/>
  <p:tag name="KSO_WM_TEMPLATE_INDEX" val="20163066"/>
  <p:tag name="KSO_WM_UNIT_INDEX" val="0"/>
</p:tagLst>
</file>

<file path=ppt/tags/tag240.xml><?xml version="1.0" encoding="utf-8"?>
<p:tagLst xmlns:p="http://schemas.openxmlformats.org/presentationml/2006/main">
  <p:tag name="KSO_WM_TEMPLATE_CATEGORY" val="basetag"/>
  <p:tag name="KSO_WM_TEMPLATE_INDEX" val="20164214"/>
  <p:tag name="KSO_WM_TAG_VERSION" val="1.0"/>
  <p:tag name="KSO_WM_SLIDE_ID" val="basetag20164214_25"/>
  <p:tag name="KSO_WM_SLIDE_INDEX" val="25"/>
  <p:tag name="KSO_WM_SLIDE_ITEM_CNT" val="0"/>
  <p:tag name="KSO_WM_SLIDE_TYPE" val="sectionTitle"/>
  <p:tag name="KSO_WM_BEAUTIFY_FLAG" val="#wm#"/>
</p:tagLst>
</file>

<file path=ppt/tags/tag241.xml><?xml version="1.0" encoding="utf-8"?>
<p:tagLst xmlns:p="http://schemas.openxmlformats.org/presentationml/2006/main">
  <p:tag name="KSO_WM_TAG_VERSION" val="1.0"/>
  <p:tag name="KSO_WM_BEAUTIFY_FLAG" val="#wm#"/>
  <p:tag name="KSO_WM_UNIT_TYPE" val="i"/>
  <p:tag name="KSO_WM_UNIT_ID" val="special20163066_22*i*3"/>
  <p:tag name="KSO_WM_TEMPLATE_CATEGORY" val="special"/>
  <p:tag name="KSO_WM_TEMPLATE_INDEX" val="20163066"/>
  <p:tag name="KSO_WM_UNIT_INDEX" val="3"/>
</p:tagLst>
</file>

<file path=ppt/tags/tag242.xml><?xml version="1.0" encoding="utf-8"?>
<p:tagLst xmlns:p="http://schemas.openxmlformats.org/presentationml/2006/main">
  <p:tag name="KSO_WM_TAG_VERSION" val="1.0"/>
  <p:tag name="KSO_WM_BEAUTIFY_FLAG" val="#wm#"/>
  <p:tag name="KSO_WM_UNIT_TYPE" val="i"/>
  <p:tag name="KSO_WM_UNIT_ID" val="special20163066_22*i*4"/>
  <p:tag name="KSO_WM_TEMPLATE_CATEGORY" val="special"/>
  <p:tag name="KSO_WM_TEMPLATE_INDEX" val="20163066"/>
  <p:tag name="KSO_WM_UNIT_INDEX" val="4"/>
</p:tagLst>
</file>

<file path=ppt/tags/tag243.xml><?xml version="1.0" encoding="utf-8"?>
<p:tagLst xmlns:p="http://schemas.openxmlformats.org/presentationml/2006/main">
  <p:tag name="KSO_WM_TAG_VERSION" val="1.0"/>
  <p:tag name="KSO_WM_BEAUTIFY_FLAG" val="#wm#"/>
  <p:tag name="KSO_WM_UNIT_TYPE" val="i"/>
  <p:tag name="KSO_WM_UNIT_ID" val="special20163066_22*i*5"/>
  <p:tag name="KSO_WM_TEMPLATE_CATEGORY" val="special"/>
  <p:tag name="KSO_WM_TEMPLATE_INDEX" val="20163066"/>
  <p:tag name="KSO_WM_UNIT_INDEX" val="5"/>
</p:tagLst>
</file>

<file path=ppt/tags/tag244.xml><?xml version="1.0" encoding="utf-8"?>
<p:tagLst xmlns:p="http://schemas.openxmlformats.org/presentationml/2006/main">
  <p:tag name="KSO_WM_TAG_VERSION" val="1.0"/>
  <p:tag name="KSO_WM_BEAUTIFY_FLAG" val="#wm#"/>
  <p:tag name="KSO_WM_UNIT_TYPE" val="i"/>
  <p:tag name="KSO_WM_UNIT_ID" val="special20163066_22*i*6"/>
  <p:tag name="KSO_WM_TEMPLATE_CATEGORY" val="special"/>
  <p:tag name="KSO_WM_TEMPLATE_INDEX" val="20163066"/>
  <p:tag name="KSO_WM_UNIT_INDEX" val="6"/>
</p:tagLst>
</file>

<file path=ppt/tags/tag245.xml><?xml version="1.0" encoding="utf-8"?>
<p:tagLst xmlns:p="http://schemas.openxmlformats.org/presentationml/2006/main">
  <p:tag name="KSO_WM_TAG_VERSION" val="1.0"/>
  <p:tag name="KSO_WM_BEAUTIFY_FLAG" val="#wm#"/>
  <p:tag name="KSO_WM_UNIT_TYPE" val="i"/>
  <p:tag name="KSO_WM_UNIT_ID" val="special20163066_22*i*7"/>
  <p:tag name="KSO_WM_TEMPLATE_CATEGORY" val="special"/>
  <p:tag name="KSO_WM_TEMPLATE_INDEX" val="20163066"/>
  <p:tag name="KSO_WM_UNIT_INDEX" val="7"/>
</p:tagLst>
</file>

<file path=ppt/tags/tag246.xml><?xml version="1.0" encoding="utf-8"?>
<p:tagLst xmlns:p="http://schemas.openxmlformats.org/presentationml/2006/main">
  <p:tag name="KSO_WM_TAG_VERSION" val="1.0"/>
  <p:tag name="KSO_WM_BEAUTIFY_FLAG" val="#wm#"/>
  <p:tag name="KSO_WM_UNIT_TYPE" val="i"/>
  <p:tag name="KSO_WM_UNIT_ID" val="special20163066_22*i*8"/>
  <p:tag name="KSO_WM_TEMPLATE_CATEGORY" val="special"/>
  <p:tag name="KSO_WM_TEMPLATE_INDEX" val="20163066"/>
  <p:tag name="KSO_WM_UNIT_INDEX" val="8"/>
</p:tagLst>
</file>

<file path=ppt/tags/tag247.xml><?xml version="1.0" encoding="utf-8"?>
<p:tagLst xmlns:p="http://schemas.openxmlformats.org/presentationml/2006/main">
  <p:tag name="KSO_WM_TAG_VERSION" val="1.0"/>
  <p:tag name="KSO_WM_BEAUTIFY_FLAG" val="#wm#"/>
  <p:tag name="KSO_WM_UNIT_TYPE" val="i"/>
  <p:tag name="KSO_WM_UNIT_ID" val="special20163066_22*i*9"/>
  <p:tag name="KSO_WM_TEMPLATE_CATEGORY" val="special"/>
  <p:tag name="KSO_WM_TEMPLATE_INDEX" val="20163066"/>
  <p:tag name="KSO_WM_UNIT_INDEX" val="9"/>
</p:tagLst>
</file>

<file path=ppt/tags/tag248.xml><?xml version="1.0" encoding="utf-8"?>
<p:tagLst xmlns:p="http://schemas.openxmlformats.org/presentationml/2006/main">
  <p:tag name="KSO_WM_TAG_VERSION" val="1.0"/>
  <p:tag name="KSO_WM_BEAUTIFY_FLAG" val="#wm#"/>
  <p:tag name="KSO_WM_UNIT_TYPE" val="i"/>
  <p:tag name="KSO_WM_UNIT_ID" val="special20163066_22*i*10"/>
  <p:tag name="KSO_WM_TEMPLATE_CATEGORY" val="special"/>
  <p:tag name="KSO_WM_TEMPLATE_INDEX" val="20163066"/>
  <p:tag name="KSO_WM_UNIT_INDEX" val="10"/>
</p:tagLst>
</file>

<file path=ppt/tags/tag249.xml><?xml version="1.0" encoding="utf-8"?>
<p:tagLst xmlns:p="http://schemas.openxmlformats.org/presentationml/2006/main">
  <p:tag name="KSO_WM_TAG_VERSION" val="1.0"/>
  <p:tag name="KSO_WM_BEAUTIFY_FLAG" val="#wm#"/>
  <p:tag name="KSO_WM_UNIT_TYPE" val="i"/>
  <p:tag name="KSO_WM_UNIT_ID" val="special20163066_22*i*11"/>
  <p:tag name="KSO_WM_TEMPLATE_CATEGORY" val="special"/>
  <p:tag name="KSO_WM_TEMPLATE_INDEX" val="20163066"/>
  <p:tag name="KSO_WM_UNIT_INDEX" val="11"/>
</p:tagLst>
</file>

<file path=ppt/tags/tag250.xml><?xml version="1.0" encoding="utf-8"?>
<p:tagLst xmlns:p="http://schemas.openxmlformats.org/presentationml/2006/main">
  <p:tag name="KSO_WM_TAG_VERSION" val="1.0"/>
  <p:tag name="KSO_WM_BEAUTIFY_FLAG" val="#wm#"/>
  <p:tag name="KSO_WM_UNIT_TYPE" val="i"/>
  <p:tag name="KSO_WM_UNIT_ID" val="special20163066_22*i*12"/>
  <p:tag name="KSO_WM_TEMPLATE_CATEGORY" val="special"/>
  <p:tag name="KSO_WM_TEMPLATE_INDEX" val="20163066"/>
  <p:tag name="KSO_WM_UNIT_INDEX" val="12"/>
</p:tagLst>
</file>

<file path=ppt/tags/tag251.xml><?xml version="1.0" encoding="utf-8"?>
<p:tagLst xmlns:p="http://schemas.openxmlformats.org/presentationml/2006/main">
  <p:tag name="KSO_WM_TAG_VERSION" val="1.0"/>
  <p:tag name="KSO_WM_BEAUTIFY_FLAG" val="#wm#"/>
  <p:tag name="KSO_WM_UNIT_TYPE" val="i"/>
  <p:tag name="KSO_WM_UNIT_ID" val="special20163066_22*i*13"/>
  <p:tag name="KSO_WM_TEMPLATE_CATEGORY" val="special"/>
  <p:tag name="KSO_WM_TEMPLATE_INDEX" val="20163066"/>
  <p:tag name="KSO_WM_UNIT_INDEX" val="13"/>
</p:tagLst>
</file>

<file path=ppt/tags/tag252.xml><?xml version="1.0" encoding="utf-8"?>
<p:tagLst xmlns:p="http://schemas.openxmlformats.org/presentationml/2006/main">
  <p:tag name="KSO_WM_TAG_VERSION" val="1.0"/>
  <p:tag name="KSO_WM_BEAUTIFY_FLAG" val="#wm#"/>
  <p:tag name="KSO_WM_UNIT_TYPE" val="i"/>
  <p:tag name="KSO_WM_UNIT_ID" val="special20163066_22*i*14"/>
  <p:tag name="KSO_WM_TEMPLATE_CATEGORY" val="special"/>
  <p:tag name="KSO_WM_TEMPLATE_INDEX" val="20163066"/>
  <p:tag name="KSO_WM_UNIT_INDEX" val="14"/>
</p:tagLst>
</file>

<file path=ppt/tags/tag253.xml><?xml version="1.0" encoding="utf-8"?>
<p:tagLst xmlns:p="http://schemas.openxmlformats.org/presentationml/2006/main">
  <p:tag name="KSO_WM_TAG_VERSION" val="1.0"/>
  <p:tag name="KSO_WM_BEAUTIFY_FLAG" val="#wm#"/>
  <p:tag name="KSO_WM_UNIT_TYPE" val="i"/>
  <p:tag name="KSO_WM_UNIT_ID" val="special20163066_22*i*15"/>
  <p:tag name="KSO_WM_TEMPLATE_CATEGORY" val="special"/>
  <p:tag name="KSO_WM_TEMPLATE_INDEX" val="20163066"/>
  <p:tag name="KSO_WM_UNIT_INDEX" val="15"/>
</p:tagLst>
</file>

<file path=ppt/tags/tag254.xml><?xml version="1.0" encoding="utf-8"?>
<p:tagLst xmlns:p="http://schemas.openxmlformats.org/presentationml/2006/main">
  <p:tag name="KSO_WM_TAG_VERSION" val="1.0"/>
  <p:tag name="KSO_WM_BEAUTIFY_FLAG" val="#wm#"/>
  <p:tag name="KSO_WM_UNIT_TYPE" val="i"/>
  <p:tag name="KSO_WM_UNIT_ID" val="special20163066_22*i*16"/>
  <p:tag name="KSO_WM_TEMPLATE_CATEGORY" val="special"/>
  <p:tag name="KSO_WM_TEMPLATE_INDEX" val="20163066"/>
  <p:tag name="KSO_WM_UNIT_INDEX" val="16"/>
</p:tagLst>
</file>

<file path=ppt/tags/tag255.xml><?xml version="1.0" encoding="utf-8"?>
<p:tagLst xmlns:p="http://schemas.openxmlformats.org/presentationml/2006/main">
  <p:tag name="KSO_WM_TAG_VERSION" val="1.0"/>
  <p:tag name="KSO_WM_BEAUTIFY_FLAG" val="#wm#"/>
  <p:tag name="KSO_WM_UNIT_TYPE" val="i"/>
  <p:tag name="KSO_WM_UNIT_ID" val="special20163066_22*i*17"/>
  <p:tag name="KSO_WM_TEMPLATE_CATEGORY" val="special"/>
  <p:tag name="KSO_WM_TEMPLATE_INDEX" val="20163066"/>
  <p:tag name="KSO_WM_UNIT_INDEX" val="17"/>
</p:tagLst>
</file>

<file path=ppt/tags/tag256.xml><?xml version="1.0" encoding="utf-8"?>
<p:tagLst xmlns:p="http://schemas.openxmlformats.org/presentationml/2006/main">
  <p:tag name="KSO_WM_TAG_VERSION" val="1.0"/>
  <p:tag name="KSO_WM_BEAUTIFY_FLAG" val="#wm#"/>
  <p:tag name="KSO_WM_UNIT_TYPE" val="i"/>
  <p:tag name="KSO_WM_UNIT_ID" val="special20163066_22*i*18"/>
  <p:tag name="KSO_WM_TEMPLATE_CATEGORY" val="special"/>
  <p:tag name="KSO_WM_TEMPLATE_INDEX" val="20163066"/>
  <p:tag name="KSO_WM_UNIT_INDEX" val="18"/>
</p:tagLst>
</file>

<file path=ppt/tags/tag257.xml><?xml version="1.0" encoding="utf-8"?>
<p:tagLst xmlns:p="http://schemas.openxmlformats.org/presentationml/2006/main">
  <p:tag name="KSO_WM_TAG_VERSION" val="1.0"/>
  <p:tag name="KSO_WM_BEAUTIFY_FLAG" val="#wm#"/>
  <p:tag name="KSO_WM_UNIT_TYPE" val="i"/>
  <p:tag name="KSO_WM_UNIT_ID" val="special20163066_22*i*19"/>
  <p:tag name="KSO_WM_TEMPLATE_CATEGORY" val="special"/>
  <p:tag name="KSO_WM_TEMPLATE_INDEX" val="20163066"/>
  <p:tag name="KSO_WM_UNIT_INDEX" val="19"/>
</p:tagLst>
</file>

<file path=ppt/tags/tag258.xml><?xml version="1.0" encoding="utf-8"?>
<p:tagLst xmlns:p="http://schemas.openxmlformats.org/presentationml/2006/main">
  <p:tag name="KSO_WM_TAG_VERSION" val="1.0"/>
  <p:tag name="KSO_WM_BEAUTIFY_FLAG" val="#wm#"/>
  <p:tag name="KSO_WM_UNIT_TYPE" val="i"/>
  <p:tag name="KSO_WM_UNIT_ID" val="special20163066_22*i*20"/>
  <p:tag name="KSO_WM_TEMPLATE_CATEGORY" val="special"/>
  <p:tag name="KSO_WM_TEMPLATE_INDEX" val="20163066"/>
  <p:tag name="KSO_WM_UNIT_INDEX" val="20"/>
</p:tagLst>
</file>

<file path=ppt/tags/tag259.xml><?xml version="1.0" encoding="utf-8"?>
<p:tagLst xmlns:p="http://schemas.openxmlformats.org/presentationml/2006/main">
  <p:tag name="KSO_WM_TAG_VERSION" val="1.0"/>
  <p:tag name="KSO_WM_BEAUTIFY_FLAG" val="#wm#"/>
  <p:tag name="KSO_WM_UNIT_TYPE" val="i"/>
  <p:tag name="KSO_WM_UNIT_ID" val="special20163066_22*i*21"/>
  <p:tag name="KSO_WM_TEMPLATE_CATEGORY" val="special"/>
  <p:tag name="KSO_WM_TEMPLATE_INDEX" val="20163066"/>
  <p:tag name="KSO_WM_UNIT_INDEX" val="21"/>
</p:tagLst>
</file>

<file path=ppt/tags/tag260.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261.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262.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263.xml><?xml version="1.0" encoding="utf-8"?>
<p:tagLst xmlns:p="http://schemas.openxmlformats.org/presentationml/2006/main">
  <p:tag name="KSO_WM_TEMPLATE_CATEGORY" val="basetag"/>
  <p:tag name="KSO_WM_TEMPLATE_INDEX" val="20164214"/>
  <p:tag name="KSO_WM_TAG_VERSION" val="1.0"/>
  <p:tag name="KSO_WM_SLIDE_ID" val="basetag20164214_33"/>
  <p:tag name="KSO_WM_SLIDE_INDEX" val="33"/>
  <p:tag name="KSO_WM_SLIDE_ITEM_CNT" val="0"/>
  <p:tag name="KSO_WM_SLIDE_LAYOUT" val="a_f"/>
  <p:tag name="KSO_WM_SLIDE_LAYOUT_CNT" val="0_0"/>
  <p:tag name="KSO_WM_SLIDE_TYPE" val="text"/>
  <p:tag name="KSO_WM_BEAUTIFY_FLAG" val="#wm#"/>
</p:tagLst>
</file>

<file path=ppt/tags/tag264.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265.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266.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267.xml><?xml version="1.0" encoding="utf-8"?>
<p:tagLst xmlns:p="http://schemas.openxmlformats.org/presentationml/2006/main">
  <p:tag name="KSO_WM_TEMPLATE_CATEGORY" val="basetag"/>
  <p:tag name="KSO_WM_TEMPLATE_INDEX" val="20164214"/>
  <p:tag name="KSO_WM_TAG_VERSION" val="1.0"/>
  <p:tag name="KSO_WM_SLIDE_ID" val="basetag20164214_26"/>
  <p:tag name="KSO_WM_SLIDE_INDEX" val="26"/>
  <p:tag name="KSO_WM_SLIDE_ITEM_CNT" val="0"/>
  <p:tag name="KSO_WM_SLIDE_LAYOUT" val="a_f"/>
  <p:tag name="KSO_WM_SLIDE_LAYOUT_CNT" val="0_0"/>
  <p:tag name="KSO_WM_SLIDE_TYPE" val="text"/>
  <p:tag name="KSO_WM_BEAUTIFY_FLAG" val="#wm#"/>
</p:tagLst>
</file>

<file path=ppt/tags/tag268.xml><?xml version="1.0" encoding="utf-8"?>
<p:tagLst xmlns:p="http://schemas.openxmlformats.org/presentationml/2006/main">
  <p:tag name="KSO_WM_TAG_VERSION" val="1.0"/>
  <p:tag name="KSO_WM_BEAUTIFY_FLAG" val="#wm#"/>
  <p:tag name="KSO_WM_UNIT_TYPE" val="i"/>
  <p:tag name="KSO_WM_UNIT_ID" val="special20163066_24*i*19"/>
  <p:tag name="KSO_WM_TEMPLATE_CATEGORY" val="special"/>
  <p:tag name="KSO_WM_TEMPLATE_INDEX" val="20163066"/>
  <p:tag name="KSO_WM_UNIT_INDEX" val="19"/>
</p:tagLst>
</file>

<file path=ppt/tags/tag269.xml><?xml version="1.0" encoding="utf-8"?>
<p:tagLst xmlns:p="http://schemas.openxmlformats.org/presentationml/2006/main">
  <p:tag name="KSO_WM_TAG_VERSION" val="1.0"/>
  <p:tag name="KSO_WM_BEAUTIFY_FLAG" val="#wm#"/>
  <p:tag name="KSO_WM_UNIT_TYPE" val="i"/>
  <p:tag name="KSO_WM_UNIT_ID" val="special20163066_24*i*21"/>
  <p:tag name="KSO_WM_TEMPLATE_CATEGORY" val="special"/>
  <p:tag name="KSO_WM_TEMPLATE_INDEX" val="20163066"/>
  <p:tag name="KSO_WM_UNIT_INDEX" val="21"/>
</p:tagLst>
</file>

<file path=ppt/tags/tag270.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271.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272.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273.xml><?xml version="1.0" encoding="utf-8"?>
<p:tagLst xmlns:p="http://schemas.openxmlformats.org/presentationml/2006/main">
  <p:tag name="KSO_WM_TEMPLATE_CATEGORY" val="basetag"/>
  <p:tag name="KSO_WM_TEMPLATE_INDEX" val="20164214"/>
  <p:tag name="KSO_WM_TAG_VERSION" val="1.0"/>
  <p:tag name="KSO_WM_SLIDE_ID" val="basetag20164214_35"/>
  <p:tag name="KSO_WM_SLIDE_INDEX" val="35"/>
  <p:tag name="KSO_WM_SLIDE_ITEM_CNT" val="0"/>
  <p:tag name="KSO_WM_SLIDE_LAYOUT" val="a_f"/>
  <p:tag name="KSO_WM_SLIDE_LAYOUT_CNT" val="0_0"/>
  <p:tag name="KSO_WM_SLIDE_TYPE" val="text"/>
  <p:tag name="KSO_WM_BEAUTIFY_FLAG" val="#wm#"/>
</p:tagLst>
</file>

<file path=ppt/tags/tag274.xml><?xml version="1.0" encoding="utf-8"?>
<p:tagLst xmlns:p="http://schemas.openxmlformats.org/presentationml/2006/main">
  <p:tag name="KSO_WM_TAG_VERSION" val="1.0"/>
  <p:tag name="KSO_WM_BEAUTIFY_FLAG" val="#wm#"/>
  <p:tag name="KSO_WM_UNIT_TYPE" val="i"/>
  <p:tag name="KSO_WM_UNIT_ID" val="special20163066_17*i*0"/>
  <p:tag name="KSO_WM_TEMPLATE_CATEGORY" val="special"/>
  <p:tag name="KSO_WM_TEMPLATE_INDEX" val="20163066"/>
  <p:tag name="KSO_WM_UNIT_INDEX" val="0"/>
</p:tagLst>
</file>

<file path=ppt/tags/tag275.xml><?xml version="1.0" encoding="utf-8"?>
<p:tagLst xmlns:p="http://schemas.openxmlformats.org/presentationml/2006/main">
  <p:tag name="KSO_WM_TAG_VERSION" val="1.0"/>
  <p:tag name="KSO_WM_BEAUTIFY_FLAG" val="#wm#"/>
  <p:tag name="KSO_WM_UNIT_TYPE" val="i"/>
  <p:tag name="KSO_WM_UNIT_ID" val="special20163066_17*i*1"/>
  <p:tag name="KSO_WM_TEMPLATE_CATEGORY" val="special"/>
  <p:tag name="KSO_WM_TEMPLATE_INDEX" val="20163066"/>
  <p:tag name="KSO_WM_UNIT_INDEX" val="1"/>
</p:tagLst>
</file>

<file path=ppt/tags/tag276.xml><?xml version="1.0" encoding="utf-8"?>
<p:tagLst xmlns:p="http://schemas.openxmlformats.org/presentationml/2006/main">
  <p:tag name="KSO_WM_TAG_VERSION" val="1.0"/>
  <p:tag name="KSO_WM_BEAUTIFY_FLAG" val="#wm#"/>
  <p:tag name="KSO_WM_UNIT_TYPE" val="i"/>
  <p:tag name="KSO_WM_UNIT_ID" val="special20163066_17*i*2"/>
  <p:tag name="KSO_WM_TEMPLATE_CATEGORY" val="special"/>
  <p:tag name="KSO_WM_TEMPLATE_INDEX" val="20163066"/>
  <p:tag name="KSO_WM_UNIT_INDEX" val="2"/>
</p:tagLst>
</file>

<file path=ppt/tags/tag277.xml><?xml version="1.0" encoding="utf-8"?>
<p:tagLst xmlns:p="http://schemas.openxmlformats.org/presentationml/2006/main">
  <p:tag name="KSO_WM_TEMPLATE_CATEGORY" val="basetag"/>
  <p:tag name="KSO_WM_TEMPLATE_INDEX" val="20164214"/>
  <p:tag name="KSO_WM_TAG_VERSION" val="1.0"/>
  <p:tag name="KSO_WM_SLIDE_ID" val="basetag20164214_36"/>
  <p:tag name="KSO_WM_SLIDE_INDEX" val="36"/>
  <p:tag name="KSO_WM_SLIDE_ITEM_CNT" val="0"/>
  <p:tag name="KSO_WM_SLIDE_LAYOUT" val="a_f"/>
  <p:tag name="KSO_WM_SLIDE_LAYOUT_CNT" val="0_0"/>
  <p:tag name="KSO_WM_SLIDE_TYPE" val="text"/>
  <p:tag name="KSO_WM_BEAUTIFY_FLAG" val="#wm#"/>
</p:tagLst>
</file>

<file path=ppt/tags/tag278.xml><?xml version="1.0" encoding="utf-8"?>
<p:tagLst xmlns:p="http://schemas.openxmlformats.org/presentationml/2006/main">
  <p:tag name="KSO_WM_TEMPLATE_CATEGORY" val="basetag"/>
  <p:tag name="KSO_WM_TEMPLATE_INDEX" val="20164214"/>
  <p:tag name="KSO_WM_TAG_VERSION" val="1.0"/>
  <p:tag name="KSO_WM_SLIDE_ID" val="basetag20164214_29"/>
  <p:tag name="KSO_WM_SLIDE_INDEX" val="29"/>
  <p:tag name="KSO_WM_SLIDE_ITEM_CNT" val="0"/>
  <p:tag name="KSO_WM_SLIDE_TYPE" val="text"/>
  <p:tag name="KSO_WM_BEAUTIFY_FLAG" val="#wm#"/>
</p:tagLst>
</file>

<file path=ppt/tags/tag279.xml><?xml version="1.0" encoding="utf-8"?>
<p:tagLst xmlns:p="http://schemas.openxmlformats.org/presentationml/2006/main">
  <p:tag name="KSO_WM_TEMPLATE_CATEGORY" val="basetag"/>
  <p:tag name="KSO_WM_TEMPLATE_INDEX" val="20164214"/>
  <p:tag name="KSO_WM_TAG_VERSION" val="1.0"/>
  <p:tag name="KSO_WM_SLIDE_ID" val="basetag20164214_37"/>
  <p:tag name="KSO_WM_SLIDE_INDEX" val="37"/>
  <p:tag name="KSO_WM_SLIDE_ITEM_CNT" val="0"/>
  <p:tag name="KSO_WM_SLIDE_TYPE" val="endPage"/>
  <p:tag name="KSO_WM_BEAUTIFY_FLAG" val="#wm#"/>
</p:tagLst>
</file>

<file path=ppt/tags/tag280.xml><?xml version="1.0" encoding="utf-8"?>
<p:tagLst xmlns:p="http://schemas.openxmlformats.org/presentationml/2006/main">
  <p:tag name="KSO_WPP_MARK_KEY" val="6736e23e-1dee-4b3e-b753-84d08b125df6"/>
  <p:tag name="COMMONDATA" val="eyJoZGlkIjoiYzE1Y2MxZjZkOWI2MDI0M2NhYTZhMTdmYTY3MmJkODcifQ=="/>
  <p:tag name="commondata" val="eyJoZGlkIjoiMTdhZGE3ZWJmN2YwNzZhN2U1ZDczMGY4Y2RlZDY3ZTcifQ=="/>
</p:tagLst>
</file>

<file path=ppt/theme/theme1.xml><?xml version="1.0" encoding="utf-8"?>
<a:theme xmlns:a="http://schemas.openxmlformats.org/drawingml/2006/main" name="1_basetag20163066_docer798253.唯美清新毕业论文答辩">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basetag20163066_docer798253.唯美清新毕业论文答辩">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basetag20163066_docer798253.唯美清新毕业论文答辩">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4219</Words>
  <Application>WPS 演示</Application>
  <PresentationFormat/>
  <Paragraphs>320</Paragraphs>
  <Slides>34</Slides>
  <Notes>0</Notes>
  <HiddenSlides>0</HiddenSlides>
  <MMClips>0</MMClips>
  <ScaleCrop>false</ScaleCrop>
  <HeadingPairs>
    <vt:vector size="6" baseType="variant">
      <vt:variant>
        <vt:lpstr>已用的字体</vt:lpstr>
      </vt:variant>
      <vt:variant>
        <vt:i4>17</vt:i4>
      </vt:variant>
      <vt:variant>
        <vt:lpstr>主题</vt:lpstr>
      </vt:variant>
      <vt:variant>
        <vt:i4>3</vt:i4>
      </vt:variant>
      <vt:variant>
        <vt:lpstr>幻灯片标题</vt:lpstr>
      </vt:variant>
      <vt:variant>
        <vt:i4>34</vt:i4>
      </vt:variant>
    </vt:vector>
  </HeadingPairs>
  <TitlesOfParts>
    <vt:vector size="54" baseType="lpstr">
      <vt:lpstr>Arial</vt:lpstr>
      <vt:lpstr>宋体</vt:lpstr>
      <vt:lpstr>Wingdings</vt:lpstr>
      <vt:lpstr>微软雅黑</vt:lpstr>
      <vt:lpstr>Meiryo</vt:lpstr>
      <vt:lpstr>Yu Gothic</vt:lpstr>
      <vt:lpstr>黑体</vt:lpstr>
      <vt:lpstr>Impact</vt:lpstr>
      <vt:lpstr>方正舒体</vt:lpstr>
      <vt:lpstr>Calibri</vt:lpstr>
      <vt:lpstr>Arial Unicode MS</vt:lpstr>
      <vt:lpstr>Times New Roman</vt:lpstr>
      <vt:lpstr>幼圆</vt:lpstr>
      <vt:lpstr>楷体</vt:lpstr>
      <vt:lpstr>Curlz MT</vt:lpstr>
      <vt:lpstr>Gabriola</vt:lpstr>
      <vt:lpstr>Kozuka Gothic Pr6N B</vt:lpstr>
      <vt:lpstr>1_basetag20163066_docer798253.唯美清新毕业论文答辩</vt:lpstr>
      <vt:lpstr>2_basetag20163066_docer798253.唯美清新毕业论文答辩</vt:lpstr>
      <vt:lpstr>3_basetag20163066_docer798253.唯美清新毕业论文答辩</vt:lpstr>
      <vt:lpstr>变压器入门知识</vt:lpstr>
      <vt:lpstr>变压器的基本原理</vt:lpstr>
      <vt:lpstr>变压器用途                           主要构件</vt:lpstr>
      <vt:lpstr>铁芯 绕组</vt:lpstr>
      <vt:lpstr>PowerPoint 演示文稿</vt:lpstr>
      <vt:lpstr>主要步骤：</vt:lpstr>
      <vt:lpstr>PowerPoint 演示文稿</vt:lpstr>
      <vt:lpstr>变压器组成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变压器分类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冷却方式以及报价因素</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SamShen</cp:lastModifiedBy>
  <cp:revision>11</cp:revision>
  <dcterms:created xsi:type="dcterms:W3CDTF">2017-12-27T08:34:00Z</dcterms:created>
  <dcterms:modified xsi:type="dcterms:W3CDTF">2023-11-15T09:46:25Z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1F653329F3974335894DBA1609EB7951</vt:lpwstr>
  </property>
</Properties>
</file>