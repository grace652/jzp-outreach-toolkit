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heme/theme4.xml" ContentType="application/vnd.openxmlformats-officedocument.theme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notesSlides/notesSlide1.xml" ContentType="application/vnd.openxmlformats-officedocument.presentationml.notesSlide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notesSlides/notesSlide2.xml" ContentType="application/vnd.openxmlformats-officedocument.presentationml.notesSlide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notesSlides/notesSlide3.xml" ContentType="application/vnd.openxmlformats-officedocument.presentationml.notesSlide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notesSlides/notesSlide4.xml" ContentType="application/vnd.openxmlformats-officedocument.presentationml.notesSlide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notesSlides/notesSlide5.xml" ContentType="application/vnd.openxmlformats-officedocument.presentationml.notesSlide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notesSlides/notesSlide6.xml" ContentType="application/vnd.openxmlformats-officedocument.presentationml.notesSlide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notesSlides/notesSlide7.xml" ContentType="application/vnd.openxmlformats-officedocument.presentationml.notesSlide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notesSlides/notesSlide8.xml" ContentType="application/vnd.openxmlformats-officedocument.presentationml.notesSlide+xml"/>
  <Override PartName="/ppt/tags/tag676.xml" ContentType="application/vnd.openxmlformats-officedocument.presentationml.tags+xml"/>
  <Override PartName="/ppt/notesSlides/notesSlide9.xml" ContentType="application/vnd.openxmlformats-officedocument.presentationml.notesSlide+xml"/>
  <Override PartName="/ppt/tags/tag677.xml" ContentType="application/vnd.openxmlformats-officedocument.presentationml.tags+xml"/>
  <Override PartName="/ppt/notesSlides/notesSlide10.xml" ContentType="application/vnd.openxmlformats-officedocument.presentationml.notesSlide+xml"/>
  <Override PartName="/ppt/tags/tag678.xml" ContentType="application/vnd.openxmlformats-officedocument.presentationml.tags+xml"/>
  <Override PartName="/ppt/notesSlides/notesSlide11.xml" ContentType="application/vnd.openxmlformats-officedocument.presentationml.notesSlide+xml"/>
  <Override PartName="/ppt/tags/tag679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>
  <p:sldMasterIdLst>
    <p:sldMasterId id="2147483648" r:id="rId1"/>
    <p:sldMasterId id="2147483672" r:id="rId2"/>
    <p:sldMasterId id="2147483691" r:id="rId3"/>
  </p:sldMasterIdLst>
  <p:notesMasterIdLst>
    <p:notesMasterId r:id="rId40"/>
  </p:notesMasterIdLst>
  <p:sldIdLst>
    <p:sldId id="256" r:id="rId4"/>
    <p:sldId id="387" r:id="rId5"/>
    <p:sldId id="258" r:id="rId6"/>
    <p:sldId id="353" r:id="rId7"/>
    <p:sldId id="418" r:id="rId8"/>
    <p:sldId id="420" r:id="rId9"/>
    <p:sldId id="421" r:id="rId10"/>
    <p:sldId id="318" r:id="rId11"/>
    <p:sldId id="452" r:id="rId12"/>
    <p:sldId id="453" r:id="rId13"/>
    <p:sldId id="325" r:id="rId14"/>
    <p:sldId id="315" r:id="rId15"/>
    <p:sldId id="423" r:id="rId16"/>
    <p:sldId id="424" r:id="rId17"/>
    <p:sldId id="425" r:id="rId18"/>
    <p:sldId id="427" r:id="rId19"/>
    <p:sldId id="428" r:id="rId20"/>
    <p:sldId id="429" r:id="rId21"/>
    <p:sldId id="430" r:id="rId22"/>
    <p:sldId id="431" r:id="rId23"/>
    <p:sldId id="451" r:id="rId24"/>
    <p:sldId id="433" r:id="rId25"/>
    <p:sldId id="432" r:id="rId26"/>
    <p:sldId id="434" r:id="rId27"/>
    <p:sldId id="436" r:id="rId28"/>
    <p:sldId id="438" r:id="rId29"/>
    <p:sldId id="439" r:id="rId30"/>
    <p:sldId id="440" r:id="rId31"/>
    <p:sldId id="441" r:id="rId32"/>
    <p:sldId id="442" r:id="rId33"/>
    <p:sldId id="444" r:id="rId34"/>
    <p:sldId id="445" r:id="rId35"/>
    <p:sldId id="446" r:id="rId36"/>
    <p:sldId id="447" r:id="rId37"/>
    <p:sldId id="448" r:id="rId38"/>
    <p:sldId id="261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0000"/>
    <a:srgbClr val="A40000"/>
    <a:srgbClr val="9E0000"/>
    <a:srgbClr val="C7450B"/>
    <a:srgbClr val="E24E0C"/>
    <a:srgbClr val="DC6140"/>
    <a:srgbClr val="E60000"/>
    <a:srgbClr val="C9670D"/>
    <a:srgbClr val="66B5C9"/>
    <a:srgbClr val="EDB1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5" autoAdjust="0"/>
    <p:restoredTop sz="96201" autoAdjust="0"/>
  </p:normalViewPr>
  <p:slideViewPr>
    <p:cSldViewPr snapToGrid="0">
      <p:cViewPr varScale="1">
        <p:scale>
          <a:sx n="87" d="100"/>
          <a:sy n="87" d="100"/>
        </p:scale>
        <p:origin x="64" y="2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presProps" Target="pres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viewProps" Target="viewProp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20" Type="http://schemas.openxmlformats.org/officeDocument/2006/relationships/slide" Target="slides/slide17.xml"/><Relationship Id="rId41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719A8C-CE32-468A-A376-38152692F3E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charset="0"/>
                <a:ea typeface="微软雅黑" panose="020B0503020204020204" charset="-122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charset="0"/>
              <a:ea typeface="微软雅黑" panose="020B0503020204020204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18" Type="http://schemas.openxmlformats.org/officeDocument/2006/relationships/tags" Target="../tags/tag24.xml"/><Relationship Id="rId3" Type="http://schemas.openxmlformats.org/officeDocument/2006/relationships/tags" Target="../tags/tag9.xml"/><Relationship Id="rId21" Type="http://schemas.openxmlformats.org/officeDocument/2006/relationships/image" Target="../media/image1.png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17" Type="http://schemas.openxmlformats.org/officeDocument/2006/relationships/tags" Target="../tags/tag23.xml"/><Relationship Id="rId2" Type="http://schemas.openxmlformats.org/officeDocument/2006/relationships/tags" Target="../tags/tag8.xml"/><Relationship Id="rId16" Type="http://schemas.openxmlformats.org/officeDocument/2006/relationships/tags" Target="../tags/tag22.xml"/><Relationship Id="rId20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5" Type="http://schemas.openxmlformats.org/officeDocument/2006/relationships/tags" Target="../tags/tag21.xml"/><Relationship Id="rId10" Type="http://schemas.openxmlformats.org/officeDocument/2006/relationships/tags" Target="../tags/tag16.xml"/><Relationship Id="rId19" Type="http://schemas.openxmlformats.org/officeDocument/2006/relationships/tags" Target="../tags/tag25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tags" Target="../tags/tag2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13" Type="http://schemas.openxmlformats.org/officeDocument/2006/relationships/tags" Target="../tags/tag38.xml"/><Relationship Id="rId18" Type="http://schemas.openxmlformats.org/officeDocument/2006/relationships/tags" Target="../tags/tag43.xml"/><Relationship Id="rId26" Type="http://schemas.openxmlformats.org/officeDocument/2006/relationships/tags" Target="../tags/tag51.xml"/><Relationship Id="rId3" Type="http://schemas.openxmlformats.org/officeDocument/2006/relationships/tags" Target="../tags/tag28.xml"/><Relationship Id="rId21" Type="http://schemas.openxmlformats.org/officeDocument/2006/relationships/tags" Target="../tags/tag46.xml"/><Relationship Id="rId7" Type="http://schemas.openxmlformats.org/officeDocument/2006/relationships/tags" Target="../tags/tag32.xml"/><Relationship Id="rId12" Type="http://schemas.openxmlformats.org/officeDocument/2006/relationships/tags" Target="../tags/tag37.xml"/><Relationship Id="rId17" Type="http://schemas.openxmlformats.org/officeDocument/2006/relationships/tags" Target="../tags/tag42.xml"/><Relationship Id="rId25" Type="http://schemas.openxmlformats.org/officeDocument/2006/relationships/tags" Target="../tags/tag50.xml"/><Relationship Id="rId2" Type="http://schemas.openxmlformats.org/officeDocument/2006/relationships/tags" Target="../tags/tag27.xml"/><Relationship Id="rId16" Type="http://schemas.openxmlformats.org/officeDocument/2006/relationships/tags" Target="../tags/tag41.xml"/><Relationship Id="rId20" Type="http://schemas.openxmlformats.org/officeDocument/2006/relationships/tags" Target="../tags/tag45.xml"/><Relationship Id="rId29" Type="http://schemas.openxmlformats.org/officeDocument/2006/relationships/tags" Target="../tags/tag54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tags" Target="../tags/tag36.xml"/><Relationship Id="rId24" Type="http://schemas.openxmlformats.org/officeDocument/2006/relationships/tags" Target="../tags/tag49.xml"/><Relationship Id="rId32" Type="http://schemas.openxmlformats.org/officeDocument/2006/relationships/slideMaster" Target="../slideMasters/slideMaster1.xml"/><Relationship Id="rId5" Type="http://schemas.openxmlformats.org/officeDocument/2006/relationships/tags" Target="../tags/tag30.xml"/><Relationship Id="rId15" Type="http://schemas.openxmlformats.org/officeDocument/2006/relationships/tags" Target="../tags/tag40.xml"/><Relationship Id="rId23" Type="http://schemas.openxmlformats.org/officeDocument/2006/relationships/tags" Target="../tags/tag48.xml"/><Relationship Id="rId28" Type="http://schemas.openxmlformats.org/officeDocument/2006/relationships/tags" Target="../tags/tag53.xml"/><Relationship Id="rId10" Type="http://schemas.openxmlformats.org/officeDocument/2006/relationships/tags" Target="../tags/tag35.xml"/><Relationship Id="rId19" Type="http://schemas.openxmlformats.org/officeDocument/2006/relationships/tags" Target="../tags/tag44.xml"/><Relationship Id="rId31" Type="http://schemas.openxmlformats.org/officeDocument/2006/relationships/tags" Target="../tags/tag56.xml"/><Relationship Id="rId4" Type="http://schemas.openxmlformats.org/officeDocument/2006/relationships/tags" Target="../tags/tag29.xml"/><Relationship Id="rId9" Type="http://schemas.openxmlformats.org/officeDocument/2006/relationships/tags" Target="../tags/tag34.xml"/><Relationship Id="rId14" Type="http://schemas.openxmlformats.org/officeDocument/2006/relationships/tags" Target="../tags/tag39.xml"/><Relationship Id="rId22" Type="http://schemas.openxmlformats.org/officeDocument/2006/relationships/tags" Target="../tags/tag47.xml"/><Relationship Id="rId27" Type="http://schemas.openxmlformats.org/officeDocument/2006/relationships/tags" Target="../tags/tag52.xml"/><Relationship Id="rId30" Type="http://schemas.openxmlformats.org/officeDocument/2006/relationships/tags" Target="../tags/tag55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59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6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8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94.xml"/><Relationship Id="rId4" Type="http://schemas.openxmlformats.org/officeDocument/2006/relationships/tags" Target="../tags/tag9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9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6" Type="http://schemas.openxmlformats.org/officeDocument/2006/relationships/image" Target="../media/image3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2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16.xml"/><Relationship Id="rId13" Type="http://schemas.openxmlformats.org/officeDocument/2006/relationships/tags" Target="../tags/tag121.xml"/><Relationship Id="rId18" Type="http://schemas.openxmlformats.org/officeDocument/2006/relationships/tags" Target="../tags/tag126.xml"/><Relationship Id="rId3" Type="http://schemas.openxmlformats.org/officeDocument/2006/relationships/tags" Target="../tags/tag111.xml"/><Relationship Id="rId21" Type="http://schemas.openxmlformats.org/officeDocument/2006/relationships/slideMaster" Target="../slideMasters/slideMaster2.xml"/><Relationship Id="rId7" Type="http://schemas.openxmlformats.org/officeDocument/2006/relationships/tags" Target="../tags/tag115.xml"/><Relationship Id="rId12" Type="http://schemas.openxmlformats.org/officeDocument/2006/relationships/tags" Target="../tags/tag120.xml"/><Relationship Id="rId17" Type="http://schemas.openxmlformats.org/officeDocument/2006/relationships/tags" Target="../tags/tag125.xml"/><Relationship Id="rId2" Type="http://schemas.openxmlformats.org/officeDocument/2006/relationships/tags" Target="../tags/tag110.xml"/><Relationship Id="rId16" Type="http://schemas.openxmlformats.org/officeDocument/2006/relationships/tags" Target="../tags/tag124.xml"/><Relationship Id="rId20" Type="http://schemas.openxmlformats.org/officeDocument/2006/relationships/tags" Target="../tags/tag128.xml"/><Relationship Id="rId1" Type="http://schemas.openxmlformats.org/officeDocument/2006/relationships/tags" Target="../tags/tag109.xml"/><Relationship Id="rId6" Type="http://schemas.openxmlformats.org/officeDocument/2006/relationships/tags" Target="../tags/tag114.xml"/><Relationship Id="rId11" Type="http://schemas.openxmlformats.org/officeDocument/2006/relationships/tags" Target="../tags/tag119.xml"/><Relationship Id="rId5" Type="http://schemas.openxmlformats.org/officeDocument/2006/relationships/tags" Target="../tags/tag113.xml"/><Relationship Id="rId15" Type="http://schemas.openxmlformats.org/officeDocument/2006/relationships/tags" Target="../tags/tag123.xml"/><Relationship Id="rId10" Type="http://schemas.openxmlformats.org/officeDocument/2006/relationships/tags" Target="../tags/tag118.xml"/><Relationship Id="rId19" Type="http://schemas.openxmlformats.org/officeDocument/2006/relationships/tags" Target="../tags/tag127.xml"/><Relationship Id="rId4" Type="http://schemas.openxmlformats.org/officeDocument/2006/relationships/tags" Target="../tags/tag112.xml"/><Relationship Id="rId9" Type="http://schemas.openxmlformats.org/officeDocument/2006/relationships/tags" Target="../tags/tag117.xml"/><Relationship Id="rId14" Type="http://schemas.openxmlformats.org/officeDocument/2006/relationships/tags" Target="../tags/tag122.xml"/><Relationship Id="rId22" Type="http://schemas.openxmlformats.org/officeDocument/2006/relationships/image" Target="../media/image4.jpe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36.xml"/><Relationship Id="rId13" Type="http://schemas.openxmlformats.org/officeDocument/2006/relationships/tags" Target="../tags/tag141.xml"/><Relationship Id="rId18" Type="http://schemas.openxmlformats.org/officeDocument/2006/relationships/tags" Target="../tags/tag146.xml"/><Relationship Id="rId26" Type="http://schemas.openxmlformats.org/officeDocument/2006/relationships/tags" Target="../tags/tag154.xml"/><Relationship Id="rId3" Type="http://schemas.openxmlformats.org/officeDocument/2006/relationships/tags" Target="../tags/tag131.xml"/><Relationship Id="rId21" Type="http://schemas.openxmlformats.org/officeDocument/2006/relationships/tags" Target="../tags/tag149.xml"/><Relationship Id="rId7" Type="http://schemas.openxmlformats.org/officeDocument/2006/relationships/tags" Target="../tags/tag135.xml"/><Relationship Id="rId12" Type="http://schemas.openxmlformats.org/officeDocument/2006/relationships/tags" Target="../tags/tag140.xml"/><Relationship Id="rId17" Type="http://schemas.openxmlformats.org/officeDocument/2006/relationships/tags" Target="../tags/tag145.xml"/><Relationship Id="rId25" Type="http://schemas.openxmlformats.org/officeDocument/2006/relationships/tags" Target="../tags/tag153.xml"/><Relationship Id="rId2" Type="http://schemas.openxmlformats.org/officeDocument/2006/relationships/tags" Target="../tags/tag130.xml"/><Relationship Id="rId16" Type="http://schemas.openxmlformats.org/officeDocument/2006/relationships/tags" Target="../tags/tag144.xml"/><Relationship Id="rId20" Type="http://schemas.openxmlformats.org/officeDocument/2006/relationships/tags" Target="../tags/tag148.xml"/><Relationship Id="rId29" Type="http://schemas.openxmlformats.org/officeDocument/2006/relationships/tags" Target="../tags/tag157.xml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11" Type="http://schemas.openxmlformats.org/officeDocument/2006/relationships/tags" Target="../tags/tag139.xml"/><Relationship Id="rId24" Type="http://schemas.openxmlformats.org/officeDocument/2006/relationships/tags" Target="../tags/tag152.xml"/><Relationship Id="rId32" Type="http://schemas.openxmlformats.org/officeDocument/2006/relationships/slideMaster" Target="../slideMasters/slideMaster2.xml"/><Relationship Id="rId5" Type="http://schemas.openxmlformats.org/officeDocument/2006/relationships/tags" Target="../tags/tag133.xml"/><Relationship Id="rId15" Type="http://schemas.openxmlformats.org/officeDocument/2006/relationships/tags" Target="../tags/tag143.xml"/><Relationship Id="rId23" Type="http://schemas.openxmlformats.org/officeDocument/2006/relationships/tags" Target="../tags/tag151.xml"/><Relationship Id="rId28" Type="http://schemas.openxmlformats.org/officeDocument/2006/relationships/tags" Target="../tags/tag156.xml"/><Relationship Id="rId10" Type="http://schemas.openxmlformats.org/officeDocument/2006/relationships/tags" Target="../tags/tag138.xml"/><Relationship Id="rId19" Type="http://schemas.openxmlformats.org/officeDocument/2006/relationships/tags" Target="../tags/tag147.xml"/><Relationship Id="rId31" Type="http://schemas.openxmlformats.org/officeDocument/2006/relationships/tags" Target="../tags/tag159.xml"/><Relationship Id="rId4" Type="http://schemas.openxmlformats.org/officeDocument/2006/relationships/tags" Target="../tags/tag132.xml"/><Relationship Id="rId9" Type="http://schemas.openxmlformats.org/officeDocument/2006/relationships/tags" Target="../tags/tag137.xml"/><Relationship Id="rId14" Type="http://schemas.openxmlformats.org/officeDocument/2006/relationships/tags" Target="../tags/tag142.xml"/><Relationship Id="rId22" Type="http://schemas.openxmlformats.org/officeDocument/2006/relationships/tags" Target="../tags/tag150.xml"/><Relationship Id="rId27" Type="http://schemas.openxmlformats.org/officeDocument/2006/relationships/tags" Target="../tags/tag155.xml"/><Relationship Id="rId30" Type="http://schemas.openxmlformats.org/officeDocument/2006/relationships/tags" Target="../tags/tag158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62.xml"/><Relationship Id="rId7" Type="http://schemas.openxmlformats.org/officeDocument/2006/relationships/tags" Target="../tags/tag166.xml"/><Relationship Id="rId2" Type="http://schemas.openxmlformats.org/officeDocument/2006/relationships/tags" Target="../tags/tag161.xml"/><Relationship Id="rId1" Type="http://schemas.openxmlformats.org/officeDocument/2006/relationships/tags" Target="../tags/tag160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9" Type="http://schemas.openxmlformats.org/officeDocument/2006/relationships/image" Target="../media/image4.jpe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169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68.xml"/><Relationship Id="rId1" Type="http://schemas.openxmlformats.org/officeDocument/2006/relationships/tags" Target="../tags/tag167.xml"/><Relationship Id="rId6" Type="http://schemas.openxmlformats.org/officeDocument/2006/relationships/tags" Target="../tags/tag172.xml"/><Relationship Id="rId5" Type="http://schemas.openxmlformats.org/officeDocument/2006/relationships/tags" Target="../tags/tag171.xml"/><Relationship Id="rId4" Type="http://schemas.openxmlformats.org/officeDocument/2006/relationships/tags" Target="../tags/tag170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80.xml"/><Relationship Id="rId3" Type="http://schemas.openxmlformats.org/officeDocument/2006/relationships/tags" Target="../tags/tag175.xml"/><Relationship Id="rId7" Type="http://schemas.openxmlformats.org/officeDocument/2006/relationships/tags" Target="../tags/tag179.xml"/><Relationship Id="rId2" Type="http://schemas.openxmlformats.org/officeDocument/2006/relationships/tags" Target="../tags/tag174.xml"/><Relationship Id="rId1" Type="http://schemas.openxmlformats.org/officeDocument/2006/relationships/tags" Target="../tags/tag173.xml"/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9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84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" Type="http://schemas.openxmlformats.org/officeDocument/2006/relationships/tags" Target="../tags/tag185.xml"/><Relationship Id="rId4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90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89.xml"/><Relationship Id="rId1" Type="http://schemas.openxmlformats.org/officeDocument/2006/relationships/tags" Target="../tags/tag188.xml"/><Relationship Id="rId6" Type="http://schemas.openxmlformats.org/officeDocument/2006/relationships/tags" Target="../tags/tag193.xml"/><Relationship Id="rId5" Type="http://schemas.openxmlformats.org/officeDocument/2006/relationships/tags" Target="../tags/tag192.xml"/><Relationship Id="rId4" Type="http://schemas.openxmlformats.org/officeDocument/2006/relationships/tags" Target="../tags/tag19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tags" Target="../tags/tag194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198.xml"/><Relationship Id="rId4" Type="http://schemas.openxmlformats.org/officeDocument/2006/relationships/tags" Target="../tags/tag197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201.xml"/><Relationship Id="rId2" Type="http://schemas.openxmlformats.org/officeDocument/2006/relationships/tags" Target="../tags/tag200.xml"/><Relationship Id="rId1" Type="http://schemas.openxmlformats.org/officeDocument/2006/relationships/tags" Target="../tags/tag19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0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205.xml"/><Relationship Id="rId7" Type="http://schemas.openxmlformats.org/officeDocument/2006/relationships/image" Target="../media/image5.jpeg"/><Relationship Id="rId2" Type="http://schemas.openxmlformats.org/officeDocument/2006/relationships/tags" Target="../tags/tag204.xml"/><Relationship Id="rId1" Type="http://schemas.openxmlformats.org/officeDocument/2006/relationships/tags" Target="../tags/tag203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07.xml"/><Relationship Id="rId4" Type="http://schemas.openxmlformats.org/officeDocument/2006/relationships/tags" Target="../tags/tag206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215.xml"/><Relationship Id="rId3" Type="http://schemas.openxmlformats.org/officeDocument/2006/relationships/tags" Target="../tags/tag210.xml"/><Relationship Id="rId7" Type="http://schemas.openxmlformats.org/officeDocument/2006/relationships/tags" Target="../tags/tag214.xml"/><Relationship Id="rId2" Type="http://schemas.openxmlformats.org/officeDocument/2006/relationships/tags" Target="../tags/tag209.xml"/><Relationship Id="rId1" Type="http://schemas.openxmlformats.org/officeDocument/2006/relationships/tags" Target="../tags/tag208.xml"/><Relationship Id="rId6" Type="http://schemas.openxmlformats.org/officeDocument/2006/relationships/tags" Target="../tags/tag213.xml"/><Relationship Id="rId5" Type="http://schemas.openxmlformats.org/officeDocument/2006/relationships/tags" Target="../tags/tag212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11.xml"/><Relationship Id="rId9" Type="http://schemas.openxmlformats.org/officeDocument/2006/relationships/tags" Target="../tags/tag216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219.xml"/><Relationship Id="rId7" Type="http://schemas.openxmlformats.org/officeDocument/2006/relationships/tags" Target="../tags/tag223.xml"/><Relationship Id="rId2" Type="http://schemas.openxmlformats.org/officeDocument/2006/relationships/tags" Target="../tags/tag218.xml"/><Relationship Id="rId1" Type="http://schemas.openxmlformats.org/officeDocument/2006/relationships/tags" Target="../tags/tag217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9" Type="http://schemas.openxmlformats.org/officeDocument/2006/relationships/image" Target="../media/image5.jpe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231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226.xml"/><Relationship Id="rId7" Type="http://schemas.openxmlformats.org/officeDocument/2006/relationships/tags" Target="../tags/tag230.xml"/><Relationship Id="rId12" Type="http://schemas.openxmlformats.org/officeDocument/2006/relationships/tags" Target="../tags/tag235.xml"/><Relationship Id="rId2" Type="http://schemas.openxmlformats.org/officeDocument/2006/relationships/tags" Target="../tags/tag225.xml"/><Relationship Id="rId1" Type="http://schemas.openxmlformats.org/officeDocument/2006/relationships/tags" Target="../tags/tag224.xml"/><Relationship Id="rId6" Type="http://schemas.openxmlformats.org/officeDocument/2006/relationships/tags" Target="../tags/tag229.xml"/><Relationship Id="rId11" Type="http://schemas.openxmlformats.org/officeDocument/2006/relationships/tags" Target="../tags/tag234.xml"/><Relationship Id="rId5" Type="http://schemas.openxmlformats.org/officeDocument/2006/relationships/tags" Target="../tags/tag228.xml"/><Relationship Id="rId10" Type="http://schemas.openxmlformats.org/officeDocument/2006/relationships/tags" Target="../tags/tag233.xml"/><Relationship Id="rId4" Type="http://schemas.openxmlformats.org/officeDocument/2006/relationships/tags" Target="../tags/tag227.xml"/><Relationship Id="rId9" Type="http://schemas.openxmlformats.org/officeDocument/2006/relationships/tags" Target="../tags/tag23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243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238.xml"/><Relationship Id="rId7" Type="http://schemas.openxmlformats.org/officeDocument/2006/relationships/tags" Target="../tags/tag242.xml"/><Relationship Id="rId12" Type="http://schemas.openxmlformats.org/officeDocument/2006/relationships/tags" Target="../tags/tag247.xml"/><Relationship Id="rId2" Type="http://schemas.openxmlformats.org/officeDocument/2006/relationships/tags" Target="../tags/tag237.xml"/><Relationship Id="rId1" Type="http://schemas.openxmlformats.org/officeDocument/2006/relationships/tags" Target="../tags/tag236.xml"/><Relationship Id="rId6" Type="http://schemas.openxmlformats.org/officeDocument/2006/relationships/tags" Target="../tags/tag241.xml"/><Relationship Id="rId11" Type="http://schemas.openxmlformats.org/officeDocument/2006/relationships/tags" Target="../tags/tag246.xml"/><Relationship Id="rId5" Type="http://schemas.openxmlformats.org/officeDocument/2006/relationships/tags" Target="../tags/tag240.xml"/><Relationship Id="rId10" Type="http://schemas.openxmlformats.org/officeDocument/2006/relationships/tags" Target="../tags/tag245.xml"/><Relationship Id="rId4" Type="http://schemas.openxmlformats.org/officeDocument/2006/relationships/tags" Target="../tags/tag239.xml"/><Relationship Id="rId9" Type="http://schemas.openxmlformats.org/officeDocument/2006/relationships/tags" Target="../tags/tag244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255.xml"/><Relationship Id="rId13" Type="http://schemas.openxmlformats.org/officeDocument/2006/relationships/slideMaster" Target="../slideMasters/slideMaster2.xml"/><Relationship Id="rId3" Type="http://schemas.openxmlformats.org/officeDocument/2006/relationships/tags" Target="../tags/tag250.xml"/><Relationship Id="rId7" Type="http://schemas.openxmlformats.org/officeDocument/2006/relationships/tags" Target="../tags/tag254.xml"/><Relationship Id="rId12" Type="http://schemas.openxmlformats.org/officeDocument/2006/relationships/tags" Target="../tags/tag259.xml"/><Relationship Id="rId2" Type="http://schemas.openxmlformats.org/officeDocument/2006/relationships/tags" Target="../tags/tag249.xml"/><Relationship Id="rId1" Type="http://schemas.openxmlformats.org/officeDocument/2006/relationships/tags" Target="../tags/tag248.xml"/><Relationship Id="rId6" Type="http://schemas.openxmlformats.org/officeDocument/2006/relationships/tags" Target="../tags/tag253.xml"/><Relationship Id="rId11" Type="http://schemas.openxmlformats.org/officeDocument/2006/relationships/tags" Target="../tags/tag258.xml"/><Relationship Id="rId5" Type="http://schemas.openxmlformats.org/officeDocument/2006/relationships/tags" Target="../tags/tag252.xml"/><Relationship Id="rId10" Type="http://schemas.openxmlformats.org/officeDocument/2006/relationships/tags" Target="../tags/tag257.xml"/><Relationship Id="rId4" Type="http://schemas.openxmlformats.org/officeDocument/2006/relationships/tags" Target="../tags/tag251.xml"/><Relationship Id="rId9" Type="http://schemas.openxmlformats.org/officeDocument/2006/relationships/tags" Target="../tags/tag256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67.xml"/><Relationship Id="rId3" Type="http://schemas.openxmlformats.org/officeDocument/2006/relationships/tags" Target="../tags/tag262.xml"/><Relationship Id="rId7" Type="http://schemas.openxmlformats.org/officeDocument/2006/relationships/tags" Target="../tags/tag266.xml"/><Relationship Id="rId2" Type="http://schemas.openxmlformats.org/officeDocument/2006/relationships/tags" Target="../tags/tag261.xml"/><Relationship Id="rId1" Type="http://schemas.openxmlformats.org/officeDocument/2006/relationships/tags" Target="../tags/tag260.xml"/><Relationship Id="rId6" Type="http://schemas.openxmlformats.org/officeDocument/2006/relationships/tags" Target="../tags/tag265.xml"/><Relationship Id="rId11" Type="http://schemas.openxmlformats.org/officeDocument/2006/relationships/slideMaster" Target="../slideMasters/slideMaster2.xml"/><Relationship Id="rId5" Type="http://schemas.openxmlformats.org/officeDocument/2006/relationships/tags" Target="../tags/tag264.xml"/><Relationship Id="rId10" Type="http://schemas.openxmlformats.org/officeDocument/2006/relationships/tags" Target="../tags/tag269.xml"/><Relationship Id="rId4" Type="http://schemas.openxmlformats.org/officeDocument/2006/relationships/tags" Target="../tags/tag263.xml"/><Relationship Id="rId9" Type="http://schemas.openxmlformats.org/officeDocument/2006/relationships/tags" Target="../tags/tag268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277.xml"/><Relationship Id="rId13" Type="http://schemas.openxmlformats.org/officeDocument/2006/relationships/tags" Target="../tags/tag282.xml"/><Relationship Id="rId18" Type="http://schemas.openxmlformats.org/officeDocument/2006/relationships/tags" Target="../tags/tag287.xml"/><Relationship Id="rId26" Type="http://schemas.openxmlformats.org/officeDocument/2006/relationships/image" Target="../media/image5.jpeg"/><Relationship Id="rId3" Type="http://schemas.openxmlformats.org/officeDocument/2006/relationships/tags" Target="../tags/tag272.xml"/><Relationship Id="rId21" Type="http://schemas.openxmlformats.org/officeDocument/2006/relationships/tags" Target="../tags/tag290.xml"/><Relationship Id="rId7" Type="http://schemas.openxmlformats.org/officeDocument/2006/relationships/tags" Target="../tags/tag276.xml"/><Relationship Id="rId12" Type="http://schemas.openxmlformats.org/officeDocument/2006/relationships/tags" Target="../tags/tag281.xml"/><Relationship Id="rId17" Type="http://schemas.openxmlformats.org/officeDocument/2006/relationships/tags" Target="../tags/tag286.xml"/><Relationship Id="rId25" Type="http://schemas.openxmlformats.org/officeDocument/2006/relationships/slideMaster" Target="../slideMasters/slideMaster2.xml"/><Relationship Id="rId2" Type="http://schemas.openxmlformats.org/officeDocument/2006/relationships/tags" Target="../tags/tag271.xml"/><Relationship Id="rId16" Type="http://schemas.openxmlformats.org/officeDocument/2006/relationships/tags" Target="../tags/tag285.xml"/><Relationship Id="rId20" Type="http://schemas.openxmlformats.org/officeDocument/2006/relationships/tags" Target="../tags/tag289.xml"/><Relationship Id="rId1" Type="http://schemas.openxmlformats.org/officeDocument/2006/relationships/tags" Target="../tags/tag270.xml"/><Relationship Id="rId6" Type="http://schemas.openxmlformats.org/officeDocument/2006/relationships/tags" Target="../tags/tag275.xml"/><Relationship Id="rId11" Type="http://schemas.openxmlformats.org/officeDocument/2006/relationships/tags" Target="../tags/tag280.xml"/><Relationship Id="rId24" Type="http://schemas.openxmlformats.org/officeDocument/2006/relationships/tags" Target="../tags/tag293.xml"/><Relationship Id="rId5" Type="http://schemas.openxmlformats.org/officeDocument/2006/relationships/tags" Target="../tags/tag274.xml"/><Relationship Id="rId15" Type="http://schemas.openxmlformats.org/officeDocument/2006/relationships/tags" Target="../tags/tag284.xml"/><Relationship Id="rId23" Type="http://schemas.openxmlformats.org/officeDocument/2006/relationships/tags" Target="../tags/tag292.xml"/><Relationship Id="rId10" Type="http://schemas.openxmlformats.org/officeDocument/2006/relationships/tags" Target="../tags/tag279.xml"/><Relationship Id="rId19" Type="http://schemas.openxmlformats.org/officeDocument/2006/relationships/tags" Target="../tags/tag288.xml"/><Relationship Id="rId4" Type="http://schemas.openxmlformats.org/officeDocument/2006/relationships/tags" Target="../tags/tag273.xml"/><Relationship Id="rId9" Type="http://schemas.openxmlformats.org/officeDocument/2006/relationships/tags" Target="../tags/tag278.xml"/><Relationship Id="rId14" Type="http://schemas.openxmlformats.org/officeDocument/2006/relationships/tags" Target="../tags/tag283.xml"/><Relationship Id="rId22" Type="http://schemas.openxmlformats.org/officeDocument/2006/relationships/tags" Target="../tags/tag291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307.xml"/><Relationship Id="rId13" Type="http://schemas.openxmlformats.org/officeDocument/2006/relationships/tags" Target="../tags/tag312.xml"/><Relationship Id="rId18" Type="http://schemas.openxmlformats.org/officeDocument/2006/relationships/tags" Target="../tags/tag317.xml"/><Relationship Id="rId3" Type="http://schemas.openxmlformats.org/officeDocument/2006/relationships/tags" Target="../tags/tag302.xml"/><Relationship Id="rId21" Type="http://schemas.openxmlformats.org/officeDocument/2006/relationships/image" Target="../media/image6.png"/><Relationship Id="rId7" Type="http://schemas.openxmlformats.org/officeDocument/2006/relationships/tags" Target="../tags/tag306.xml"/><Relationship Id="rId12" Type="http://schemas.openxmlformats.org/officeDocument/2006/relationships/tags" Target="../tags/tag311.xml"/><Relationship Id="rId17" Type="http://schemas.openxmlformats.org/officeDocument/2006/relationships/tags" Target="../tags/tag316.xml"/><Relationship Id="rId2" Type="http://schemas.openxmlformats.org/officeDocument/2006/relationships/tags" Target="../tags/tag301.xml"/><Relationship Id="rId16" Type="http://schemas.openxmlformats.org/officeDocument/2006/relationships/tags" Target="../tags/tag315.xml"/><Relationship Id="rId20" Type="http://schemas.openxmlformats.org/officeDocument/2006/relationships/slideMaster" Target="../slideMasters/slideMaster3.xml"/><Relationship Id="rId1" Type="http://schemas.openxmlformats.org/officeDocument/2006/relationships/tags" Target="../tags/tag300.xml"/><Relationship Id="rId6" Type="http://schemas.openxmlformats.org/officeDocument/2006/relationships/tags" Target="../tags/tag305.xml"/><Relationship Id="rId11" Type="http://schemas.openxmlformats.org/officeDocument/2006/relationships/tags" Target="../tags/tag310.xml"/><Relationship Id="rId5" Type="http://schemas.openxmlformats.org/officeDocument/2006/relationships/tags" Target="../tags/tag304.xml"/><Relationship Id="rId15" Type="http://schemas.openxmlformats.org/officeDocument/2006/relationships/tags" Target="../tags/tag314.xml"/><Relationship Id="rId10" Type="http://schemas.openxmlformats.org/officeDocument/2006/relationships/tags" Target="../tags/tag309.xml"/><Relationship Id="rId19" Type="http://schemas.openxmlformats.org/officeDocument/2006/relationships/tags" Target="../tags/tag318.xml"/><Relationship Id="rId4" Type="http://schemas.openxmlformats.org/officeDocument/2006/relationships/tags" Target="../tags/tag303.xml"/><Relationship Id="rId9" Type="http://schemas.openxmlformats.org/officeDocument/2006/relationships/tags" Target="../tags/tag308.xml"/><Relationship Id="rId14" Type="http://schemas.openxmlformats.org/officeDocument/2006/relationships/tags" Target="../tags/tag313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tags" Target="../tags/tag326.xml"/><Relationship Id="rId13" Type="http://schemas.openxmlformats.org/officeDocument/2006/relationships/tags" Target="../tags/tag331.xml"/><Relationship Id="rId3" Type="http://schemas.openxmlformats.org/officeDocument/2006/relationships/tags" Target="../tags/tag321.xml"/><Relationship Id="rId7" Type="http://schemas.openxmlformats.org/officeDocument/2006/relationships/tags" Target="../tags/tag325.xml"/><Relationship Id="rId12" Type="http://schemas.openxmlformats.org/officeDocument/2006/relationships/tags" Target="../tags/tag330.xml"/><Relationship Id="rId2" Type="http://schemas.openxmlformats.org/officeDocument/2006/relationships/tags" Target="../tags/tag320.xml"/><Relationship Id="rId1" Type="http://schemas.openxmlformats.org/officeDocument/2006/relationships/tags" Target="../tags/tag319.xml"/><Relationship Id="rId6" Type="http://schemas.openxmlformats.org/officeDocument/2006/relationships/tags" Target="../tags/tag324.xml"/><Relationship Id="rId11" Type="http://schemas.openxmlformats.org/officeDocument/2006/relationships/tags" Target="../tags/tag329.xml"/><Relationship Id="rId5" Type="http://schemas.openxmlformats.org/officeDocument/2006/relationships/tags" Target="../tags/tag323.xml"/><Relationship Id="rId10" Type="http://schemas.openxmlformats.org/officeDocument/2006/relationships/tags" Target="../tags/tag328.xml"/><Relationship Id="rId4" Type="http://schemas.openxmlformats.org/officeDocument/2006/relationships/tags" Target="../tags/tag322.xml"/><Relationship Id="rId9" Type="http://schemas.openxmlformats.org/officeDocument/2006/relationships/tags" Target="../tags/tag327.xml"/><Relationship Id="rId14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339.xml"/><Relationship Id="rId3" Type="http://schemas.openxmlformats.org/officeDocument/2006/relationships/tags" Target="../tags/tag334.xml"/><Relationship Id="rId7" Type="http://schemas.openxmlformats.org/officeDocument/2006/relationships/tags" Target="../tags/tag338.xml"/><Relationship Id="rId2" Type="http://schemas.openxmlformats.org/officeDocument/2006/relationships/tags" Target="../tags/tag333.xml"/><Relationship Id="rId1" Type="http://schemas.openxmlformats.org/officeDocument/2006/relationships/tags" Target="../tags/tag332.xml"/><Relationship Id="rId6" Type="http://schemas.openxmlformats.org/officeDocument/2006/relationships/tags" Target="../tags/tag337.xml"/><Relationship Id="rId5" Type="http://schemas.openxmlformats.org/officeDocument/2006/relationships/tags" Target="../tags/tag336.xml"/><Relationship Id="rId10" Type="http://schemas.openxmlformats.org/officeDocument/2006/relationships/image" Target="../media/image7.jpeg"/><Relationship Id="rId4" Type="http://schemas.openxmlformats.org/officeDocument/2006/relationships/tags" Target="../tags/tag335.xml"/><Relationship Id="rId9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347.xml"/><Relationship Id="rId13" Type="http://schemas.openxmlformats.org/officeDocument/2006/relationships/tags" Target="../tags/tag352.xml"/><Relationship Id="rId3" Type="http://schemas.openxmlformats.org/officeDocument/2006/relationships/tags" Target="../tags/tag342.xml"/><Relationship Id="rId7" Type="http://schemas.openxmlformats.org/officeDocument/2006/relationships/tags" Target="../tags/tag346.xml"/><Relationship Id="rId12" Type="http://schemas.openxmlformats.org/officeDocument/2006/relationships/tags" Target="../tags/tag351.xml"/><Relationship Id="rId2" Type="http://schemas.openxmlformats.org/officeDocument/2006/relationships/tags" Target="../tags/tag341.xml"/><Relationship Id="rId1" Type="http://schemas.openxmlformats.org/officeDocument/2006/relationships/tags" Target="../tags/tag340.xml"/><Relationship Id="rId6" Type="http://schemas.openxmlformats.org/officeDocument/2006/relationships/tags" Target="../tags/tag345.xml"/><Relationship Id="rId11" Type="http://schemas.openxmlformats.org/officeDocument/2006/relationships/tags" Target="../tags/tag350.xml"/><Relationship Id="rId5" Type="http://schemas.openxmlformats.org/officeDocument/2006/relationships/tags" Target="../tags/tag344.xml"/><Relationship Id="rId15" Type="http://schemas.openxmlformats.org/officeDocument/2006/relationships/slideMaster" Target="../slideMasters/slideMaster3.xml"/><Relationship Id="rId10" Type="http://schemas.openxmlformats.org/officeDocument/2006/relationships/tags" Target="../tags/tag349.xml"/><Relationship Id="rId4" Type="http://schemas.openxmlformats.org/officeDocument/2006/relationships/tags" Target="../tags/tag343.xml"/><Relationship Id="rId9" Type="http://schemas.openxmlformats.org/officeDocument/2006/relationships/tags" Target="../tags/tag348.xml"/><Relationship Id="rId14" Type="http://schemas.openxmlformats.org/officeDocument/2006/relationships/tags" Target="../tags/tag353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361.xml"/><Relationship Id="rId13" Type="http://schemas.openxmlformats.org/officeDocument/2006/relationships/tags" Target="../tags/tag366.xml"/><Relationship Id="rId3" Type="http://schemas.openxmlformats.org/officeDocument/2006/relationships/tags" Target="../tags/tag356.xml"/><Relationship Id="rId7" Type="http://schemas.openxmlformats.org/officeDocument/2006/relationships/tags" Target="../tags/tag360.xml"/><Relationship Id="rId12" Type="http://schemas.openxmlformats.org/officeDocument/2006/relationships/tags" Target="../tags/tag365.xml"/><Relationship Id="rId17" Type="http://schemas.openxmlformats.org/officeDocument/2006/relationships/slideMaster" Target="../slideMasters/slideMaster3.xml"/><Relationship Id="rId2" Type="http://schemas.openxmlformats.org/officeDocument/2006/relationships/tags" Target="../tags/tag355.xml"/><Relationship Id="rId16" Type="http://schemas.openxmlformats.org/officeDocument/2006/relationships/tags" Target="../tags/tag369.xml"/><Relationship Id="rId1" Type="http://schemas.openxmlformats.org/officeDocument/2006/relationships/tags" Target="../tags/tag354.xml"/><Relationship Id="rId6" Type="http://schemas.openxmlformats.org/officeDocument/2006/relationships/tags" Target="../tags/tag359.xml"/><Relationship Id="rId11" Type="http://schemas.openxmlformats.org/officeDocument/2006/relationships/tags" Target="../tags/tag364.xml"/><Relationship Id="rId5" Type="http://schemas.openxmlformats.org/officeDocument/2006/relationships/tags" Target="../tags/tag358.xml"/><Relationship Id="rId15" Type="http://schemas.openxmlformats.org/officeDocument/2006/relationships/tags" Target="../tags/tag368.xml"/><Relationship Id="rId10" Type="http://schemas.openxmlformats.org/officeDocument/2006/relationships/tags" Target="../tags/tag363.xml"/><Relationship Id="rId4" Type="http://schemas.openxmlformats.org/officeDocument/2006/relationships/tags" Target="../tags/tag357.xml"/><Relationship Id="rId9" Type="http://schemas.openxmlformats.org/officeDocument/2006/relationships/tags" Target="../tags/tag362.xml"/><Relationship Id="rId14" Type="http://schemas.openxmlformats.org/officeDocument/2006/relationships/tags" Target="../tags/tag367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tags" Target="../tags/tag377.xml"/><Relationship Id="rId13" Type="http://schemas.openxmlformats.org/officeDocument/2006/relationships/slideMaster" Target="../slideMasters/slideMaster3.xml"/><Relationship Id="rId3" Type="http://schemas.openxmlformats.org/officeDocument/2006/relationships/tags" Target="../tags/tag372.xml"/><Relationship Id="rId7" Type="http://schemas.openxmlformats.org/officeDocument/2006/relationships/tags" Target="../tags/tag376.xml"/><Relationship Id="rId12" Type="http://schemas.openxmlformats.org/officeDocument/2006/relationships/tags" Target="../tags/tag381.xml"/><Relationship Id="rId2" Type="http://schemas.openxmlformats.org/officeDocument/2006/relationships/tags" Target="../tags/tag371.xml"/><Relationship Id="rId1" Type="http://schemas.openxmlformats.org/officeDocument/2006/relationships/tags" Target="../tags/tag370.xml"/><Relationship Id="rId6" Type="http://schemas.openxmlformats.org/officeDocument/2006/relationships/tags" Target="../tags/tag375.xml"/><Relationship Id="rId11" Type="http://schemas.openxmlformats.org/officeDocument/2006/relationships/tags" Target="../tags/tag380.xml"/><Relationship Id="rId5" Type="http://schemas.openxmlformats.org/officeDocument/2006/relationships/tags" Target="../tags/tag374.xml"/><Relationship Id="rId10" Type="http://schemas.openxmlformats.org/officeDocument/2006/relationships/tags" Target="../tags/tag379.xml"/><Relationship Id="rId4" Type="http://schemas.openxmlformats.org/officeDocument/2006/relationships/tags" Target="../tags/tag373.xml"/><Relationship Id="rId9" Type="http://schemas.openxmlformats.org/officeDocument/2006/relationships/tags" Target="../tags/tag378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384.xml"/><Relationship Id="rId2" Type="http://schemas.openxmlformats.org/officeDocument/2006/relationships/tags" Target="../tags/tag383.xml"/><Relationship Id="rId1" Type="http://schemas.openxmlformats.org/officeDocument/2006/relationships/tags" Target="../tags/tag382.xml"/><Relationship Id="rId4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392.xml"/><Relationship Id="rId3" Type="http://schemas.openxmlformats.org/officeDocument/2006/relationships/tags" Target="../tags/tag387.xml"/><Relationship Id="rId7" Type="http://schemas.openxmlformats.org/officeDocument/2006/relationships/tags" Target="../tags/tag391.xml"/><Relationship Id="rId12" Type="http://schemas.openxmlformats.org/officeDocument/2006/relationships/slideMaster" Target="../slideMasters/slideMaster3.xml"/><Relationship Id="rId2" Type="http://schemas.openxmlformats.org/officeDocument/2006/relationships/tags" Target="../tags/tag386.xml"/><Relationship Id="rId1" Type="http://schemas.openxmlformats.org/officeDocument/2006/relationships/tags" Target="../tags/tag385.xml"/><Relationship Id="rId6" Type="http://schemas.openxmlformats.org/officeDocument/2006/relationships/tags" Target="../tags/tag390.xml"/><Relationship Id="rId11" Type="http://schemas.openxmlformats.org/officeDocument/2006/relationships/tags" Target="../tags/tag395.xml"/><Relationship Id="rId5" Type="http://schemas.openxmlformats.org/officeDocument/2006/relationships/tags" Target="../tags/tag389.xml"/><Relationship Id="rId10" Type="http://schemas.openxmlformats.org/officeDocument/2006/relationships/tags" Target="../tags/tag394.xml"/><Relationship Id="rId4" Type="http://schemas.openxmlformats.org/officeDocument/2006/relationships/tags" Target="../tags/tag388.xml"/><Relationship Id="rId9" Type="http://schemas.openxmlformats.org/officeDocument/2006/relationships/tags" Target="../tags/tag393.xml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tags" Target="../tags/tag403.xml"/><Relationship Id="rId3" Type="http://schemas.openxmlformats.org/officeDocument/2006/relationships/tags" Target="../tags/tag398.xml"/><Relationship Id="rId7" Type="http://schemas.openxmlformats.org/officeDocument/2006/relationships/tags" Target="../tags/tag402.xml"/><Relationship Id="rId2" Type="http://schemas.openxmlformats.org/officeDocument/2006/relationships/tags" Target="../tags/tag397.xml"/><Relationship Id="rId1" Type="http://schemas.openxmlformats.org/officeDocument/2006/relationships/tags" Target="../tags/tag396.xml"/><Relationship Id="rId6" Type="http://schemas.openxmlformats.org/officeDocument/2006/relationships/tags" Target="../tags/tag401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400.xml"/><Relationship Id="rId10" Type="http://schemas.openxmlformats.org/officeDocument/2006/relationships/tags" Target="../tags/tag405.xml"/><Relationship Id="rId4" Type="http://schemas.openxmlformats.org/officeDocument/2006/relationships/tags" Target="../tags/tag399.xml"/><Relationship Id="rId9" Type="http://schemas.openxmlformats.org/officeDocument/2006/relationships/tags" Target="../tags/tag404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tags" Target="../tags/tag413.xml"/><Relationship Id="rId13" Type="http://schemas.openxmlformats.org/officeDocument/2006/relationships/tags" Target="../tags/tag418.xml"/><Relationship Id="rId3" Type="http://schemas.openxmlformats.org/officeDocument/2006/relationships/tags" Target="../tags/tag408.xml"/><Relationship Id="rId7" Type="http://schemas.openxmlformats.org/officeDocument/2006/relationships/tags" Target="../tags/tag412.xml"/><Relationship Id="rId12" Type="http://schemas.openxmlformats.org/officeDocument/2006/relationships/tags" Target="../tags/tag417.xml"/><Relationship Id="rId17" Type="http://schemas.openxmlformats.org/officeDocument/2006/relationships/slideMaster" Target="../slideMasters/slideMaster3.xml"/><Relationship Id="rId2" Type="http://schemas.openxmlformats.org/officeDocument/2006/relationships/tags" Target="../tags/tag407.xml"/><Relationship Id="rId16" Type="http://schemas.openxmlformats.org/officeDocument/2006/relationships/tags" Target="../tags/tag421.xml"/><Relationship Id="rId1" Type="http://schemas.openxmlformats.org/officeDocument/2006/relationships/tags" Target="../tags/tag406.xml"/><Relationship Id="rId6" Type="http://schemas.openxmlformats.org/officeDocument/2006/relationships/tags" Target="../tags/tag411.xml"/><Relationship Id="rId11" Type="http://schemas.openxmlformats.org/officeDocument/2006/relationships/tags" Target="../tags/tag416.xml"/><Relationship Id="rId5" Type="http://schemas.openxmlformats.org/officeDocument/2006/relationships/tags" Target="../tags/tag410.xml"/><Relationship Id="rId15" Type="http://schemas.openxmlformats.org/officeDocument/2006/relationships/tags" Target="../tags/tag420.xml"/><Relationship Id="rId10" Type="http://schemas.openxmlformats.org/officeDocument/2006/relationships/tags" Target="../tags/tag415.xml"/><Relationship Id="rId4" Type="http://schemas.openxmlformats.org/officeDocument/2006/relationships/tags" Target="../tags/tag409.xml"/><Relationship Id="rId9" Type="http://schemas.openxmlformats.org/officeDocument/2006/relationships/tags" Target="../tags/tag414.xml"/><Relationship Id="rId14" Type="http://schemas.openxmlformats.org/officeDocument/2006/relationships/tags" Target="../tags/tag419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429.xml"/><Relationship Id="rId3" Type="http://schemas.openxmlformats.org/officeDocument/2006/relationships/tags" Target="../tags/tag424.xml"/><Relationship Id="rId7" Type="http://schemas.openxmlformats.org/officeDocument/2006/relationships/tags" Target="../tags/tag428.xml"/><Relationship Id="rId2" Type="http://schemas.openxmlformats.org/officeDocument/2006/relationships/tags" Target="../tags/tag423.xml"/><Relationship Id="rId1" Type="http://schemas.openxmlformats.org/officeDocument/2006/relationships/tags" Target="../tags/tag422.xml"/><Relationship Id="rId6" Type="http://schemas.openxmlformats.org/officeDocument/2006/relationships/tags" Target="../tags/tag427.xml"/><Relationship Id="rId5" Type="http://schemas.openxmlformats.org/officeDocument/2006/relationships/tags" Target="../tags/tag426.xml"/><Relationship Id="rId10" Type="http://schemas.openxmlformats.org/officeDocument/2006/relationships/image" Target="../media/image8.jpeg"/><Relationship Id="rId4" Type="http://schemas.openxmlformats.org/officeDocument/2006/relationships/tags" Target="../tags/tag425.xml"/><Relationship Id="rId9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8" Type="http://schemas.openxmlformats.org/officeDocument/2006/relationships/tags" Target="../tags/tag437.xml"/><Relationship Id="rId3" Type="http://schemas.openxmlformats.org/officeDocument/2006/relationships/tags" Target="../tags/tag432.xml"/><Relationship Id="rId7" Type="http://schemas.openxmlformats.org/officeDocument/2006/relationships/tags" Target="../tags/tag436.xml"/><Relationship Id="rId2" Type="http://schemas.openxmlformats.org/officeDocument/2006/relationships/tags" Target="../tags/tag431.xml"/><Relationship Id="rId1" Type="http://schemas.openxmlformats.org/officeDocument/2006/relationships/tags" Target="../tags/tag430.xml"/><Relationship Id="rId6" Type="http://schemas.openxmlformats.org/officeDocument/2006/relationships/tags" Target="../tags/tag435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434.xml"/><Relationship Id="rId10" Type="http://schemas.openxmlformats.org/officeDocument/2006/relationships/tags" Target="../tags/tag439.xml"/><Relationship Id="rId4" Type="http://schemas.openxmlformats.org/officeDocument/2006/relationships/tags" Target="../tags/tag433.xml"/><Relationship Id="rId9" Type="http://schemas.openxmlformats.org/officeDocument/2006/relationships/tags" Target="../tags/tag438.xml"/></Relationships>
</file>

<file path=ppt/slideLayouts/_rels/slideLayout42.xml.rels><?xml version="1.0" encoding="UTF-8" standalone="yes"?>
<Relationships xmlns="http://schemas.openxmlformats.org/package/2006/relationships"><Relationship Id="rId8" Type="http://schemas.openxmlformats.org/officeDocument/2006/relationships/tags" Target="../tags/tag447.xml"/><Relationship Id="rId13" Type="http://schemas.openxmlformats.org/officeDocument/2006/relationships/tags" Target="../tags/tag452.xml"/><Relationship Id="rId3" Type="http://schemas.openxmlformats.org/officeDocument/2006/relationships/tags" Target="../tags/tag442.xml"/><Relationship Id="rId7" Type="http://schemas.openxmlformats.org/officeDocument/2006/relationships/tags" Target="../tags/tag446.xml"/><Relationship Id="rId12" Type="http://schemas.openxmlformats.org/officeDocument/2006/relationships/tags" Target="../tags/tag451.xml"/><Relationship Id="rId2" Type="http://schemas.openxmlformats.org/officeDocument/2006/relationships/tags" Target="../tags/tag441.xml"/><Relationship Id="rId1" Type="http://schemas.openxmlformats.org/officeDocument/2006/relationships/tags" Target="../tags/tag440.xml"/><Relationship Id="rId6" Type="http://schemas.openxmlformats.org/officeDocument/2006/relationships/tags" Target="../tags/tag445.xml"/><Relationship Id="rId11" Type="http://schemas.openxmlformats.org/officeDocument/2006/relationships/tags" Target="../tags/tag450.xml"/><Relationship Id="rId5" Type="http://schemas.openxmlformats.org/officeDocument/2006/relationships/tags" Target="../tags/tag444.xml"/><Relationship Id="rId10" Type="http://schemas.openxmlformats.org/officeDocument/2006/relationships/tags" Target="../tags/tag449.xml"/><Relationship Id="rId4" Type="http://schemas.openxmlformats.org/officeDocument/2006/relationships/tags" Target="../tags/tag443.xml"/><Relationship Id="rId9" Type="http://schemas.openxmlformats.org/officeDocument/2006/relationships/tags" Target="../tags/tag448.xml"/><Relationship Id="rId14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tags" Target="../tags/tag460.xml"/><Relationship Id="rId3" Type="http://schemas.openxmlformats.org/officeDocument/2006/relationships/tags" Target="../tags/tag455.xml"/><Relationship Id="rId7" Type="http://schemas.openxmlformats.org/officeDocument/2006/relationships/tags" Target="../tags/tag459.xml"/><Relationship Id="rId12" Type="http://schemas.openxmlformats.org/officeDocument/2006/relationships/slideMaster" Target="../slideMasters/slideMaster3.xml"/><Relationship Id="rId2" Type="http://schemas.openxmlformats.org/officeDocument/2006/relationships/tags" Target="../tags/tag454.xml"/><Relationship Id="rId1" Type="http://schemas.openxmlformats.org/officeDocument/2006/relationships/tags" Target="../tags/tag453.xml"/><Relationship Id="rId6" Type="http://schemas.openxmlformats.org/officeDocument/2006/relationships/tags" Target="../tags/tag458.xml"/><Relationship Id="rId11" Type="http://schemas.openxmlformats.org/officeDocument/2006/relationships/tags" Target="../tags/tag463.xml"/><Relationship Id="rId5" Type="http://schemas.openxmlformats.org/officeDocument/2006/relationships/tags" Target="../tags/tag457.xml"/><Relationship Id="rId10" Type="http://schemas.openxmlformats.org/officeDocument/2006/relationships/tags" Target="../tags/tag462.xml"/><Relationship Id="rId4" Type="http://schemas.openxmlformats.org/officeDocument/2006/relationships/tags" Target="../tags/tag456.xml"/><Relationship Id="rId9" Type="http://schemas.openxmlformats.org/officeDocument/2006/relationships/tags" Target="../tags/tag461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tags" Target="../tags/tag471.xml"/><Relationship Id="rId3" Type="http://schemas.openxmlformats.org/officeDocument/2006/relationships/tags" Target="../tags/tag466.xml"/><Relationship Id="rId7" Type="http://schemas.openxmlformats.org/officeDocument/2006/relationships/tags" Target="../tags/tag470.xml"/><Relationship Id="rId12" Type="http://schemas.openxmlformats.org/officeDocument/2006/relationships/slideMaster" Target="../slideMasters/slideMaster3.xml"/><Relationship Id="rId2" Type="http://schemas.openxmlformats.org/officeDocument/2006/relationships/tags" Target="../tags/tag465.xml"/><Relationship Id="rId1" Type="http://schemas.openxmlformats.org/officeDocument/2006/relationships/tags" Target="../tags/tag464.xml"/><Relationship Id="rId6" Type="http://schemas.openxmlformats.org/officeDocument/2006/relationships/tags" Target="../tags/tag469.xml"/><Relationship Id="rId11" Type="http://schemas.openxmlformats.org/officeDocument/2006/relationships/tags" Target="../tags/tag474.xml"/><Relationship Id="rId5" Type="http://schemas.openxmlformats.org/officeDocument/2006/relationships/tags" Target="../tags/tag468.xml"/><Relationship Id="rId10" Type="http://schemas.openxmlformats.org/officeDocument/2006/relationships/tags" Target="../tags/tag473.xml"/><Relationship Id="rId4" Type="http://schemas.openxmlformats.org/officeDocument/2006/relationships/tags" Target="../tags/tag467.xml"/><Relationship Id="rId9" Type="http://schemas.openxmlformats.org/officeDocument/2006/relationships/tags" Target="../tags/tag472.xml"/></Relationships>
</file>

<file path=ppt/slideLayouts/_rels/slideLayout45.xml.rels><?xml version="1.0" encoding="UTF-8" standalone="yes"?>
<Relationships xmlns="http://schemas.openxmlformats.org/package/2006/relationships"><Relationship Id="rId8" Type="http://schemas.openxmlformats.org/officeDocument/2006/relationships/tags" Target="../tags/tag482.xml"/><Relationship Id="rId3" Type="http://schemas.openxmlformats.org/officeDocument/2006/relationships/tags" Target="../tags/tag477.xml"/><Relationship Id="rId7" Type="http://schemas.openxmlformats.org/officeDocument/2006/relationships/tags" Target="../tags/tag481.xml"/><Relationship Id="rId12" Type="http://schemas.openxmlformats.org/officeDocument/2006/relationships/slideMaster" Target="../slideMasters/slideMaster3.xml"/><Relationship Id="rId2" Type="http://schemas.openxmlformats.org/officeDocument/2006/relationships/tags" Target="../tags/tag476.xml"/><Relationship Id="rId1" Type="http://schemas.openxmlformats.org/officeDocument/2006/relationships/tags" Target="../tags/tag475.xml"/><Relationship Id="rId6" Type="http://schemas.openxmlformats.org/officeDocument/2006/relationships/tags" Target="../tags/tag480.xml"/><Relationship Id="rId11" Type="http://schemas.openxmlformats.org/officeDocument/2006/relationships/tags" Target="../tags/tag485.xml"/><Relationship Id="rId5" Type="http://schemas.openxmlformats.org/officeDocument/2006/relationships/tags" Target="../tags/tag479.xml"/><Relationship Id="rId10" Type="http://schemas.openxmlformats.org/officeDocument/2006/relationships/tags" Target="../tags/tag484.xml"/><Relationship Id="rId4" Type="http://schemas.openxmlformats.org/officeDocument/2006/relationships/tags" Target="../tags/tag478.xml"/><Relationship Id="rId9" Type="http://schemas.openxmlformats.org/officeDocument/2006/relationships/tags" Target="../tags/tag483.xml"/></Relationships>
</file>

<file path=ppt/slideLayouts/_rels/slideLayout46.xml.rels><?xml version="1.0" encoding="UTF-8" standalone="yes"?>
<Relationships xmlns="http://schemas.openxmlformats.org/package/2006/relationships"><Relationship Id="rId8" Type="http://schemas.openxmlformats.org/officeDocument/2006/relationships/tags" Target="../tags/tag493.xml"/><Relationship Id="rId3" Type="http://schemas.openxmlformats.org/officeDocument/2006/relationships/tags" Target="../tags/tag488.xml"/><Relationship Id="rId7" Type="http://schemas.openxmlformats.org/officeDocument/2006/relationships/tags" Target="../tags/tag492.xml"/><Relationship Id="rId2" Type="http://schemas.openxmlformats.org/officeDocument/2006/relationships/tags" Target="../tags/tag487.xml"/><Relationship Id="rId1" Type="http://schemas.openxmlformats.org/officeDocument/2006/relationships/tags" Target="../tags/tag486.xml"/><Relationship Id="rId6" Type="http://schemas.openxmlformats.org/officeDocument/2006/relationships/tags" Target="../tags/tag491.xml"/><Relationship Id="rId11" Type="http://schemas.openxmlformats.org/officeDocument/2006/relationships/slideMaster" Target="../slideMasters/slideMaster3.xml"/><Relationship Id="rId5" Type="http://schemas.openxmlformats.org/officeDocument/2006/relationships/tags" Target="../tags/tag490.xml"/><Relationship Id="rId10" Type="http://schemas.openxmlformats.org/officeDocument/2006/relationships/tags" Target="../tags/tag495.xml"/><Relationship Id="rId4" Type="http://schemas.openxmlformats.org/officeDocument/2006/relationships/tags" Target="../tags/tag489.xml"/><Relationship Id="rId9" Type="http://schemas.openxmlformats.org/officeDocument/2006/relationships/tags" Target="../tags/tag494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tags" Target="../tags/tag503.xml"/><Relationship Id="rId13" Type="http://schemas.openxmlformats.org/officeDocument/2006/relationships/tags" Target="../tags/tag508.xml"/><Relationship Id="rId3" Type="http://schemas.openxmlformats.org/officeDocument/2006/relationships/tags" Target="../tags/tag498.xml"/><Relationship Id="rId7" Type="http://schemas.openxmlformats.org/officeDocument/2006/relationships/tags" Target="../tags/tag502.xml"/><Relationship Id="rId12" Type="http://schemas.openxmlformats.org/officeDocument/2006/relationships/tags" Target="../tags/tag507.xml"/><Relationship Id="rId2" Type="http://schemas.openxmlformats.org/officeDocument/2006/relationships/tags" Target="../tags/tag497.xml"/><Relationship Id="rId16" Type="http://schemas.openxmlformats.org/officeDocument/2006/relationships/slideMaster" Target="../slideMasters/slideMaster3.xml"/><Relationship Id="rId1" Type="http://schemas.openxmlformats.org/officeDocument/2006/relationships/tags" Target="../tags/tag496.xml"/><Relationship Id="rId6" Type="http://schemas.openxmlformats.org/officeDocument/2006/relationships/tags" Target="../tags/tag501.xml"/><Relationship Id="rId11" Type="http://schemas.openxmlformats.org/officeDocument/2006/relationships/tags" Target="../tags/tag506.xml"/><Relationship Id="rId5" Type="http://schemas.openxmlformats.org/officeDocument/2006/relationships/tags" Target="../tags/tag500.xml"/><Relationship Id="rId15" Type="http://schemas.openxmlformats.org/officeDocument/2006/relationships/tags" Target="../tags/tag510.xml"/><Relationship Id="rId10" Type="http://schemas.openxmlformats.org/officeDocument/2006/relationships/tags" Target="../tags/tag505.xml"/><Relationship Id="rId4" Type="http://schemas.openxmlformats.org/officeDocument/2006/relationships/tags" Target="../tags/tag499.xml"/><Relationship Id="rId9" Type="http://schemas.openxmlformats.org/officeDocument/2006/relationships/tags" Target="../tags/tag504.xml"/><Relationship Id="rId14" Type="http://schemas.openxmlformats.org/officeDocument/2006/relationships/tags" Target="../tags/tag50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 userDrawn="1"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3" t="183" r="102" b="136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Oval 7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9163867" y="1816314"/>
            <a:ext cx="87979" cy="879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Oval 8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212112" y="2213632"/>
            <a:ext cx="79464" cy="7946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Oval 9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021967" y="2131330"/>
            <a:ext cx="62436" cy="6243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Oval 10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424962" y="1129520"/>
            <a:ext cx="34056" cy="4257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Oval 11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084403" y="1560895"/>
            <a:ext cx="39732" cy="3973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Oval 12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782548" y="888290"/>
            <a:ext cx="85140" cy="879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Oval 13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9961341" y="1359397"/>
            <a:ext cx="150414" cy="14757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" name="Oval 14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9634973" y="1742526"/>
            <a:ext cx="113520" cy="1220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" name="Oval 15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9822280" y="2100113"/>
            <a:ext cx="59599" cy="5959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Oval 16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9512939" y="2273229"/>
            <a:ext cx="93655" cy="936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" name="Oval 17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9359687" y="2537163"/>
            <a:ext cx="85140" cy="8514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" name="Oval 18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10171352" y="2415128"/>
            <a:ext cx="127710" cy="12203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2"/>
            <p:custDataLst>
              <p:tags r:id="rId1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3"/>
            <p:custDataLst>
              <p:tags r:id="rId1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4"/>
            <p:custDataLst>
              <p:tags r:id="rId1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801" name="副标题 2"/>
          <p:cNvSpPr>
            <a:spLocks noGrp="1"/>
          </p:cNvSpPr>
          <p:nvPr>
            <p:ph type="subTitle" idx="1" hasCustomPrompt="1"/>
            <p:custDataLst>
              <p:tags r:id="rId16"/>
            </p:custDataLst>
          </p:nvPr>
        </p:nvSpPr>
        <p:spPr>
          <a:xfrm>
            <a:off x="3389630" y="2974340"/>
            <a:ext cx="5378450" cy="507365"/>
          </a:xfrm>
        </p:spPr>
        <p:txBody>
          <a:bodyPr tIns="0" bIns="46800" anchor="t">
            <a:normAutofit/>
          </a:bodyPr>
          <a:lstStyle>
            <a:lvl1pPr marL="0" indent="0" algn="dist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en-US" dirty="0"/>
          </a:p>
        </p:txBody>
      </p:sp>
      <p:sp>
        <p:nvSpPr>
          <p:cNvPr id="9802" name="标题 1"/>
          <p:cNvSpPr>
            <a:spLocks noGrp="1"/>
          </p:cNvSpPr>
          <p:nvPr>
            <p:ph type="ctrTitle" hasCustomPrompt="1"/>
            <p:custDataLst>
              <p:tags r:id="rId17"/>
            </p:custDataLst>
          </p:nvPr>
        </p:nvSpPr>
        <p:spPr>
          <a:xfrm>
            <a:off x="3395345" y="1788160"/>
            <a:ext cx="5401310" cy="1126490"/>
          </a:xfrm>
        </p:spPr>
        <p:txBody>
          <a:bodyPr bIns="0" anchor="b" anchorCtr="0">
            <a:normAutofit/>
          </a:bodyPr>
          <a:lstStyle>
            <a:lvl1pPr algn="dist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12" name="文本占位符 13"/>
          <p:cNvSpPr>
            <a:spLocks noGrp="1"/>
          </p:cNvSpPr>
          <p:nvPr>
            <p:ph type="body" sz="quarter" idx="10" hasCustomPrompt="1"/>
            <p:custDataLst>
              <p:tags r:id="rId18"/>
            </p:custDataLst>
          </p:nvPr>
        </p:nvSpPr>
        <p:spPr>
          <a:xfrm>
            <a:off x="4843911" y="4107023"/>
            <a:ext cx="249257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vert="horz" bIns="46800" anchor="ctr">
            <a:norm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en-US" altLang="zh-CN" dirty="0"/>
          </a:p>
        </p:txBody>
      </p:sp>
      <p:sp>
        <p:nvSpPr>
          <p:cNvPr id="13" name="文本占位符 13"/>
          <p:cNvSpPr>
            <a:spLocks noGrp="1"/>
          </p:cNvSpPr>
          <p:nvPr>
            <p:ph type="body" sz="quarter" idx="11" hasCustomPrompt="1"/>
            <p:custDataLst>
              <p:tags r:id="rId19"/>
            </p:custDataLst>
          </p:nvPr>
        </p:nvSpPr>
        <p:spPr>
          <a:xfrm>
            <a:off x="4843911" y="4668239"/>
            <a:ext cx="2492570" cy="432000"/>
          </a:xfrm>
        </p:spPr>
        <p:txBody>
          <a:bodyPr vert="horz" bIns="46800" anchor="ctr">
            <a:normAutofit/>
          </a:bodyPr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1"/>
            </p:custDataLst>
          </p:nvPr>
        </p:nvGrpSpPr>
        <p:grpSpPr>
          <a:xfrm>
            <a:off x="191060" y="4818743"/>
            <a:ext cx="789319" cy="1465942"/>
            <a:chOff x="2592136" y="4807149"/>
            <a:chExt cx="1277095" cy="1734013"/>
          </a:xfrm>
        </p:grpSpPr>
        <p:sp>
          <p:nvSpPr>
            <p:cNvPr id="8" name="Oval 7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734036" y="5735173"/>
              <a:ext cx="87979" cy="8797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Oval 8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2782281" y="6132491"/>
              <a:ext cx="79464" cy="7946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Oval 9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2592136" y="6050189"/>
              <a:ext cx="62436" cy="6243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Oval 10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2995131" y="5048379"/>
              <a:ext cx="34056" cy="4257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Oval 11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2654572" y="5479754"/>
              <a:ext cx="39732" cy="3973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Oval 12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352717" y="4807149"/>
              <a:ext cx="85140" cy="8797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Oval 13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531510" y="5278256"/>
              <a:ext cx="150414" cy="1475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Oval 14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205142" y="5661385"/>
              <a:ext cx="113520" cy="12203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Oval 15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3392449" y="6018972"/>
              <a:ext cx="59599" cy="5959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Oval 16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3083108" y="6192088"/>
              <a:ext cx="93655" cy="9365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Oval 17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2929856" y="6456022"/>
              <a:ext cx="85140" cy="8514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Oval 18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741521" y="6333987"/>
              <a:ext cx="127710" cy="12203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0" name="组合 19"/>
          <p:cNvGrpSpPr/>
          <p:nvPr>
            <p:custDataLst>
              <p:tags r:id="rId2"/>
            </p:custDataLst>
          </p:nvPr>
        </p:nvGrpSpPr>
        <p:grpSpPr>
          <a:xfrm>
            <a:off x="10270194" y="1962349"/>
            <a:ext cx="1277095" cy="1734013"/>
            <a:chOff x="9689623" y="2151035"/>
            <a:chExt cx="1277095" cy="1734013"/>
          </a:xfrm>
        </p:grpSpPr>
        <p:sp>
          <p:nvSpPr>
            <p:cNvPr id="21" name="Oval 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9831523" y="3079059"/>
              <a:ext cx="87979" cy="8797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Oval 8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9879768" y="3476377"/>
              <a:ext cx="79464" cy="7946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Oval 9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9689623" y="3394075"/>
              <a:ext cx="62436" cy="6243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Oval 10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0092618" y="2392265"/>
              <a:ext cx="34056" cy="4257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Oval 11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9752059" y="2823640"/>
              <a:ext cx="39732" cy="3973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Oval 12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0450204" y="2151035"/>
              <a:ext cx="85140" cy="8797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Oval 13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0628997" y="2622142"/>
              <a:ext cx="150414" cy="1475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Oval 14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0302629" y="3005271"/>
              <a:ext cx="113520" cy="12203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Oval 15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0489936" y="3362858"/>
              <a:ext cx="59599" cy="5959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Oval 16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0180595" y="3535974"/>
              <a:ext cx="93655" cy="9365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Oval 17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0027343" y="3799908"/>
              <a:ext cx="85140" cy="8514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Oval 18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0839008" y="3677873"/>
              <a:ext cx="127710" cy="12203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节标题"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>
            <p:custDataLst>
              <p:tags r:id="rId1"/>
            </p:custDataLst>
          </p:nvPr>
        </p:nvSpPr>
        <p:spPr>
          <a:xfrm>
            <a:off x="669925" y="1130300"/>
            <a:ext cx="10850563" cy="500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20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550714" y="3195553"/>
            <a:ext cx="5419185" cy="844550"/>
          </a:xfrm>
        </p:spPr>
        <p:txBody>
          <a:bodyPr lIns="90000" tIns="46800" bIns="46800" anchor="b">
            <a:normAutofit/>
          </a:bodyPr>
          <a:lstStyle>
            <a:lvl1pPr algn="ctr">
              <a:defRPr sz="48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21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3550714" y="4125753"/>
            <a:ext cx="5419185" cy="1188885"/>
          </a:xfrm>
        </p:spPr>
        <p:txBody>
          <a:bodyPr lIns="90000" tIns="46800" bIns="46800" anchor="t"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2024/3/1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" t="599" r="462" b="59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3091544" y="2638199"/>
            <a:ext cx="6008914" cy="1788658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22" cstate="email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Oval 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63867" y="1816314"/>
            <a:ext cx="87979" cy="879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Oval 8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9212112" y="2213632"/>
            <a:ext cx="79464" cy="7946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Oval 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9021967" y="2131330"/>
            <a:ext cx="62436" cy="6243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Oval 10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9424962" y="1129520"/>
            <a:ext cx="34056" cy="4257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Oval 1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9084403" y="1560895"/>
            <a:ext cx="39732" cy="3973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Oval 12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9782548" y="888290"/>
            <a:ext cx="85140" cy="879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Oval 13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9961341" y="1359397"/>
            <a:ext cx="150414" cy="14757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" name="Oval 14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9634973" y="1742526"/>
            <a:ext cx="113520" cy="1220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" name="Oval 15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9822280" y="2100113"/>
            <a:ext cx="59599" cy="5959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Oval 16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9512939" y="2273229"/>
            <a:ext cx="93655" cy="936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" name="Oval 17"/>
          <p:cNvSpPr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9359687" y="2537163"/>
            <a:ext cx="85140" cy="8514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" name="Oval 18"/>
          <p:cNvSpPr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0171352" y="2415128"/>
            <a:ext cx="127710" cy="12203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2"/>
            <p:custDataLst>
              <p:tags r:id="rId1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3"/>
            <p:custDataLst>
              <p:tags r:id="rId1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4"/>
            <p:custDataLst>
              <p:tags r:id="rId1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801" name="副标题 2"/>
          <p:cNvSpPr>
            <a:spLocks noGrp="1"/>
          </p:cNvSpPr>
          <p:nvPr>
            <p:ph type="subTitle" idx="1" hasCustomPrompt="1"/>
            <p:custDataLst>
              <p:tags r:id="rId17"/>
            </p:custDataLst>
          </p:nvPr>
        </p:nvSpPr>
        <p:spPr>
          <a:xfrm>
            <a:off x="3389630" y="2974340"/>
            <a:ext cx="5378450" cy="507365"/>
          </a:xfrm>
        </p:spPr>
        <p:txBody>
          <a:bodyPr tIns="0" bIns="46800" anchor="t">
            <a:normAutofit/>
          </a:bodyPr>
          <a:lstStyle>
            <a:lvl1pPr marL="0" indent="0" algn="dist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en-US" dirty="0"/>
          </a:p>
        </p:txBody>
      </p:sp>
      <p:sp>
        <p:nvSpPr>
          <p:cNvPr id="9802" name="标题 1"/>
          <p:cNvSpPr>
            <a:spLocks noGrp="1"/>
          </p:cNvSpPr>
          <p:nvPr>
            <p:ph type="ctrTitle" hasCustomPrompt="1"/>
            <p:custDataLst>
              <p:tags r:id="rId18"/>
            </p:custDataLst>
          </p:nvPr>
        </p:nvSpPr>
        <p:spPr>
          <a:xfrm>
            <a:off x="3395345" y="1788160"/>
            <a:ext cx="5401310" cy="1126490"/>
          </a:xfrm>
        </p:spPr>
        <p:txBody>
          <a:bodyPr bIns="0" anchor="b" anchorCtr="0">
            <a:normAutofit/>
          </a:bodyPr>
          <a:lstStyle>
            <a:lvl1pPr algn="dist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12" name="文本占位符 13"/>
          <p:cNvSpPr>
            <a:spLocks noGrp="1"/>
          </p:cNvSpPr>
          <p:nvPr>
            <p:ph type="body" sz="quarter" idx="10" hasCustomPrompt="1"/>
            <p:custDataLst>
              <p:tags r:id="rId19"/>
            </p:custDataLst>
          </p:nvPr>
        </p:nvSpPr>
        <p:spPr>
          <a:xfrm>
            <a:off x="4843911" y="4107023"/>
            <a:ext cx="2492570" cy="432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txBody>
          <a:bodyPr vert="horz" bIns="46800" anchor="ctr">
            <a:norm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en-US" altLang="zh-CN" dirty="0"/>
          </a:p>
        </p:txBody>
      </p:sp>
      <p:sp>
        <p:nvSpPr>
          <p:cNvPr id="13" name="文本占位符 13"/>
          <p:cNvSpPr>
            <a:spLocks noGrp="1"/>
          </p:cNvSpPr>
          <p:nvPr>
            <p:ph type="body" sz="quarter" idx="11" hasCustomPrompt="1"/>
            <p:custDataLst>
              <p:tags r:id="rId20"/>
            </p:custDataLst>
          </p:nvPr>
        </p:nvSpPr>
        <p:spPr>
          <a:xfrm>
            <a:off x="4843911" y="4668239"/>
            <a:ext cx="2492570" cy="432000"/>
          </a:xfrm>
        </p:spPr>
        <p:txBody>
          <a:bodyPr vert="horz" bIns="46800" anchor="ctr">
            <a:normAutofit/>
          </a:bodyPr>
          <a:lstStyle>
            <a:lvl1pPr marL="0" indent="0" algn="ctr">
              <a:buNone/>
              <a:defRPr sz="20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>
            <p:custDataLst>
              <p:tags r:id="rId1"/>
            </p:custDataLst>
          </p:nvPr>
        </p:nvGrpSpPr>
        <p:grpSpPr>
          <a:xfrm>
            <a:off x="191060" y="4818743"/>
            <a:ext cx="789319" cy="1465942"/>
            <a:chOff x="2592136" y="4807149"/>
            <a:chExt cx="1277095" cy="1734013"/>
          </a:xfrm>
        </p:grpSpPr>
        <p:sp>
          <p:nvSpPr>
            <p:cNvPr id="8" name="Oval 7"/>
            <p:cNvSpPr>
              <a:spLocks noChangeArrowheads="1"/>
            </p:cNvSpPr>
            <p:nvPr>
              <p:custDataLst>
                <p:tags r:id="rId20"/>
              </p:custDataLst>
            </p:nvPr>
          </p:nvSpPr>
          <p:spPr bwMode="auto">
            <a:xfrm>
              <a:off x="2734036" y="5735173"/>
              <a:ext cx="87979" cy="8797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" name="Oval 8"/>
            <p:cNvSpPr>
              <a:spLocks noChangeArrowheads="1"/>
            </p:cNvSpPr>
            <p:nvPr>
              <p:custDataLst>
                <p:tags r:id="rId21"/>
              </p:custDataLst>
            </p:nvPr>
          </p:nvSpPr>
          <p:spPr bwMode="auto">
            <a:xfrm>
              <a:off x="2782281" y="6132491"/>
              <a:ext cx="79464" cy="7946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Oval 9"/>
            <p:cNvSpPr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2592136" y="6050189"/>
              <a:ext cx="62436" cy="6243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Oval 10"/>
            <p:cNvSpPr>
              <a:spLocks noChangeArrowheads="1"/>
            </p:cNvSpPr>
            <p:nvPr>
              <p:custDataLst>
                <p:tags r:id="rId23"/>
              </p:custDataLst>
            </p:nvPr>
          </p:nvSpPr>
          <p:spPr bwMode="auto">
            <a:xfrm>
              <a:off x="2995131" y="5048379"/>
              <a:ext cx="34056" cy="4257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Oval 11"/>
            <p:cNvSpPr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2654572" y="5479754"/>
              <a:ext cx="39732" cy="3973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Oval 12"/>
            <p:cNvSpPr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3352717" y="4807149"/>
              <a:ext cx="85140" cy="8797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Oval 13"/>
            <p:cNvSpPr>
              <a:spLocks noChangeArrowheads="1"/>
            </p:cNvSpPr>
            <p:nvPr>
              <p:custDataLst>
                <p:tags r:id="rId26"/>
              </p:custDataLst>
            </p:nvPr>
          </p:nvSpPr>
          <p:spPr bwMode="auto">
            <a:xfrm>
              <a:off x="3531510" y="5278256"/>
              <a:ext cx="150414" cy="1475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Oval 14"/>
            <p:cNvSpPr>
              <a:spLocks noChangeArrowheads="1"/>
            </p:cNvSpPr>
            <p:nvPr>
              <p:custDataLst>
                <p:tags r:id="rId27"/>
              </p:custDataLst>
            </p:nvPr>
          </p:nvSpPr>
          <p:spPr bwMode="auto">
            <a:xfrm>
              <a:off x="3205142" y="5661385"/>
              <a:ext cx="113520" cy="12203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Oval 15"/>
            <p:cNvSpPr>
              <a:spLocks noChangeArrowheads="1"/>
            </p:cNvSpPr>
            <p:nvPr>
              <p:custDataLst>
                <p:tags r:id="rId28"/>
              </p:custDataLst>
            </p:nvPr>
          </p:nvSpPr>
          <p:spPr bwMode="auto">
            <a:xfrm>
              <a:off x="3392449" y="6018972"/>
              <a:ext cx="59599" cy="5959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Oval 16"/>
            <p:cNvSpPr>
              <a:spLocks noChangeArrowheads="1"/>
            </p:cNvSpPr>
            <p:nvPr>
              <p:custDataLst>
                <p:tags r:id="rId29"/>
              </p:custDataLst>
            </p:nvPr>
          </p:nvSpPr>
          <p:spPr bwMode="auto">
            <a:xfrm>
              <a:off x="3083108" y="6192088"/>
              <a:ext cx="93655" cy="9365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Oval 17"/>
            <p:cNvSpPr>
              <a:spLocks noChangeArrowheads="1"/>
            </p:cNvSpPr>
            <p:nvPr>
              <p:custDataLst>
                <p:tags r:id="rId30"/>
              </p:custDataLst>
            </p:nvPr>
          </p:nvSpPr>
          <p:spPr bwMode="auto">
            <a:xfrm>
              <a:off x="2929856" y="6456022"/>
              <a:ext cx="85140" cy="8514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Oval 18"/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auto">
            <a:xfrm>
              <a:off x="3741521" y="6333987"/>
              <a:ext cx="127710" cy="12203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grpSp>
        <p:nvGrpSpPr>
          <p:cNvPr id="20" name="组合 19"/>
          <p:cNvGrpSpPr/>
          <p:nvPr>
            <p:custDataLst>
              <p:tags r:id="rId2"/>
            </p:custDataLst>
          </p:nvPr>
        </p:nvGrpSpPr>
        <p:grpSpPr>
          <a:xfrm>
            <a:off x="10270194" y="1962349"/>
            <a:ext cx="1277095" cy="1734013"/>
            <a:chOff x="9689623" y="2151035"/>
            <a:chExt cx="1277095" cy="1734013"/>
          </a:xfrm>
        </p:grpSpPr>
        <p:sp>
          <p:nvSpPr>
            <p:cNvPr id="21" name="Oval 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9831523" y="3079059"/>
              <a:ext cx="87979" cy="8797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Oval 8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9879768" y="3476377"/>
              <a:ext cx="79464" cy="7946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Oval 9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9689623" y="3394075"/>
              <a:ext cx="62436" cy="62436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Oval 10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10092618" y="2392265"/>
              <a:ext cx="34056" cy="42571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Oval 11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9752059" y="2823640"/>
              <a:ext cx="39732" cy="3973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Oval 12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0450204" y="2151035"/>
              <a:ext cx="85140" cy="8797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Oval 13"/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10628997" y="2622142"/>
              <a:ext cx="150414" cy="14757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8" name="Oval 14"/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10302629" y="3005271"/>
              <a:ext cx="113520" cy="122034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9" name="Oval 15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0489936" y="3362858"/>
              <a:ext cx="59599" cy="59599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0" name="Oval 16"/>
            <p:cNvSpPr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0180595" y="3535974"/>
              <a:ext cx="93655" cy="93655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1" name="Oval 17"/>
            <p:cNvSpPr>
              <a:spLocks noChangeArrowheads="1"/>
            </p:cNvSpPr>
            <p:nvPr>
              <p:custDataLst>
                <p:tags r:id="rId18"/>
              </p:custDataLst>
            </p:nvPr>
          </p:nvSpPr>
          <p:spPr bwMode="auto">
            <a:xfrm>
              <a:off x="10027343" y="3799908"/>
              <a:ext cx="85140" cy="8514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32" name="Oval 18"/>
            <p:cNvSpPr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0839008" y="3677873"/>
              <a:ext cx="127710" cy="12203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9" cstate="email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>
            <p:custDataLst>
              <p:tags r:id="rId2"/>
            </p:custDataLst>
          </p:nvPr>
        </p:nvSpPr>
        <p:spPr>
          <a:xfrm>
            <a:off x="669925" y="1130300"/>
            <a:ext cx="10850563" cy="5006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20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3550714" y="3195553"/>
            <a:ext cx="5419185" cy="844550"/>
          </a:xfrm>
        </p:spPr>
        <p:txBody>
          <a:bodyPr lIns="90000" tIns="46800" bIns="46800" anchor="b">
            <a:normAutofit/>
          </a:bodyPr>
          <a:lstStyle>
            <a:lvl1pPr algn="ctr">
              <a:defRPr sz="48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21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3550714" y="4125753"/>
            <a:ext cx="5419185" cy="1188885"/>
          </a:xfrm>
        </p:spPr>
        <p:txBody>
          <a:bodyPr lIns="90000" tIns="46800" bIns="46800" anchor="t"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2024/3/1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7" cstate="email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3091544" y="2638199"/>
            <a:ext cx="6008914" cy="1788658"/>
          </a:xfrm>
        </p:spPr>
        <p:txBody>
          <a:bodyPr anchor="ctr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96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4"/>
          <p:cNvSpPr/>
          <p:nvPr userDrawn="1">
            <p:custDataLst>
              <p:tags r:id="rId1"/>
            </p:custDataLst>
          </p:nvPr>
        </p:nvSpPr>
        <p:spPr>
          <a:xfrm rot="16200000">
            <a:off x="-634365" y="5344160"/>
            <a:ext cx="2199640" cy="828040"/>
          </a:xfrm>
          <a:custGeom>
            <a:avLst/>
            <a:gdLst>
              <a:gd name="connsiteX0" fmla="*/ 0 w 3299658"/>
              <a:gd name="connsiteY0" fmla="*/ 269299 h 1077196"/>
              <a:gd name="connsiteX1" fmla="*/ 2761060 w 3299658"/>
              <a:gd name="connsiteY1" fmla="*/ 269299 h 1077196"/>
              <a:gd name="connsiteX2" fmla="*/ 2761060 w 3299658"/>
              <a:gd name="connsiteY2" fmla="*/ 0 h 1077196"/>
              <a:gd name="connsiteX3" fmla="*/ 3299658 w 3299658"/>
              <a:gd name="connsiteY3" fmla="*/ 538598 h 1077196"/>
              <a:gd name="connsiteX4" fmla="*/ 2761060 w 3299658"/>
              <a:gd name="connsiteY4" fmla="*/ 1077196 h 1077196"/>
              <a:gd name="connsiteX5" fmla="*/ 2761060 w 3299658"/>
              <a:gd name="connsiteY5" fmla="*/ 807897 h 1077196"/>
              <a:gd name="connsiteX6" fmla="*/ 0 w 3299658"/>
              <a:gd name="connsiteY6" fmla="*/ 807897 h 1077196"/>
              <a:gd name="connsiteX7" fmla="*/ 0 w 3299658"/>
              <a:gd name="connsiteY7" fmla="*/ 269299 h 1077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99658" h="1077196">
                <a:moveTo>
                  <a:pt x="0" y="269299"/>
                </a:moveTo>
                <a:lnTo>
                  <a:pt x="2761060" y="269299"/>
                </a:lnTo>
                <a:lnTo>
                  <a:pt x="2761060" y="0"/>
                </a:lnTo>
                <a:lnTo>
                  <a:pt x="3299658" y="538598"/>
                </a:lnTo>
                <a:lnTo>
                  <a:pt x="2761060" y="1077196"/>
                </a:lnTo>
                <a:lnTo>
                  <a:pt x="2761060" y="807897"/>
                </a:lnTo>
                <a:lnTo>
                  <a:pt x="0" y="807897"/>
                </a:lnTo>
                <a:lnTo>
                  <a:pt x="0" y="269299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0010" tIns="349309" rIns="523299" bIns="440304" numCol="1" spcCol="1270" anchor="ctr" anchorCtr="0">
            <a:noAutofit/>
          </a:bodyPr>
          <a:lstStyle/>
          <a:p>
            <a:pPr marL="0" lvl="0" indent="0" algn="l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100" kern="120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23" name="组合 22"/>
          <p:cNvGrpSpPr/>
          <p:nvPr userDrawn="1">
            <p:custDataLst>
              <p:tags r:id="rId2"/>
            </p:custDataLst>
          </p:nvPr>
        </p:nvGrpSpPr>
        <p:grpSpPr>
          <a:xfrm>
            <a:off x="11635058" y="253144"/>
            <a:ext cx="420495" cy="269282"/>
            <a:chOff x="11382102" y="604536"/>
            <a:chExt cx="420495" cy="269282"/>
          </a:xfrm>
        </p:grpSpPr>
        <p:sp>
          <p:nvSpPr>
            <p:cNvPr id="28" name="Line 16"/>
            <p:cNvSpPr>
              <a:spLocks noChangeShapeType="1"/>
            </p:cNvSpPr>
            <p:nvPr>
              <p:custDataLst>
                <p:tags r:id="rId7"/>
              </p:custDataLst>
            </p:nvPr>
          </p:nvSpPr>
          <p:spPr bwMode="auto">
            <a:xfrm flipH="1">
              <a:off x="11382102" y="604536"/>
              <a:ext cx="420495" cy="0"/>
            </a:xfrm>
            <a:prstGeom prst="line">
              <a:avLst/>
            </a:prstGeom>
            <a:noFill/>
            <a:ln w="38100" cap="flat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dirty="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2" name="Line 17"/>
            <p:cNvSpPr>
              <a:spLocks noChangeShapeType="1"/>
            </p:cNvSpPr>
            <p:nvPr>
              <p:custDataLst>
                <p:tags r:id="rId8"/>
              </p:custDataLst>
            </p:nvPr>
          </p:nvSpPr>
          <p:spPr bwMode="auto">
            <a:xfrm flipH="1">
              <a:off x="11608525" y="739177"/>
              <a:ext cx="194072" cy="0"/>
            </a:xfrm>
            <a:prstGeom prst="line">
              <a:avLst/>
            </a:prstGeom>
            <a:noFill/>
            <a:ln w="38100" cap="flat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dirty="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3" name="Line 18"/>
            <p:cNvSpPr>
              <a:spLocks noChangeShapeType="1"/>
            </p:cNvSpPr>
            <p:nvPr>
              <p:custDataLst>
                <p:tags r:id="rId9"/>
              </p:custDataLst>
            </p:nvPr>
          </p:nvSpPr>
          <p:spPr bwMode="auto">
            <a:xfrm flipH="1">
              <a:off x="11500972" y="873818"/>
              <a:ext cx="301625" cy="0"/>
            </a:xfrm>
            <a:prstGeom prst="line">
              <a:avLst/>
            </a:prstGeom>
            <a:noFill/>
            <a:ln w="38100" cap="flat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9" cstate="email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4"/>
          <p:cNvSpPr/>
          <p:nvPr userDrawn="1">
            <p:custDataLst>
              <p:tags r:id="rId1"/>
            </p:custDataLst>
          </p:nvPr>
        </p:nvSpPr>
        <p:spPr>
          <a:xfrm rot="16200000">
            <a:off x="10678160" y="5344160"/>
            <a:ext cx="2199640" cy="828040"/>
          </a:xfrm>
          <a:custGeom>
            <a:avLst/>
            <a:gdLst>
              <a:gd name="connsiteX0" fmla="*/ 0 w 3299658"/>
              <a:gd name="connsiteY0" fmla="*/ 269299 h 1077196"/>
              <a:gd name="connsiteX1" fmla="*/ 2761060 w 3299658"/>
              <a:gd name="connsiteY1" fmla="*/ 269299 h 1077196"/>
              <a:gd name="connsiteX2" fmla="*/ 2761060 w 3299658"/>
              <a:gd name="connsiteY2" fmla="*/ 0 h 1077196"/>
              <a:gd name="connsiteX3" fmla="*/ 3299658 w 3299658"/>
              <a:gd name="connsiteY3" fmla="*/ 538598 h 1077196"/>
              <a:gd name="connsiteX4" fmla="*/ 2761060 w 3299658"/>
              <a:gd name="connsiteY4" fmla="*/ 1077196 h 1077196"/>
              <a:gd name="connsiteX5" fmla="*/ 2761060 w 3299658"/>
              <a:gd name="connsiteY5" fmla="*/ 807897 h 1077196"/>
              <a:gd name="connsiteX6" fmla="*/ 0 w 3299658"/>
              <a:gd name="connsiteY6" fmla="*/ 807897 h 1077196"/>
              <a:gd name="connsiteX7" fmla="*/ 0 w 3299658"/>
              <a:gd name="connsiteY7" fmla="*/ 269299 h 1077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99658" h="1077196">
                <a:moveTo>
                  <a:pt x="0" y="269299"/>
                </a:moveTo>
                <a:lnTo>
                  <a:pt x="2761060" y="269299"/>
                </a:lnTo>
                <a:lnTo>
                  <a:pt x="2761060" y="0"/>
                </a:lnTo>
                <a:lnTo>
                  <a:pt x="3299658" y="538598"/>
                </a:lnTo>
                <a:lnTo>
                  <a:pt x="2761060" y="1077196"/>
                </a:lnTo>
                <a:lnTo>
                  <a:pt x="2761060" y="807897"/>
                </a:lnTo>
                <a:lnTo>
                  <a:pt x="0" y="807897"/>
                </a:lnTo>
                <a:lnTo>
                  <a:pt x="0" y="269299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0010" tIns="349309" rIns="523299" bIns="440304" numCol="1" spcCol="1270" anchor="ctr" anchorCtr="0">
            <a:noAutofit/>
          </a:bodyPr>
          <a:lstStyle/>
          <a:p>
            <a:pPr marL="0" lvl="0" indent="0" algn="l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100" kern="120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grpSp>
        <p:nvGrpSpPr>
          <p:cNvPr id="23" name="组合 22"/>
          <p:cNvGrpSpPr/>
          <p:nvPr userDrawn="1">
            <p:custDataLst>
              <p:tags r:id="rId3"/>
            </p:custDataLst>
          </p:nvPr>
        </p:nvGrpSpPr>
        <p:grpSpPr>
          <a:xfrm flipH="1">
            <a:off x="162513" y="206154"/>
            <a:ext cx="420495" cy="269282"/>
            <a:chOff x="11382102" y="604536"/>
            <a:chExt cx="420495" cy="269282"/>
          </a:xfrm>
        </p:grpSpPr>
        <p:sp>
          <p:nvSpPr>
            <p:cNvPr id="28" name="Line 16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 flipH="1">
              <a:off x="11382102" y="604536"/>
              <a:ext cx="420495" cy="0"/>
            </a:xfrm>
            <a:prstGeom prst="line">
              <a:avLst/>
            </a:prstGeom>
            <a:noFill/>
            <a:ln w="38100" cap="flat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dirty="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2" name="Line 17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 flipH="1">
              <a:off x="11608525" y="739177"/>
              <a:ext cx="194072" cy="0"/>
            </a:xfrm>
            <a:prstGeom prst="line">
              <a:avLst/>
            </a:prstGeom>
            <a:noFill/>
            <a:ln w="38100" cap="flat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dirty="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3" name="Line 18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 flipH="1">
              <a:off x="11500972" y="873818"/>
              <a:ext cx="301625" cy="0"/>
            </a:xfrm>
            <a:prstGeom prst="line">
              <a:avLst/>
            </a:prstGeom>
            <a:noFill/>
            <a:ln w="38100" cap="flat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任意多边形: 形状 4"/>
          <p:cNvSpPr/>
          <p:nvPr userDrawn="1">
            <p:custDataLst>
              <p:tags r:id="rId2"/>
            </p:custDataLst>
          </p:nvPr>
        </p:nvSpPr>
        <p:spPr>
          <a:xfrm rot="16200000">
            <a:off x="-685800" y="5344160"/>
            <a:ext cx="2199640" cy="828040"/>
          </a:xfrm>
          <a:custGeom>
            <a:avLst/>
            <a:gdLst>
              <a:gd name="connsiteX0" fmla="*/ 0 w 3299658"/>
              <a:gd name="connsiteY0" fmla="*/ 269299 h 1077196"/>
              <a:gd name="connsiteX1" fmla="*/ 2761060 w 3299658"/>
              <a:gd name="connsiteY1" fmla="*/ 269299 h 1077196"/>
              <a:gd name="connsiteX2" fmla="*/ 2761060 w 3299658"/>
              <a:gd name="connsiteY2" fmla="*/ 0 h 1077196"/>
              <a:gd name="connsiteX3" fmla="*/ 3299658 w 3299658"/>
              <a:gd name="connsiteY3" fmla="*/ 538598 h 1077196"/>
              <a:gd name="connsiteX4" fmla="*/ 2761060 w 3299658"/>
              <a:gd name="connsiteY4" fmla="*/ 1077196 h 1077196"/>
              <a:gd name="connsiteX5" fmla="*/ 2761060 w 3299658"/>
              <a:gd name="connsiteY5" fmla="*/ 807897 h 1077196"/>
              <a:gd name="connsiteX6" fmla="*/ 0 w 3299658"/>
              <a:gd name="connsiteY6" fmla="*/ 807897 h 1077196"/>
              <a:gd name="connsiteX7" fmla="*/ 0 w 3299658"/>
              <a:gd name="connsiteY7" fmla="*/ 269299 h 1077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99658" h="1077196">
                <a:moveTo>
                  <a:pt x="0" y="269299"/>
                </a:moveTo>
                <a:lnTo>
                  <a:pt x="2761060" y="269299"/>
                </a:lnTo>
                <a:lnTo>
                  <a:pt x="2761060" y="0"/>
                </a:lnTo>
                <a:lnTo>
                  <a:pt x="3299658" y="538598"/>
                </a:lnTo>
                <a:lnTo>
                  <a:pt x="2761060" y="1077196"/>
                </a:lnTo>
                <a:lnTo>
                  <a:pt x="2761060" y="807897"/>
                </a:lnTo>
                <a:lnTo>
                  <a:pt x="0" y="807897"/>
                </a:lnTo>
                <a:lnTo>
                  <a:pt x="0" y="269299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0010" tIns="349309" rIns="523299" bIns="440304" numCol="1" spcCol="1270" anchor="ctr" anchorCtr="0">
            <a:noAutofit/>
          </a:bodyPr>
          <a:lstStyle/>
          <a:p>
            <a:pPr marL="0" lvl="0" indent="0" algn="l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100" kern="120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23" name="组合 22"/>
          <p:cNvGrpSpPr/>
          <p:nvPr userDrawn="1">
            <p:custDataLst>
              <p:tags r:id="rId3"/>
            </p:custDataLst>
          </p:nvPr>
        </p:nvGrpSpPr>
        <p:grpSpPr>
          <a:xfrm>
            <a:off x="11635058" y="253144"/>
            <a:ext cx="420495" cy="269282"/>
            <a:chOff x="11382102" y="604536"/>
            <a:chExt cx="420495" cy="269282"/>
          </a:xfrm>
        </p:grpSpPr>
        <p:sp>
          <p:nvSpPr>
            <p:cNvPr id="28" name="Line 16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 flipH="1">
              <a:off x="11382102" y="604536"/>
              <a:ext cx="420495" cy="0"/>
            </a:xfrm>
            <a:prstGeom prst="line">
              <a:avLst/>
            </a:prstGeom>
            <a:noFill/>
            <a:ln w="38100" cap="flat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dirty="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2" name="Line 17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 flipH="1">
              <a:off x="11608525" y="739177"/>
              <a:ext cx="194072" cy="0"/>
            </a:xfrm>
            <a:prstGeom prst="line">
              <a:avLst/>
            </a:prstGeom>
            <a:noFill/>
            <a:ln w="38100" cap="flat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dirty="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3" name="Line 18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 flipH="1">
              <a:off x="11500972" y="873818"/>
              <a:ext cx="301625" cy="0"/>
            </a:xfrm>
            <a:prstGeom prst="line">
              <a:avLst/>
            </a:prstGeom>
            <a:noFill/>
            <a:ln w="38100" cap="flat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4"/>
          <p:cNvSpPr/>
          <p:nvPr userDrawn="1">
            <p:custDataLst>
              <p:tags r:id="rId1"/>
            </p:custDataLst>
          </p:nvPr>
        </p:nvSpPr>
        <p:spPr>
          <a:xfrm rot="5400000">
            <a:off x="-685800" y="685800"/>
            <a:ext cx="2199640" cy="828040"/>
          </a:xfrm>
          <a:custGeom>
            <a:avLst/>
            <a:gdLst>
              <a:gd name="connsiteX0" fmla="*/ 0 w 3299658"/>
              <a:gd name="connsiteY0" fmla="*/ 269299 h 1077196"/>
              <a:gd name="connsiteX1" fmla="*/ 2761060 w 3299658"/>
              <a:gd name="connsiteY1" fmla="*/ 269299 h 1077196"/>
              <a:gd name="connsiteX2" fmla="*/ 2761060 w 3299658"/>
              <a:gd name="connsiteY2" fmla="*/ 0 h 1077196"/>
              <a:gd name="connsiteX3" fmla="*/ 3299658 w 3299658"/>
              <a:gd name="connsiteY3" fmla="*/ 538598 h 1077196"/>
              <a:gd name="connsiteX4" fmla="*/ 2761060 w 3299658"/>
              <a:gd name="connsiteY4" fmla="*/ 1077196 h 1077196"/>
              <a:gd name="connsiteX5" fmla="*/ 2761060 w 3299658"/>
              <a:gd name="connsiteY5" fmla="*/ 807897 h 1077196"/>
              <a:gd name="connsiteX6" fmla="*/ 0 w 3299658"/>
              <a:gd name="connsiteY6" fmla="*/ 807897 h 1077196"/>
              <a:gd name="connsiteX7" fmla="*/ 0 w 3299658"/>
              <a:gd name="connsiteY7" fmla="*/ 269299 h 1077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99658" h="1077196">
                <a:moveTo>
                  <a:pt x="0" y="269299"/>
                </a:moveTo>
                <a:lnTo>
                  <a:pt x="2761060" y="269299"/>
                </a:lnTo>
                <a:lnTo>
                  <a:pt x="2761060" y="0"/>
                </a:lnTo>
                <a:lnTo>
                  <a:pt x="3299658" y="538598"/>
                </a:lnTo>
                <a:lnTo>
                  <a:pt x="2761060" y="1077196"/>
                </a:lnTo>
                <a:lnTo>
                  <a:pt x="2761060" y="807897"/>
                </a:lnTo>
                <a:lnTo>
                  <a:pt x="0" y="807897"/>
                </a:lnTo>
                <a:lnTo>
                  <a:pt x="0" y="269299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0010" tIns="349309" rIns="523299" bIns="440304" numCol="1" spcCol="1270" anchor="ctr" anchorCtr="0">
            <a:noAutofit/>
          </a:bodyPr>
          <a:lstStyle/>
          <a:p>
            <a:pPr marL="0" lvl="0" indent="0" algn="l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100" kern="120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23" name="组合 22"/>
          <p:cNvGrpSpPr/>
          <p:nvPr userDrawn="1">
            <p:custDataLst>
              <p:tags r:id="rId3"/>
            </p:custDataLst>
          </p:nvPr>
        </p:nvGrpSpPr>
        <p:grpSpPr>
          <a:xfrm>
            <a:off x="11691573" y="6434234"/>
            <a:ext cx="420495" cy="269282"/>
            <a:chOff x="11382102" y="604536"/>
            <a:chExt cx="420495" cy="269282"/>
          </a:xfrm>
        </p:grpSpPr>
        <p:sp>
          <p:nvSpPr>
            <p:cNvPr id="28" name="Line 16"/>
            <p:cNvSpPr>
              <a:spLocks noChangeShapeType="1"/>
            </p:cNvSpPr>
            <p:nvPr>
              <p:custDataLst>
                <p:tags r:id="rId10"/>
              </p:custDataLst>
            </p:nvPr>
          </p:nvSpPr>
          <p:spPr bwMode="auto">
            <a:xfrm flipH="1">
              <a:off x="11382102" y="604536"/>
              <a:ext cx="420495" cy="0"/>
            </a:xfrm>
            <a:prstGeom prst="line">
              <a:avLst/>
            </a:prstGeom>
            <a:noFill/>
            <a:ln w="38100" cap="flat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dirty="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2" name="Line 17"/>
            <p:cNvSpPr>
              <a:spLocks noChangeShapeType="1"/>
            </p:cNvSpPr>
            <p:nvPr>
              <p:custDataLst>
                <p:tags r:id="rId11"/>
              </p:custDataLst>
            </p:nvPr>
          </p:nvSpPr>
          <p:spPr bwMode="auto">
            <a:xfrm flipH="1">
              <a:off x="11608525" y="739177"/>
              <a:ext cx="194072" cy="0"/>
            </a:xfrm>
            <a:prstGeom prst="line">
              <a:avLst/>
            </a:prstGeom>
            <a:noFill/>
            <a:ln w="38100" cap="flat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dirty="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3" name="Line 18"/>
            <p:cNvSpPr>
              <a:spLocks noChangeShapeType="1"/>
            </p:cNvSpPr>
            <p:nvPr>
              <p:custDataLst>
                <p:tags r:id="rId12"/>
              </p:custDataLst>
            </p:nvPr>
          </p:nvSpPr>
          <p:spPr bwMode="auto">
            <a:xfrm flipH="1">
              <a:off x="11500972" y="873818"/>
              <a:ext cx="301625" cy="0"/>
            </a:xfrm>
            <a:prstGeom prst="line">
              <a:avLst/>
            </a:prstGeom>
            <a:noFill/>
            <a:ln w="38100" cap="flat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4"/>
          <p:cNvSpPr/>
          <p:nvPr userDrawn="1">
            <p:custDataLst>
              <p:tags r:id="rId1"/>
            </p:custDataLst>
          </p:nvPr>
        </p:nvSpPr>
        <p:spPr>
          <a:xfrm rot="16200000">
            <a:off x="10745470" y="5344160"/>
            <a:ext cx="2199640" cy="828040"/>
          </a:xfrm>
          <a:custGeom>
            <a:avLst/>
            <a:gdLst>
              <a:gd name="connsiteX0" fmla="*/ 0 w 3299658"/>
              <a:gd name="connsiteY0" fmla="*/ 269299 h 1077196"/>
              <a:gd name="connsiteX1" fmla="*/ 2761060 w 3299658"/>
              <a:gd name="connsiteY1" fmla="*/ 269299 h 1077196"/>
              <a:gd name="connsiteX2" fmla="*/ 2761060 w 3299658"/>
              <a:gd name="connsiteY2" fmla="*/ 0 h 1077196"/>
              <a:gd name="connsiteX3" fmla="*/ 3299658 w 3299658"/>
              <a:gd name="connsiteY3" fmla="*/ 538598 h 1077196"/>
              <a:gd name="connsiteX4" fmla="*/ 2761060 w 3299658"/>
              <a:gd name="connsiteY4" fmla="*/ 1077196 h 1077196"/>
              <a:gd name="connsiteX5" fmla="*/ 2761060 w 3299658"/>
              <a:gd name="connsiteY5" fmla="*/ 807897 h 1077196"/>
              <a:gd name="connsiteX6" fmla="*/ 0 w 3299658"/>
              <a:gd name="connsiteY6" fmla="*/ 807897 h 1077196"/>
              <a:gd name="connsiteX7" fmla="*/ 0 w 3299658"/>
              <a:gd name="connsiteY7" fmla="*/ 269299 h 1077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99658" h="1077196">
                <a:moveTo>
                  <a:pt x="0" y="269299"/>
                </a:moveTo>
                <a:lnTo>
                  <a:pt x="2761060" y="269299"/>
                </a:lnTo>
                <a:lnTo>
                  <a:pt x="2761060" y="0"/>
                </a:lnTo>
                <a:lnTo>
                  <a:pt x="3299658" y="538598"/>
                </a:lnTo>
                <a:lnTo>
                  <a:pt x="2761060" y="1077196"/>
                </a:lnTo>
                <a:lnTo>
                  <a:pt x="2761060" y="807897"/>
                </a:lnTo>
                <a:lnTo>
                  <a:pt x="0" y="807897"/>
                </a:lnTo>
                <a:lnTo>
                  <a:pt x="0" y="269299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0010" tIns="349309" rIns="523299" bIns="440304" numCol="1" spcCol="1270" anchor="ctr" anchorCtr="0">
            <a:noAutofit/>
          </a:bodyPr>
          <a:lstStyle/>
          <a:p>
            <a:pPr marL="0" lvl="0" indent="0" algn="l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100" kern="120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26" cstate="email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8" name="任意多边形: 形状 4"/>
          <p:cNvSpPr/>
          <p:nvPr userDrawn="1">
            <p:custDataLst>
              <p:tags r:id="rId4"/>
            </p:custDataLst>
          </p:nvPr>
        </p:nvSpPr>
        <p:spPr>
          <a:xfrm rot="16200000">
            <a:off x="-634365" y="5344160"/>
            <a:ext cx="2199640" cy="828040"/>
          </a:xfrm>
          <a:custGeom>
            <a:avLst/>
            <a:gdLst>
              <a:gd name="connsiteX0" fmla="*/ 0 w 3299658"/>
              <a:gd name="connsiteY0" fmla="*/ 269299 h 1077196"/>
              <a:gd name="connsiteX1" fmla="*/ 2761060 w 3299658"/>
              <a:gd name="connsiteY1" fmla="*/ 269299 h 1077196"/>
              <a:gd name="connsiteX2" fmla="*/ 2761060 w 3299658"/>
              <a:gd name="connsiteY2" fmla="*/ 0 h 1077196"/>
              <a:gd name="connsiteX3" fmla="*/ 3299658 w 3299658"/>
              <a:gd name="connsiteY3" fmla="*/ 538598 h 1077196"/>
              <a:gd name="connsiteX4" fmla="*/ 2761060 w 3299658"/>
              <a:gd name="connsiteY4" fmla="*/ 1077196 h 1077196"/>
              <a:gd name="connsiteX5" fmla="*/ 2761060 w 3299658"/>
              <a:gd name="connsiteY5" fmla="*/ 807897 h 1077196"/>
              <a:gd name="connsiteX6" fmla="*/ 0 w 3299658"/>
              <a:gd name="connsiteY6" fmla="*/ 807897 h 1077196"/>
              <a:gd name="connsiteX7" fmla="*/ 0 w 3299658"/>
              <a:gd name="connsiteY7" fmla="*/ 269299 h 1077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99658" h="1077196">
                <a:moveTo>
                  <a:pt x="0" y="269299"/>
                </a:moveTo>
                <a:lnTo>
                  <a:pt x="2761060" y="269299"/>
                </a:lnTo>
                <a:lnTo>
                  <a:pt x="2761060" y="0"/>
                </a:lnTo>
                <a:lnTo>
                  <a:pt x="3299658" y="538598"/>
                </a:lnTo>
                <a:lnTo>
                  <a:pt x="2761060" y="1077196"/>
                </a:lnTo>
                <a:lnTo>
                  <a:pt x="2761060" y="807897"/>
                </a:lnTo>
                <a:lnTo>
                  <a:pt x="0" y="807897"/>
                </a:lnTo>
                <a:lnTo>
                  <a:pt x="0" y="269299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0010" tIns="349309" rIns="523299" bIns="440304" numCol="1" spcCol="1270" anchor="ctr" anchorCtr="0">
            <a:noAutofit/>
          </a:bodyPr>
          <a:lstStyle/>
          <a:p>
            <a:pPr marL="0" lvl="0" indent="0" algn="l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100" kern="120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9" name="Oval 7"/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auto">
          <a:xfrm>
            <a:off x="9163867" y="1816314"/>
            <a:ext cx="87979" cy="879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Oval 8"/>
          <p:cNvSpPr>
            <a:spLocks noChangeArrowheads="1"/>
          </p:cNvSpPr>
          <p:nvPr userDrawn="1">
            <p:custDataLst>
              <p:tags r:id="rId9"/>
            </p:custDataLst>
          </p:nvPr>
        </p:nvSpPr>
        <p:spPr bwMode="auto">
          <a:xfrm>
            <a:off x="9212112" y="2213632"/>
            <a:ext cx="79464" cy="7946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Oval 9"/>
          <p:cNvSpPr>
            <a:spLocks noChangeArrowheads="1"/>
          </p:cNvSpPr>
          <p:nvPr userDrawn="1">
            <p:custDataLst>
              <p:tags r:id="rId10"/>
            </p:custDataLst>
          </p:nvPr>
        </p:nvSpPr>
        <p:spPr bwMode="auto">
          <a:xfrm>
            <a:off x="9021967" y="2131330"/>
            <a:ext cx="62436" cy="6243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Oval 10"/>
          <p:cNvSpPr>
            <a:spLocks noChangeArrowheads="1"/>
          </p:cNvSpPr>
          <p:nvPr userDrawn="1">
            <p:custDataLst>
              <p:tags r:id="rId11"/>
            </p:custDataLst>
          </p:nvPr>
        </p:nvSpPr>
        <p:spPr bwMode="auto">
          <a:xfrm>
            <a:off x="9424962" y="1129520"/>
            <a:ext cx="34056" cy="4257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Oval 11"/>
          <p:cNvSpPr>
            <a:spLocks noChangeArrowheads="1"/>
          </p:cNvSpPr>
          <p:nvPr userDrawn="1">
            <p:custDataLst>
              <p:tags r:id="rId12"/>
            </p:custDataLst>
          </p:nvPr>
        </p:nvSpPr>
        <p:spPr bwMode="auto">
          <a:xfrm>
            <a:off x="9084403" y="1560895"/>
            <a:ext cx="39732" cy="3973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5" name="Oval 12"/>
          <p:cNvSpPr>
            <a:spLocks noChangeArrowheads="1"/>
          </p:cNvSpPr>
          <p:nvPr userDrawn="1">
            <p:custDataLst>
              <p:tags r:id="rId13"/>
            </p:custDataLst>
          </p:nvPr>
        </p:nvSpPr>
        <p:spPr bwMode="auto">
          <a:xfrm>
            <a:off x="9782548" y="888290"/>
            <a:ext cx="85140" cy="8797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" name="Oval 13"/>
          <p:cNvSpPr>
            <a:spLocks noChangeArrowheads="1"/>
          </p:cNvSpPr>
          <p:nvPr userDrawn="1">
            <p:custDataLst>
              <p:tags r:id="rId14"/>
            </p:custDataLst>
          </p:nvPr>
        </p:nvSpPr>
        <p:spPr bwMode="auto">
          <a:xfrm>
            <a:off x="9961341" y="1359397"/>
            <a:ext cx="150414" cy="14757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Oval 14"/>
          <p:cNvSpPr>
            <a:spLocks noChangeArrowheads="1"/>
          </p:cNvSpPr>
          <p:nvPr userDrawn="1">
            <p:custDataLst>
              <p:tags r:id="rId15"/>
            </p:custDataLst>
          </p:nvPr>
        </p:nvSpPr>
        <p:spPr bwMode="auto">
          <a:xfrm>
            <a:off x="9634973" y="1742526"/>
            <a:ext cx="113520" cy="1220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" name="Oval 15"/>
          <p:cNvSpPr>
            <a:spLocks noChangeArrowheads="1"/>
          </p:cNvSpPr>
          <p:nvPr userDrawn="1">
            <p:custDataLst>
              <p:tags r:id="rId16"/>
            </p:custDataLst>
          </p:nvPr>
        </p:nvSpPr>
        <p:spPr bwMode="auto">
          <a:xfrm>
            <a:off x="9822280" y="2100113"/>
            <a:ext cx="59599" cy="5959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9" name="Oval 16"/>
          <p:cNvSpPr>
            <a:spLocks noChangeArrowheads="1"/>
          </p:cNvSpPr>
          <p:nvPr userDrawn="1">
            <p:custDataLst>
              <p:tags r:id="rId17"/>
            </p:custDataLst>
          </p:nvPr>
        </p:nvSpPr>
        <p:spPr bwMode="auto">
          <a:xfrm>
            <a:off x="9512939" y="2273229"/>
            <a:ext cx="93655" cy="936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" name="Oval 17"/>
          <p:cNvSpPr>
            <a:spLocks noChangeArrowheads="1"/>
          </p:cNvSpPr>
          <p:nvPr userDrawn="1">
            <p:custDataLst>
              <p:tags r:id="rId18"/>
            </p:custDataLst>
          </p:nvPr>
        </p:nvSpPr>
        <p:spPr bwMode="auto">
          <a:xfrm>
            <a:off x="9359687" y="2537163"/>
            <a:ext cx="85140" cy="8514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1" name="Oval 18"/>
          <p:cNvSpPr>
            <a:spLocks noChangeArrowheads="1"/>
          </p:cNvSpPr>
          <p:nvPr userDrawn="1">
            <p:custDataLst>
              <p:tags r:id="rId19"/>
            </p:custDataLst>
          </p:nvPr>
        </p:nvSpPr>
        <p:spPr bwMode="auto">
          <a:xfrm>
            <a:off x="10171352" y="2415128"/>
            <a:ext cx="127710" cy="12203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0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23" name="组合 22"/>
          <p:cNvGrpSpPr/>
          <p:nvPr userDrawn="1">
            <p:custDataLst>
              <p:tags r:id="rId21"/>
            </p:custDataLst>
          </p:nvPr>
        </p:nvGrpSpPr>
        <p:grpSpPr>
          <a:xfrm>
            <a:off x="11635058" y="253144"/>
            <a:ext cx="420495" cy="269282"/>
            <a:chOff x="11382102" y="604536"/>
            <a:chExt cx="420495" cy="269282"/>
          </a:xfrm>
        </p:grpSpPr>
        <p:sp>
          <p:nvSpPr>
            <p:cNvPr id="28" name="Line 16"/>
            <p:cNvSpPr>
              <a:spLocks noChangeShapeType="1"/>
            </p:cNvSpPr>
            <p:nvPr>
              <p:custDataLst>
                <p:tags r:id="rId22"/>
              </p:custDataLst>
            </p:nvPr>
          </p:nvSpPr>
          <p:spPr bwMode="auto">
            <a:xfrm flipH="1">
              <a:off x="11382102" y="604536"/>
              <a:ext cx="420495" cy="0"/>
            </a:xfrm>
            <a:prstGeom prst="line">
              <a:avLst/>
            </a:prstGeom>
            <a:noFill/>
            <a:ln w="38100" cap="flat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dirty="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2" name="Line 17"/>
            <p:cNvSpPr>
              <a:spLocks noChangeShapeType="1"/>
            </p:cNvSpPr>
            <p:nvPr>
              <p:custDataLst>
                <p:tags r:id="rId23"/>
              </p:custDataLst>
            </p:nvPr>
          </p:nvSpPr>
          <p:spPr bwMode="auto">
            <a:xfrm flipH="1">
              <a:off x="11608525" y="739177"/>
              <a:ext cx="194072" cy="0"/>
            </a:xfrm>
            <a:prstGeom prst="line">
              <a:avLst/>
            </a:prstGeom>
            <a:noFill/>
            <a:ln w="38100" cap="flat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dirty="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3" name="Line 18"/>
            <p:cNvSpPr>
              <a:spLocks noChangeShapeType="1"/>
            </p:cNvSpPr>
            <p:nvPr>
              <p:custDataLst>
                <p:tags r:id="rId24"/>
              </p:custDataLst>
            </p:nvPr>
          </p:nvSpPr>
          <p:spPr bwMode="auto">
            <a:xfrm flipH="1">
              <a:off x="11500972" y="873818"/>
              <a:ext cx="301625" cy="0"/>
            </a:xfrm>
            <a:prstGeom prst="line">
              <a:avLst/>
            </a:prstGeom>
            <a:noFill/>
            <a:ln w="38100" cap="flat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任意多边形 32"/>
          <p:cNvSpPr/>
          <p:nvPr>
            <p:custDataLst>
              <p:tags r:id="rId1"/>
            </p:custDataLst>
          </p:nvPr>
        </p:nvSpPr>
        <p:spPr>
          <a:xfrm>
            <a:off x="0" y="1154112"/>
            <a:ext cx="1357313" cy="1371600"/>
          </a:xfrm>
          <a:custGeom>
            <a:avLst/>
            <a:gdLst>
              <a:gd name="connsiteX0" fmla="*/ 0 w 1357313"/>
              <a:gd name="connsiteY0" fmla="*/ 0 h 1371600"/>
              <a:gd name="connsiteX1" fmla="*/ 1357313 w 1357313"/>
              <a:gd name="connsiteY1" fmla="*/ 1357312 h 1371600"/>
              <a:gd name="connsiteX2" fmla="*/ 1343025 w 1357313"/>
              <a:gd name="connsiteY2" fmla="*/ 1371600 h 1371600"/>
              <a:gd name="connsiteX3" fmla="*/ 0 w 1357313"/>
              <a:gd name="connsiteY3" fmla="*/ 28575 h 1371600"/>
              <a:gd name="connsiteX4" fmla="*/ 0 w 1357313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7313" h="1371600">
                <a:moveTo>
                  <a:pt x="0" y="0"/>
                </a:moveTo>
                <a:lnTo>
                  <a:pt x="1357313" y="1357312"/>
                </a:lnTo>
                <a:lnTo>
                  <a:pt x="1343025" y="1371600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4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Freeform 19"/>
          <p:cNvSpPr/>
          <p:nvPr userDrawn="1">
            <p:custDataLst>
              <p:tags r:id="rId2"/>
            </p:custDataLst>
          </p:nvPr>
        </p:nvSpPr>
        <p:spPr bwMode="auto">
          <a:xfrm>
            <a:off x="8594725" y="784860"/>
            <a:ext cx="316230" cy="365760"/>
          </a:xfrm>
          <a:custGeom>
            <a:avLst/>
            <a:gdLst>
              <a:gd name="T0" fmla="*/ 304 w 304"/>
              <a:gd name="T1" fmla="*/ 175 h 352"/>
              <a:gd name="T2" fmla="*/ 0 w 304"/>
              <a:gd name="T3" fmla="*/ 352 h 352"/>
              <a:gd name="T4" fmla="*/ 0 w 304"/>
              <a:gd name="T5" fmla="*/ 0 h 352"/>
              <a:gd name="T6" fmla="*/ 304 w 304"/>
              <a:gd name="T7" fmla="*/ 175 h 3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04" h="352">
                <a:moveTo>
                  <a:pt x="304" y="175"/>
                </a:moveTo>
                <a:lnTo>
                  <a:pt x="0" y="352"/>
                </a:lnTo>
                <a:lnTo>
                  <a:pt x="0" y="0"/>
                </a:lnTo>
                <a:lnTo>
                  <a:pt x="304" y="1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2" name="Freeform 20"/>
          <p:cNvSpPr/>
          <p:nvPr userDrawn="1">
            <p:custDataLst>
              <p:tags r:id="rId3"/>
            </p:custDataLst>
          </p:nvPr>
        </p:nvSpPr>
        <p:spPr bwMode="auto">
          <a:xfrm>
            <a:off x="8594725" y="933450"/>
            <a:ext cx="187325" cy="217170"/>
          </a:xfrm>
          <a:custGeom>
            <a:avLst/>
            <a:gdLst>
              <a:gd name="T0" fmla="*/ 180 w 180"/>
              <a:gd name="T1" fmla="*/ 104 h 209"/>
              <a:gd name="T2" fmla="*/ 0 w 180"/>
              <a:gd name="T3" fmla="*/ 209 h 209"/>
              <a:gd name="T4" fmla="*/ 0 w 180"/>
              <a:gd name="T5" fmla="*/ 0 h 209"/>
              <a:gd name="T6" fmla="*/ 180 w 180"/>
              <a:gd name="T7" fmla="*/ 104 h 2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0" h="209">
                <a:moveTo>
                  <a:pt x="180" y="104"/>
                </a:moveTo>
                <a:lnTo>
                  <a:pt x="0" y="209"/>
                </a:lnTo>
                <a:lnTo>
                  <a:pt x="0" y="0"/>
                </a:lnTo>
                <a:lnTo>
                  <a:pt x="180" y="10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5" name="Freeform 5"/>
          <p:cNvSpPr>
            <a:spLocks noEditPoints="1"/>
          </p:cNvSpPr>
          <p:nvPr userDrawn="1">
            <p:custDataLst>
              <p:tags r:id="rId4"/>
            </p:custDataLst>
          </p:nvPr>
        </p:nvSpPr>
        <p:spPr bwMode="auto">
          <a:xfrm>
            <a:off x="735330" y="1235075"/>
            <a:ext cx="8456930" cy="5629275"/>
          </a:xfrm>
          <a:custGeom>
            <a:avLst/>
            <a:gdLst>
              <a:gd name="T0" fmla="*/ 0 w 5327"/>
              <a:gd name="T1" fmla="*/ 3546 h 3546"/>
              <a:gd name="T2" fmla="*/ 0 w 5327"/>
              <a:gd name="T3" fmla="*/ 3546 h 3546"/>
              <a:gd name="T4" fmla="*/ 0 w 5327"/>
              <a:gd name="T5" fmla="*/ 3546 h 3546"/>
              <a:gd name="T6" fmla="*/ 0 w 5327"/>
              <a:gd name="T7" fmla="*/ 3546 h 3546"/>
              <a:gd name="T8" fmla="*/ 3547 w 5327"/>
              <a:gd name="T9" fmla="*/ 0 h 3546"/>
              <a:gd name="T10" fmla="*/ 5 w 5327"/>
              <a:gd name="T11" fmla="*/ 3542 h 3546"/>
              <a:gd name="T12" fmla="*/ 0 w 5327"/>
              <a:gd name="T13" fmla="*/ 3546 h 3546"/>
              <a:gd name="T14" fmla="*/ 18 w 5327"/>
              <a:gd name="T15" fmla="*/ 3546 h 3546"/>
              <a:gd name="T16" fmla="*/ 18 w 5327"/>
              <a:gd name="T17" fmla="*/ 3546 h 3546"/>
              <a:gd name="T18" fmla="*/ 3547 w 5327"/>
              <a:gd name="T19" fmla="*/ 17 h 3546"/>
              <a:gd name="T20" fmla="*/ 5309 w 5327"/>
              <a:gd name="T21" fmla="*/ 1781 h 3546"/>
              <a:gd name="T22" fmla="*/ 5327 w 5327"/>
              <a:gd name="T23" fmla="*/ 1781 h 3546"/>
              <a:gd name="T24" fmla="*/ 3547 w 5327"/>
              <a:gd name="T25" fmla="*/ 0 h 3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327" h="3546">
                <a:moveTo>
                  <a:pt x="0" y="3546"/>
                </a:moveTo>
                <a:lnTo>
                  <a:pt x="0" y="3546"/>
                </a:lnTo>
                <a:lnTo>
                  <a:pt x="0" y="3546"/>
                </a:lnTo>
                <a:lnTo>
                  <a:pt x="0" y="3546"/>
                </a:lnTo>
                <a:close/>
                <a:moveTo>
                  <a:pt x="3547" y="0"/>
                </a:moveTo>
                <a:lnTo>
                  <a:pt x="5" y="3542"/>
                </a:lnTo>
                <a:lnTo>
                  <a:pt x="0" y="3546"/>
                </a:lnTo>
                <a:lnTo>
                  <a:pt x="18" y="3546"/>
                </a:lnTo>
                <a:lnTo>
                  <a:pt x="18" y="3546"/>
                </a:lnTo>
                <a:lnTo>
                  <a:pt x="3547" y="17"/>
                </a:lnTo>
                <a:lnTo>
                  <a:pt x="5309" y="1781"/>
                </a:lnTo>
                <a:lnTo>
                  <a:pt x="5327" y="1781"/>
                </a:lnTo>
                <a:lnTo>
                  <a:pt x="3547" y="0"/>
                </a:lnTo>
                <a:close/>
              </a:path>
            </a:pathLst>
          </a:custGeom>
          <a:solidFill>
            <a:schemeClr val="tx2">
              <a:alpha val="24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/>
          </a:p>
        </p:txBody>
      </p:sp>
      <p:sp>
        <p:nvSpPr>
          <p:cNvPr id="9" name="Freeform 7"/>
          <p:cNvSpPr/>
          <p:nvPr userDrawn="1">
            <p:custDataLst>
              <p:tags r:id="rId5"/>
            </p:custDataLst>
          </p:nvPr>
        </p:nvSpPr>
        <p:spPr bwMode="auto">
          <a:xfrm>
            <a:off x="2473325" y="3065780"/>
            <a:ext cx="3338830" cy="3338830"/>
          </a:xfrm>
          <a:custGeom>
            <a:avLst/>
            <a:gdLst>
              <a:gd name="T0" fmla="*/ 1052 w 2103"/>
              <a:gd name="T1" fmla="*/ 0 h 2103"/>
              <a:gd name="T2" fmla="*/ 2103 w 2103"/>
              <a:gd name="T3" fmla="*/ 1051 h 2103"/>
              <a:gd name="T4" fmla="*/ 1052 w 2103"/>
              <a:gd name="T5" fmla="*/ 2103 h 2103"/>
              <a:gd name="T6" fmla="*/ 0 w 2103"/>
              <a:gd name="T7" fmla="*/ 1051 h 2103"/>
              <a:gd name="T8" fmla="*/ 1052 w 2103"/>
              <a:gd name="T9" fmla="*/ 0 h 2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03" h="2103">
                <a:moveTo>
                  <a:pt x="1052" y="0"/>
                </a:moveTo>
                <a:lnTo>
                  <a:pt x="2103" y="1051"/>
                </a:lnTo>
                <a:lnTo>
                  <a:pt x="1052" y="2103"/>
                </a:lnTo>
                <a:lnTo>
                  <a:pt x="0" y="1051"/>
                </a:lnTo>
                <a:lnTo>
                  <a:pt x="105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6"/>
            </p:custDataLst>
          </p:nvPr>
        </p:nvSpPr>
        <p:spPr bwMode="auto">
          <a:xfrm>
            <a:off x="805180" y="1395095"/>
            <a:ext cx="3336925" cy="3338830"/>
          </a:xfrm>
          <a:custGeom>
            <a:avLst/>
            <a:gdLst>
              <a:gd name="T0" fmla="*/ 1051 w 2102"/>
              <a:gd name="T1" fmla="*/ 0 h 2103"/>
              <a:gd name="T2" fmla="*/ 2102 w 2102"/>
              <a:gd name="T3" fmla="*/ 1052 h 2103"/>
              <a:gd name="T4" fmla="*/ 1051 w 2102"/>
              <a:gd name="T5" fmla="*/ 2103 h 2103"/>
              <a:gd name="T6" fmla="*/ 0 w 2102"/>
              <a:gd name="T7" fmla="*/ 1052 h 2103"/>
              <a:gd name="T8" fmla="*/ 1051 w 2102"/>
              <a:gd name="T9" fmla="*/ 0 h 2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02" h="2103">
                <a:moveTo>
                  <a:pt x="1051" y="0"/>
                </a:moveTo>
                <a:lnTo>
                  <a:pt x="2102" y="1052"/>
                </a:lnTo>
                <a:lnTo>
                  <a:pt x="1051" y="2103"/>
                </a:lnTo>
                <a:lnTo>
                  <a:pt x="0" y="1052"/>
                </a:lnTo>
                <a:lnTo>
                  <a:pt x="1051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7"/>
            </p:custDataLst>
          </p:nvPr>
        </p:nvSpPr>
        <p:spPr bwMode="auto">
          <a:xfrm>
            <a:off x="805180" y="1395095"/>
            <a:ext cx="3336925" cy="3338830"/>
          </a:xfrm>
          <a:custGeom>
            <a:avLst/>
            <a:gdLst>
              <a:gd name="T0" fmla="*/ 1051 w 2102"/>
              <a:gd name="T1" fmla="*/ 0 h 2103"/>
              <a:gd name="T2" fmla="*/ 2102 w 2102"/>
              <a:gd name="T3" fmla="*/ 1052 h 2103"/>
              <a:gd name="T4" fmla="*/ 1051 w 2102"/>
              <a:gd name="T5" fmla="*/ 2103 h 2103"/>
              <a:gd name="T6" fmla="*/ 0 w 2102"/>
              <a:gd name="T7" fmla="*/ 1052 h 2103"/>
              <a:gd name="T8" fmla="*/ 1051 w 2102"/>
              <a:gd name="T9" fmla="*/ 0 h 2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02" h="2103">
                <a:moveTo>
                  <a:pt x="1051" y="0"/>
                </a:moveTo>
                <a:lnTo>
                  <a:pt x="2102" y="1052"/>
                </a:lnTo>
                <a:lnTo>
                  <a:pt x="1051" y="2103"/>
                </a:lnTo>
                <a:lnTo>
                  <a:pt x="0" y="1052"/>
                </a:lnTo>
                <a:lnTo>
                  <a:pt x="1051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0"/>
          <p:cNvSpPr/>
          <p:nvPr userDrawn="1">
            <p:custDataLst>
              <p:tags r:id="rId8"/>
            </p:custDataLst>
          </p:nvPr>
        </p:nvSpPr>
        <p:spPr bwMode="auto">
          <a:xfrm>
            <a:off x="944880" y="4718050"/>
            <a:ext cx="1951355" cy="1951355"/>
          </a:xfrm>
          <a:custGeom>
            <a:avLst/>
            <a:gdLst>
              <a:gd name="T0" fmla="*/ 614 w 1229"/>
              <a:gd name="T1" fmla="*/ 0 h 1229"/>
              <a:gd name="T2" fmla="*/ 1229 w 1229"/>
              <a:gd name="T3" fmla="*/ 615 h 1229"/>
              <a:gd name="T4" fmla="*/ 614 w 1229"/>
              <a:gd name="T5" fmla="*/ 1229 h 1229"/>
              <a:gd name="T6" fmla="*/ 0 w 1229"/>
              <a:gd name="T7" fmla="*/ 615 h 1229"/>
              <a:gd name="T8" fmla="*/ 614 w 1229"/>
              <a:gd name="T9" fmla="*/ 0 h 1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29" h="1229">
                <a:moveTo>
                  <a:pt x="614" y="0"/>
                </a:moveTo>
                <a:lnTo>
                  <a:pt x="1229" y="615"/>
                </a:lnTo>
                <a:lnTo>
                  <a:pt x="614" y="1229"/>
                </a:lnTo>
                <a:lnTo>
                  <a:pt x="0" y="615"/>
                </a:lnTo>
                <a:lnTo>
                  <a:pt x="6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9"/>
            </p:custDataLst>
          </p:nvPr>
        </p:nvSpPr>
        <p:spPr bwMode="auto">
          <a:xfrm>
            <a:off x="4143375" y="1395095"/>
            <a:ext cx="3338830" cy="3338830"/>
          </a:xfrm>
          <a:custGeom>
            <a:avLst/>
            <a:gdLst>
              <a:gd name="T0" fmla="*/ 1051 w 2103"/>
              <a:gd name="T1" fmla="*/ 0 h 2103"/>
              <a:gd name="T2" fmla="*/ 2103 w 2103"/>
              <a:gd name="T3" fmla="*/ 1052 h 2103"/>
              <a:gd name="T4" fmla="*/ 1051 w 2103"/>
              <a:gd name="T5" fmla="*/ 2103 h 2103"/>
              <a:gd name="T6" fmla="*/ 0 w 2103"/>
              <a:gd name="T7" fmla="*/ 1052 h 2103"/>
              <a:gd name="T8" fmla="*/ 1051 w 2103"/>
              <a:gd name="T9" fmla="*/ 0 h 2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03" h="2103">
                <a:moveTo>
                  <a:pt x="1051" y="0"/>
                </a:moveTo>
                <a:lnTo>
                  <a:pt x="2103" y="1052"/>
                </a:lnTo>
                <a:lnTo>
                  <a:pt x="1051" y="2103"/>
                </a:lnTo>
                <a:lnTo>
                  <a:pt x="0" y="1052"/>
                </a:lnTo>
                <a:lnTo>
                  <a:pt x="1051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4" name="Freeform 12"/>
          <p:cNvSpPr/>
          <p:nvPr userDrawn="1">
            <p:custDataLst>
              <p:tags r:id="rId10"/>
            </p:custDataLst>
          </p:nvPr>
        </p:nvSpPr>
        <p:spPr bwMode="auto">
          <a:xfrm>
            <a:off x="6915150" y="3154680"/>
            <a:ext cx="1311275" cy="1310005"/>
          </a:xfrm>
          <a:custGeom>
            <a:avLst/>
            <a:gdLst>
              <a:gd name="T0" fmla="*/ 412 w 826"/>
              <a:gd name="T1" fmla="*/ 0 h 825"/>
              <a:gd name="T2" fmla="*/ 826 w 826"/>
              <a:gd name="T3" fmla="*/ 413 h 825"/>
              <a:gd name="T4" fmla="*/ 412 w 826"/>
              <a:gd name="T5" fmla="*/ 825 h 825"/>
              <a:gd name="T6" fmla="*/ 0 w 826"/>
              <a:gd name="T7" fmla="*/ 413 h 825"/>
              <a:gd name="T8" fmla="*/ 412 w 826"/>
              <a:gd name="T9" fmla="*/ 0 h 8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26" h="825">
                <a:moveTo>
                  <a:pt x="412" y="0"/>
                </a:moveTo>
                <a:lnTo>
                  <a:pt x="826" y="413"/>
                </a:lnTo>
                <a:lnTo>
                  <a:pt x="412" y="825"/>
                </a:lnTo>
                <a:lnTo>
                  <a:pt x="0" y="413"/>
                </a:lnTo>
                <a:lnTo>
                  <a:pt x="412" y="0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7" name="Freeform 15"/>
          <p:cNvSpPr/>
          <p:nvPr userDrawn="1">
            <p:custDataLst>
              <p:tags r:id="rId11"/>
            </p:custDataLst>
          </p:nvPr>
        </p:nvSpPr>
        <p:spPr bwMode="auto">
          <a:xfrm>
            <a:off x="1343025" y="2511425"/>
            <a:ext cx="2428875" cy="1311275"/>
          </a:xfrm>
          <a:custGeom>
            <a:avLst/>
            <a:gdLst>
              <a:gd name="T0" fmla="*/ 9 w 1530"/>
              <a:gd name="T1" fmla="*/ 0 h 826"/>
              <a:gd name="T2" fmla="*/ 0 w 1530"/>
              <a:gd name="T3" fmla="*/ 9 h 826"/>
              <a:gd name="T4" fmla="*/ 813 w 1530"/>
              <a:gd name="T5" fmla="*/ 823 h 826"/>
              <a:gd name="T6" fmla="*/ 818 w 1530"/>
              <a:gd name="T7" fmla="*/ 826 h 826"/>
              <a:gd name="T8" fmla="*/ 1530 w 1530"/>
              <a:gd name="T9" fmla="*/ 114 h 826"/>
              <a:gd name="T10" fmla="*/ 1521 w 1530"/>
              <a:gd name="T11" fmla="*/ 106 h 826"/>
              <a:gd name="T12" fmla="*/ 818 w 1530"/>
              <a:gd name="T13" fmla="*/ 809 h 826"/>
              <a:gd name="T14" fmla="*/ 9 w 1530"/>
              <a:gd name="T15" fmla="*/ 0 h 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30" h="826">
                <a:moveTo>
                  <a:pt x="9" y="0"/>
                </a:moveTo>
                <a:lnTo>
                  <a:pt x="0" y="9"/>
                </a:lnTo>
                <a:lnTo>
                  <a:pt x="813" y="823"/>
                </a:lnTo>
                <a:lnTo>
                  <a:pt x="818" y="826"/>
                </a:lnTo>
                <a:lnTo>
                  <a:pt x="1530" y="114"/>
                </a:lnTo>
                <a:lnTo>
                  <a:pt x="1521" y="106"/>
                </a:lnTo>
                <a:lnTo>
                  <a:pt x="818" y="809"/>
                </a:lnTo>
                <a:lnTo>
                  <a:pt x="9" y="0"/>
                </a:lnTo>
                <a:close/>
              </a:path>
            </a:pathLst>
          </a:custGeom>
          <a:solidFill>
            <a:srgbClr val="00A99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8" name="Freeform 16"/>
          <p:cNvSpPr/>
          <p:nvPr userDrawn="1">
            <p:custDataLst>
              <p:tags r:id="rId12"/>
            </p:custDataLst>
          </p:nvPr>
        </p:nvSpPr>
        <p:spPr bwMode="auto">
          <a:xfrm>
            <a:off x="1343025" y="2511425"/>
            <a:ext cx="2428875" cy="1311275"/>
          </a:xfrm>
          <a:custGeom>
            <a:avLst/>
            <a:gdLst>
              <a:gd name="T0" fmla="*/ 9 w 1530"/>
              <a:gd name="T1" fmla="*/ 0 h 826"/>
              <a:gd name="T2" fmla="*/ 0 w 1530"/>
              <a:gd name="T3" fmla="*/ 9 h 826"/>
              <a:gd name="T4" fmla="*/ 813 w 1530"/>
              <a:gd name="T5" fmla="*/ 823 h 826"/>
              <a:gd name="T6" fmla="*/ 818 w 1530"/>
              <a:gd name="T7" fmla="*/ 826 h 826"/>
              <a:gd name="T8" fmla="*/ 1530 w 1530"/>
              <a:gd name="T9" fmla="*/ 114 h 826"/>
              <a:gd name="T10" fmla="*/ 1521 w 1530"/>
              <a:gd name="T11" fmla="*/ 106 h 826"/>
              <a:gd name="T12" fmla="*/ 818 w 1530"/>
              <a:gd name="T13" fmla="*/ 809 h 826"/>
              <a:gd name="T14" fmla="*/ 9 w 1530"/>
              <a:gd name="T15" fmla="*/ 0 h 8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530" h="826">
                <a:moveTo>
                  <a:pt x="9" y="0"/>
                </a:moveTo>
                <a:lnTo>
                  <a:pt x="0" y="9"/>
                </a:lnTo>
                <a:lnTo>
                  <a:pt x="813" y="823"/>
                </a:lnTo>
                <a:lnTo>
                  <a:pt x="818" y="826"/>
                </a:lnTo>
                <a:lnTo>
                  <a:pt x="1530" y="114"/>
                </a:lnTo>
                <a:lnTo>
                  <a:pt x="1521" y="106"/>
                </a:lnTo>
                <a:lnTo>
                  <a:pt x="818" y="809"/>
                </a:lnTo>
                <a:lnTo>
                  <a:pt x="9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0" name="Freeform 18"/>
          <p:cNvSpPr/>
          <p:nvPr userDrawn="1">
            <p:custDataLst>
              <p:tags r:id="rId13"/>
            </p:custDataLst>
          </p:nvPr>
        </p:nvSpPr>
        <p:spPr bwMode="auto">
          <a:xfrm>
            <a:off x="142875" y="1191895"/>
            <a:ext cx="1181100" cy="1183005"/>
          </a:xfrm>
          <a:custGeom>
            <a:avLst/>
            <a:gdLst>
              <a:gd name="T0" fmla="*/ 373 w 744"/>
              <a:gd name="T1" fmla="*/ 0 h 745"/>
              <a:gd name="T2" fmla="*/ 744 w 744"/>
              <a:gd name="T3" fmla="*/ 372 h 745"/>
              <a:gd name="T4" fmla="*/ 373 w 744"/>
              <a:gd name="T5" fmla="*/ 745 h 745"/>
              <a:gd name="T6" fmla="*/ 0 w 744"/>
              <a:gd name="T7" fmla="*/ 372 h 745"/>
              <a:gd name="T8" fmla="*/ 373 w 744"/>
              <a:gd name="T9" fmla="*/ 0 h 7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44" h="745">
                <a:moveTo>
                  <a:pt x="373" y="0"/>
                </a:moveTo>
                <a:lnTo>
                  <a:pt x="744" y="372"/>
                </a:lnTo>
                <a:lnTo>
                  <a:pt x="373" y="745"/>
                </a:lnTo>
                <a:lnTo>
                  <a:pt x="0" y="372"/>
                </a:lnTo>
                <a:lnTo>
                  <a:pt x="3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副标题 2"/>
          <p:cNvSpPr>
            <a:spLocks noGrp="1"/>
          </p:cNvSpPr>
          <p:nvPr>
            <p:ph type="subTitle" idx="1" hasCustomPrompt="1"/>
            <p:custDataLst>
              <p:tags r:id="rId14"/>
            </p:custDataLst>
          </p:nvPr>
        </p:nvSpPr>
        <p:spPr>
          <a:xfrm>
            <a:off x="5809460" y="4203777"/>
            <a:ext cx="5986805" cy="492443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2400" u="none" strike="noStrike" kern="1200" cap="none" spc="0" normalizeH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7" name="标题 1"/>
          <p:cNvSpPr>
            <a:spLocks noGrp="1"/>
          </p:cNvSpPr>
          <p:nvPr>
            <p:ph type="ctrTitle" hasCustomPrompt="1"/>
            <p:custDataLst>
              <p:tags r:id="rId15"/>
            </p:custDataLst>
          </p:nvPr>
        </p:nvSpPr>
        <p:spPr>
          <a:xfrm>
            <a:off x="4116000" y="4776788"/>
            <a:ext cx="7680265" cy="1372408"/>
          </a:xfrm>
        </p:spPr>
        <p:txBody>
          <a:bodyPr anchor="t" anchorCtr="0">
            <a:normAutofit/>
          </a:bodyPr>
          <a:lstStyle>
            <a:lvl1pPr algn="r">
              <a:defRPr sz="66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pic>
        <p:nvPicPr>
          <p:cNvPr id="16" name="图片 15" descr="图片1"/>
          <p:cNvPicPr>
            <a:picLocks noChangeAspect="1"/>
          </p:cNvPicPr>
          <p:nvPr userDrawn="1">
            <p:custDataLst>
              <p:tags r:id="rId16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664335" y="704850"/>
            <a:ext cx="4883150" cy="4895215"/>
          </a:xfrm>
          <a:prstGeom prst="diamond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  <p:custDataLst>
              <p:tags r:id="rId1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 userDrawn="1">
            <p:custDataLst>
              <p:tags r:id="rId1"/>
            </p:custDataLst>
          </p:nvPr>
        </p:nvGrpSpPr>
        <p:grpSpPr>
          <a:xfrm>
            <a:off x="-206264" y="-134862"/>
            <a:ext cx="12597181" cy="7117483"/>
            <a:chOff x="-206264" y="-134862"/>
            <a:chExt cx="12597181" cy="7117483"/>
          </a:xfrm>
        </p:grpSpPr>
        <p:sp>
          <p:nvSpPr>
            <p:cNvPr id="14" name="Freeform 7"/>
            <p:cNvSpPr/>
            <p:nvPr userDrawn="1">
              <p:custDataLst>
                <p:tags r:id="rId7"/>
              </p:custDataLst>
            </p:nvPr>
          </p:nvSpPr>
          <p:spPr bwMode="auto">
            <a:xfrm rot="18907790">
              <a:off x="11467248" y="6134747"/>
              <a:ext cx="847874" cy="847874"/>
            </a:xfrm>
            <a:custGeom>
              <a:avLst/>
              <a:gdLst>
                <a:gd name="T0" fmla="*/ 1052 w 2103"/>
                <a:gd name="T1" fmla="*/ 0 h 2103"/>
                <a:gd name="T2" fmla="*/ 2103 w 2103"/>
                <a:gd name="T3" fmla="*/ 1051 h 2103"/>
                <a:gd name="T4" fmla="*/ 1052 w 2103"/>
                <a:gd name="T5" fmla="*/ 2103 h 2103"/>
                <a:gd name="T6" fmla="*/ 0 w 2103"/>
                <a:gd name="T7" fmla="*/ 1051 h 2103"/>
                <a:gd name="T8" fmla="*/ 1052 w 2103"/>
                <a:gd name="T9" fmla="*/ 0 h 2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3" h="2103">
                  <a:moveTo>
                    <a:pt x="1052" y="0"/>
                  </a:moveTo>
                  <a:lnTo>
                    <a:pt x="2103" y="1051"/>
                  </a:lnTo>
                  <a:lnTo>
                    <a:pt x="1052" y="2103"/>
                  </a:lnTo>
                  <a:lnTo>
                    <a:pt x="0" y="1051"/>
                  </a:lnTo>
                  <a:lnTo>
                    <a:pt x="10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任意多边形: 形状 14"/>
            <p:cNvSpPr/>
            <p:nvPr userDrawn="1">
              <p:custDataLst>
                <p:tags r:id="rId8"/>
              </p:custDataLst>
            </p:nvPr>
          </p:nvSpPr>
          <p:spPr bwMode="auto">
            <a:xfrm rot="18907790">
              <a:off x="10943085" y="6313497"/>
              <a:ext cx="847471" cy="638111"/>
            </a:xfrm>
            <a:custGeom>
              <a:avLst/>
              <a:gdLst>
                <a:gd name="connsiteX0" fmla="*/ 843305 w 3336925"/>
                <a:gd name="connsiteY0" fmla="*/ 0 h 2512570"/>
                <a:gd name="connsiteX1" fmla="*/ 2493621 w 3336925"/>
                <a:gd name="connsiteY1" fmla="*/ 0 h 2512570"/>
                <a:gd name="connsiteX2" fmla="*/ 3336925 w 3336925"/>
                <a:gd name="connsiteY2" fmla="*/ 844107 h 2512570"/>
                <a:gd name="connsiteX3" fmla="*/ 1668463 w 3336925"/>
                <a:gd name="connsiteY3" fmla="*/ 2512570 h 2512570"/>
                <a:gd name="connsiteX4" fmla="*/ 0 w 3336925"/>
                <a:gd name="connsiteY4" fmla="*/ 844107 h 2512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6925" h="2512570">
                  <a:moveTo>
                    <a:pt x="843305" y="0"/>
                  </a:moveTo>
                  <a:lnTo>
                    <a:pt x="2493621" y="0"/>
                  </a:lnTo>
                  <a:lnTo>
                    <a:pt x="3336925" y="844107"/>
                  </a:lnTo>
                  <a:lnTo>
                    <a:pt x="1668463" y="2512570"/>
                  </a:lnTo>
                  <a:lnTo>
                    <a:pt x="0" y="84410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任意多边形: 形状 15"/>
            <p:cNvSpPr/>
            <p:nvPr userDrawn="1">
              <p:custDataLst>
                <p:tags r:id="rId9"/>
              </p:custDataLst>
            </p:nvPr>
          </p:nvSpPr>
          <p:spPr bwMode="auto">
            <a:xfrm rot="18907790">
              <a:off x="11543043" y="5715210"/>
              <a:ext cx="847874" cy="636856"/>
            </a:xfrm>
            <a:custGeom>
              <a:avLst/>
              <a:gdLst>
                <a:gd name="connsiteX0" fmla="*/ 838369 w 3338513"/>
                <a:gd name="connsiteY0" fmla="*/ 0 h 2507629"/>
                <a:gd name="connsiteX1" fmla="*/ 2499347 w 3338513"/>
                <a:gd name="connsiteY1" fmla="*/ 0 h 2507629"/>
                <a:gd name="connsiteX2" fmla="*/ 3338513 w 3338513"/>
                <a:gd name="connsiteY2" fmla="*/ 839166 h 2507629"/>
                <a:gd name="connsiteX3" fmla="*/ 1668463 w 3338513"/>
                <a:gd name="connsiteY3" fmla="*/ 2507629 h 2507629"/>
                <a:gd name="connsiteX4" fmla="*/ 0 w 3338513"/>
                <a:gd name="connsiteY4" fmla="*/ 839166 h 250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8513" h="2507629">
                  <a:moveTo>
                    <a:pt x="838369" y="0"/>
                  </a:moveTo>
                  <a:lnTo>
                    <a:pt x="2499347" y="0"/>
                  </a:lnTo>
                  <a:lnTo>
                    <a:pt x="3338513" y="839166"/>
                  </a:lnTo>
                  <a:lnTo>
                    <a:pt x="1668463" y="2507629"/>
                  </a:lnTo>
                  <a:lnTo>
                    <a:pt x="0" y="839166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7" name="组合 16"/>
            <p:cNvGrpSpPr/>
            <p:nvPr userDrawn="1">
              <p:custDataLst>
                <p:tags r:id="rId10"/>
              </p:custDataLst>
            </p:nvPr>
          </p:nvGrpSpPr>
          <p:grpSpPr>
            <a:xfrm>
              <a:off x="-206264" y="-134862"/>
              <a:ext cx="1450808" cy="1267027"/>
              <a:chOff x="-206264" y="-134862"/>
              <a:chExt cx="1450808" cy="1267027"/>
            </a:xfrm>
          </p:grpSpPr>
          <p:sp>
            <p:nvSpPr>
              <p:cNvPr id="18" name="Freeform 7"/>
              <p:cNvSpPr/>
              <p:nvPr userDrawn="1">
                <p:custDataLst>
                  <p:tags r:id="rId11"/>
                </p:custDataLst>
              </p:nvPr>
            </p:nvSpPr>
            <p:spPr bwMode="auto">
              <a:xfrm rot="8124908">
                <a:off x="-127854" y="-134862"/>
                <a:ext cx="847874" cy="847874"/>
              </a:xfrm>
              <a:custGeom>
                <a:avLst/>
                <a:gdLst>
                  <a:gd name="T0" fmla="*/ 1052 w 2103"/>
                  <a:gd name="T1" fmla="*/ 0 h 2103"/>
                  <a:gd name="T2" fmla="*/ 2103 w 2103"/>
                  <a:gd name="T3" fmla="*/ 1051 h 2103"/>
                  <a:gd name="T4" fmla="*/ 1052 w 2103"/>
                  <a:gd name="T5" fmla="*/ 2103 h 2103"/>
                  <a:gd name="T6" fmla="*/ 0 w 2103"/>
                  <a:gd name="T7" fmla="*/ 1051 h 2103"/>
                  <a:gd name="T8" fmla="*/ 1052 w 2103"/>
                  <a:gd name="T9" fmla="*/ 0 h 2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3" h="2103">
                    <a:moveTo>
                      <a:pt x="1052" y="0"/>
                    </a:moveTo>
                    <a:lnTo>
                      <a:pt x="2103" y="1051"/>
                    </a:lnTo>
                    <a:lnTo>
                      <a:pt x="1052" y="2103"/>
                    </a:lnTo>
                    <a:lnTo>
                      <a:pt x="0" y="1051"/>
                    </a:lnTo>
                    <a:lnTo>
                      <a:pt x="10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" name="任意多边形: 形状 18"/>
              <p:cNvSpPr/>
              <p:nvPr userDrawn="1">
                <p:custDataLst>
                  <p:tags r:id="rId12"/>
                </p:custDataLst>
              </p:nvPr>
            </p:nvSpPr>
            <p:spPr bwMode="auto">
              <a:xfrm rot="8124908">
                <a:off x="397073" y="-101238"/>
                <a:ext cx="847471" cy="638111"/>
              </a:xfrm>
              <a:custGeom>
                <a:avLst/>
                <a:gdLst>
                  <a:gd name="connsiteX0" fmla="*/ 843305 w 3336925"/>
                  <a:gd name="connsiteY0" fmla="*/ 0 h 2512570"/>
                  <a:gd name="connsiteX1" fmla="*/ 2493621 w 3336925"/>
                  <a:gd name="connsiteY1" fmla="*/ 0 h 2512570"/>
                  <a:gd name="connsiteX2" fmla="*/ 3336925 w 3336925"/>
                  <a:gd name="connsiteY2" fmla="*/ 844107 h 2512570"/>
                  <a:gd name="connsiteX3" fmla="*/ 1668463 w 3336925"/>
                  <a:gd name="connsiteY3" fmla="*/ 2512570 h 2512570"/>
                  <a:gd name="connsiteX4" fmla="*/ 0 w 3336925"/>
                  <a:gd name="connsiteY4" fmla="*/ 844107 h 251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36925" h="2512570">
                    <a:moveTo>
                      <a:pt x="843305" y="0"/>
                    </a:moveTo>
                    <a:lnTo>
                      <a:pt x="2493621" y="0"/>
                    </a:lnTo>
                    <a:lnTo>
                      <a:pt x="3336925" y="844107"/>
                    </a:lnTo>
                    <a:lnTo>
                      <a:pt x="1668463" y="2512570"/>
                    </a:lnTo>
                    <a:lnTo>
                      <a:pt x="0" y="844107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0" name="任意多边形: 形状 19"/>
              <p:cNvSpPr/>
              <p:nvPr userDrawn="1">
                <p:custDataLst>
                  <p:tags r:id="rId13"/>
                </p:custDataLst>
              </p:nvPr>
            </p:nvSpPr>
            <p:spPr bwMode="auto">
              <a:xfrm rot="8124908">
                <a:off x="-206264" y="495309"/>
                <a:ext cx="847874" cy="636856"/>
              </a:xfrm>
              <a:custGeom>
                <a:avLst/>
                <a:gdLst>
                  <a:gd name="connsiteX0" fmla="*/ 838369 w 3338513"/>
                  <a:gd name="connsiteY0" fmla="*/ 0 h 2507629"/>
                  <a:gd name="connsiteX1" fmla="*/ 2499347 w 3338513"/>
                  <a:gd name="connsiteY1" fmla="*/ 0 h 2507629"/>
                  <a:gd name="connsiteX2" fmla="*/ 3338513 w 3338513"/>
                  <a:gd name="connsiteY2" fmla="*/ 839166 h 2507629"/>
                  <a:gd name="connsiteX3" fmla="*/ 1668463 w 3338513"/>
                  <a:gd name="connsiteY3" fmla="*/ 2507629 h 2507629"/>
                  <a:gd name="connsiteX4" fmla="*/ 0 w 3338513"/>
                  <a:gd name="connsiteY4" fmla="*/ 839166 h 250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38513" h="2507629">
                    <a:moveTo>
                      <a:pt x="838369" y="0"/>
                    </a:moveTo>
                    <a:lnTo>
                      <a:pt x="2499347" y="0"/>
                    </a:lnTo>
                    <a:lnTo>
                      <a:pt x="3338513" y="839166"/>
                    </a:lnTo>
                    <a:lnTo>
                      <a:pt x="1668463" y="2507629"/>
                    </a:lnTo>
                    <a:lnTo>
                      <a:pt x="0" y="83916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000" tIns="46800" rIns="90000" bIns="468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2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0" y="1123950"/>
            <a:ext cx="12192000" cy="2086610"/>
          </a:xfrm>
          <a:prstGeom prst="rect">
            <a:avLst/>
          </a:prstGeom>
          <a:blipFill>
            <a:blip r:embed="rId10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菱形 1"/>
          <p:cNvSpPr/>
          <p:nvPr>
            <p:custDataLst>
              <p:tags r:id="rId2"/>
            </p:custDataLst>
          </p:nvPr>
        </p:nvSpPr>
        <p:spPr>
          <a:xfrm>
            <a:off x="669925" y="1017212"/>
            <a:ext cx="2997216" cy="2997216"/>
          </a:xfrm>
          <a:prstGeom prst="diamond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菱形 7"/>
          <p:cNvSpPr/>
          <p:nvPr>
            <p:custDataLst>
              <p:tags r:id="rId3"/>
            </p:custDataLst>
          </p:nvPr>
        </p:nvSpPr>
        <p:spPr>
          <a:xfrm>
            <a:off x="669925" y="2798451"/>
            <a:ext cx="2997216" cy="2997216"/>
          </a:xfrm>
          <a:prstGeom prst="diamond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3936365" y="3289300"/>
            <a:ext cx="5981065" cy="864870"/>
          </a:xfrm>
        </p:spPr>
        <p:txBody>
          <a:bodyPr anchor="b">
            <a:normAutofit/>
          </a:bodyPr>
          <a:lstStyle>
            <a:lvl1pPr>
              <a:defRPr sz="4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21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3977005" y="4212590"/>
            <a:ext cx="5981065" cy="152146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1"/>
            </p:custDataLst>
          </p:nvPr>
        </p:nvGrpSpPr>
        <p:grpSpPr>
          <a:xfrm>
            <a:off x="-206264" y="-134862"/>
            <a:ext cx="12597181" cy="7117483"/>
            <a:chOff x="-206264" y="-134862"/>
            <a:chExt cx="12597181" cy="7117483"/>
          </a:xfrm>
        </p:grpSpPr>
        <p:sp>
          <p:nvSpPr>
            <p:cNvPr id="13" name="Freeform 7"/>
            <p:cNvSpPr/>
            <p:nvPr userDrawn="1">
              <p:custDataLst>
                <p:tags r:id="rId8"/>
              </p:custDataLst>
            </p:nvPr>
          </p:nvSpPr>
          <p:spPr bwMode="auto">
            <a:xfrm rot="18907790">
              <a:off x="11467248" y="6134747"/>
              <a:ext cx="847874" cy="847874"/>
            </a:xfrm>
            <a:custGeom>
              <a:avLst/>
              <a:gdLst>
                <a:gd name="T0" fmla="*/ 1052 w 2103"/>
                <a:gd name="T1" fmla="*/ 0 h 2103"/>
                <a:gd name="T2" fmla="*/ 2103 w 2103"/>
                <a:gd name="T3" fmla="*/ 1051 h 2103"/>
                <a:gd name="T4" fmla="*/ 1052 w 2103"/>
                <a:gd name="T5" fmla="*/ 2103 h 2103"/>
                <a:gd name="T6" fmla="*/ 0 w 2103"/>
                <a:gd name="T7" fmla="*/ 1051 h 2103"/>
                <a:gd name="T8" fmla="*/ 1052 w 2103"/>
                <a:gd name="T9" fmla="*/ 0 h 2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3" h="2103">
                  <a:moveTo>
                    <a:pt x="1052" y="0"/>
                  </a:moveTo>
                  <a:lnTo>
                    <a:pt x="2103" y="1051"/>
                  </a:lnTo>
                  <a:lnTo>
                    <a:pt x="1052" y="2103"/>
                  </a:lnTo>
                  <a:lnTo>
                    <a:pt x="0" y="1051"/>
                  </a:lnTo>
                  <a:lnTo>
                    <a:pt x="10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任意多边形: 形状 13"/>
            <p:cNvSpPr/>
            <p:nvPr userDrawn="1">
              <p:custDataLst>
                <p:tags r:id="rId9"/>
              </p:custDataLst>
            </p:nvPr>
          </p:nvSpPr>
          <p:spPr bwMode="auto">
            <a:xfrm rot="18907790">
              <a:off x="10943085" y="6313497"/>
              <a:ext cx="847471" cy="638111"/>
            </a:xfrm>
            <a:custGeom>
              <a:avLst/>
              <a:gdLst>
                <a:gd name="connsiteX0" fmla="*/ 843305 w 3336925"/>
                <a:gd name="connsiteY0" fmla="*/ 0 h 2512570"/>
                <a:gd name="connsiteX1" fmla="*/ 2493621 w 3336925"/>
                <a:gd name="connsiteY1" fmla="*/ 0 h 2512570"/>
                <a:gd name="connsiteX2" fmla="*/ 3336925 w 3336925"/>
                <a:gd name="connsiteY2" fmla="*/ 844107 h 2512570"/>
                <a:gd name="connsiteX3" fmla="*/ 1668463 w 3336925"/>
                <a:gd name="connsiteY3" fmla="*/ 2512570 h 2512570"/>
                <a:gd name="connsiteX4" fmla="*/ 0 w 3336925"/>
                <a:gd name="connsiteY4" fmla="*/ 844107 h 2512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6925" h="2512570">
                  <a:moveTo>
                    <a:pt x="843305" y="0"/>
                  </a:moveTo>
                  <a:lnTo>
                    <a:pt x="2493621" y="0"/>
                  </a:lnTo>
                  <a:lnTo>
                    <a:pt x="3336925" y="844107"/>
                  </a:lnTo>
                  <a:lnTo>
                    <a:pt x="1668463" y="2512570"/>
                  </a:lnTo>
                  <a:lnTo>
                    <a:pt x="0" y="84410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任意多边形: 形状 14"/>
            <p:cNvSpPr/>
            <p:nvPr userDrawn="1">
              <p:custDataLst>
                <p:tags r:id="rId10"/>
              </p:custDataLst>
            </p:nvPr>
          </p:nvSpPr>
          <p:spPr bwMode="auto">
            <a:xfrm rot="18907790">
              <a:off x="11543043" y="5715210"/>
              <a:ext cx="847874" cy="636856"/>
            </a:xfrm>
            <a:custGeom>
              <a:avLst/>
              <a:gdLst>
                <a:gd name="connsiteX0" fmla="*/ 838369 w 3338513"/>
                <a:gd name="connsiteY0" fmla="*/ 0 h 2507629"/>
                <a:gd name="connsiteX1" fmla="*/ 2499347 w 3338513"/>
                <a:gd name="connsiteY1" fmla="*/ 0 h 2507629"/>
                <a:gd name="connsiteX2" fmla="*/ 3338513 w 3338513"/>
                <a:gd name="connsiteY2" fmla="*/ 839166 h 2507629"/>
                <a:gd name="connsiteX3" fmla="*/ 1668463 w 3338513"/>
                <a:gd name="connsiteY3" fmla="*/ 2507629 h 2507629"/>
                <a:gd name="connsiteX4" fmla="*/ 0 w 3338513"/>
                <a:gd name="connsiteY4" fmla="*/ 839166 h 250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8513" h="2507629">
                  <a:moveTo>
                    <a:pt x="838369" y="0"/>
                  </a:moveTo>
                  <a:lnTo>
                    <a:pt x="2499347" y="0"/>
                  </a:lnTo>
                  <a:lnTo>
                    <a:pt x="3338513" y="839166"/>
                  </a:lnTo>
                  <a:lnTo>
                    <a:pt x="1668463" y="2507629"/>
                  </a:lnTo>
                  <a:lnTo>
                    <a:pt x="0" y="839166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16" name="组合 15"/>
            <p:cNvGrpSpPr/>
            <p:nvPr userDrawn="1">
              <p:custDataLst>
                <p:tags r:id="rId11"/>
              </p:custDataLst>
            </p:nvPr>
          </p:nvGrpSpPr>
          <p:grpSpPr>
            <a:xfrm>
              <a:off x="-206264" y="-134862"/>
              <a:ext cx="1450808" cy="1267027"/>
              <a:chOff x="-206264" y="-134862"/>
              <a:chExt cx="1450808" cy="1267027"/>
            </a:xfrm>
          </p:grpSpPr>
          <p:sp>
            <p:nvSpPr>
              <p:cNvPr id="17" name="Freeform 7"/>
              <p:cNvSpPr/>
              <p:nvPr userDrawn="1">
                <p:custDataLst>
                  <p:tags r:id="rId12"/>
                </p:custDataLst>
              </p:nvPr>
            </p:nvSpPr>
            <p:spPr bwMode="auto">
              <a:xfrm rot="8124908">
                <a:off x="-127854" y="-134862"/>
                <a:ext cx="847874" cy="847874"/>
              </a:xfrm>
              <a:custGeom>
                <a:avLst/>
                <a:gdLst>
                  <a:gd name="T0" fmla="*/ 1052 w 2103"/>
                  <a:gd name="T1" fmla="*/ 0 h 2103"/>
                  <a:gd name="T2" fmla="*/ 2103 w 2103"/>
                  <a:gd name="T3" fmla="*/ 1051 h 2103"/>
                  <a:gd name="T4" fmla="*/ 1052 w 2103"/>
                  <a:gd name="T5" fmla="*/ 2103 h 2103"/>
                  <a:gd name="T6" fmla="*/ 0 w 2103"/>
                  <a:gd name="T7" fmla="*/ 1051 h 2103"/>
                  <a:gd name="T8" fmla="*/ 1052 w 2103"/>
                  <a:gd name="T9" fmla="*/ 0 h 2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3" h="2103">
                    <a:moveTo>
                      <a:pt x="1052" y="0"/>
                    </a:moveTo>
                    <a:lnTo>
                      <a:pt x="2103" y="1051"/>
                    </a:lnTo>
                    <a:lnTo>
                      <a:pt x="1052" y="2103"/>
                    </a:lnTo>
                    <a:lnTo>
                      <a:pt x="0" y="1051"/>
                    </a:lnTo>
                    <a:lnTo>
                      <a:pt x="10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8" name="任意多边形: 形状 17"/>
              <p:cNvSpPr/>
              <p:nvPr userDrawn="1">
                <p:custDataLst>
                  <p:tags r:id="rId13"/>
                </p:custDataLst>
              </p:nvPr>
            </p:nvSpPr>
            <p:spPr bwMode="auto">
              <a:xfrm rot="8124908">
                <a:off x="397073" y="-101238"/>
                <a:ext cx="847471" cy="638111"/>
              </a:xfrm>
              <a:custGeom>
                <a:avLst/>
                <a:gdLst>
                  <a:gd name="connsiteX0" fmla="*/ 843305 w 3336925"/>
                  <a:gd name="connsiteY0" fmla="*/ 0 h 2512570"/>
                  <a:gd name="connsiteX1" fmla="*/ 2493621 w 3336925"/>
                  <a:gd name="connsiteY1" fmla="*/ 0 h 2512570"/>
                  <a:gd name="connsiteX2" fmla="*/ 3336925 w 3336925"/>
                  <a:gd name="connsiteY2" fmla="*/ 844107 h 2512570"/>
                  <a:gd name="connsiteX3" fmla="*/ 1668463 w 3336925"/>
                  <a:gd name="connsiteY3" fmla="*/ 2512570 h 2512570"/>
                  <a:gd name="connsiteX4" fmla="*/ 0 w 3336925"/>
                  <a:gd name="connsiteY4" fmla="*/ 844107 h 251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36925" h="2512570">
                    <a:moveTo>
                      <a:pt x="843305" y="0"/>
                    </a:moveTo>
                    <a:lnTo>
                      <a:pt x="2493621" y="0"/>
                    </a:lnTo>
                    <a:lnTo>
                      <a:pt x="3336925" y="844107"/>
                    </a:lnTo>
                    <a:lnTo>
                      <a:pt x="1668463" y="2512570"/>
                    </a:lnTo>
                    <a:lnTo>
                      <a:pt x="0" y="844107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" name="任意多边形: 形状 18"/>
              <p:cNvSpPr/>
              <p:nvPr userDrawn="1">
                <p:custDataLst>
                  <p:tags r:id="rId14"/>
                </p:custDataLst>
              </p:nvPr>
            </p:nvSpPr>
            <p:spPr bwMode="auto">
              <a:xfrm rot="8124908">
                <a:off x="-206264" y="495309"/>
                <a:ext cx="847874" cy="636856"/>
              </a:xfrm>
              <a:custGeom>
                <a:avLst/>
                <a:gdLst>
                  <a:gd name="connsiteX0" fmla="*/ 838369 w 3338513"/>
                  <a:gd name="connsiteY0" fmla="*/ 0 h 2507629"/>
                  <a:gd name="connsiteX1" fmla="*/ 2499347 w 3338513"/>
                  <a:gd name="connsiteY1" fmla="*/ 0 h 2507629"/>
                  <a:gd name="connsiteX2" fmla="*/ 3338513 w 3338513"/>
                  <a:gd name="connsiteY2" fmla="*/ 839166 h 2507629"/>
                  <a:gd name="connsiteX3" fmla="*/ 1668463 w 3338513"/>
                  <a:gd name="connsiteY3" fmla="*/ 2507629 h 2507629"/>
                  <a:gd name="connsiteX4" fmla="*/ 0 w 3338513"/>
                  <a:gd name="connsiteY4" fmla="*/ 839166 h 250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38513" h="2507629">
                    <a:moveTo>
                      <a:pt x="838369" y="0"/>
                    </a:moveTo>
                    <a:lnTo>
                      <a:pt x="2499347" y="0"/>
                    </a:lnTo>
                    <a:lnTo>
                      <a:pt x="3338513" y="839166"/>
                    </a:lnTo>
                    <a:lnTo>
                      <a:pt x="1668463" y="2507629"/>
                    </a:lnTo>
                    <a:lnTo>
                      <a:pt x="0" y="83916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14206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>
            <p:custDataLst>
              <p:tags r:id="rId1"/>
            </p:custDataLst>
          </p:nvPr>
        </p:nvGrpSpPr>
        <p:grpSpPr>
          <a:xfrm>
            <a:off x="-206264" y="-134862"/>
            <a:ext cx="12597181" cy="7117483"/>
            <a:chOff x="-206264" y="-134862"/>
            <a:chExt cx="12597181" cy="7117483"/>
          </a:xfrm>
        </p:grpSpPr>
        <p:sp>
          <p:nvSpPr>
            <p:cNvPr id="17" name="Freeform 7"/>
            <p:cNvSpPr/>
            <p:nvPr userDrawn="1">
              <p:custDataLst>
                <p:tags r:id="rId10"/>
              </p:custDataLst>
            </p:nvPr>
          </p:nvSpPr>
          <p:spPr bwMode="auto">
            <a:xfrm rot="18907790">
              <a:off x="11467248" y="6134747"/>
              <a:ext cx="847874" cy="847874"/>
            </a:xfrm>
            <a:custGeom>
              <a:avLst/>
              <a:gdLst>
                <a:gd name="T0" fmla="*/ 1052 w 2103"/>
                <a:gd name="T1" fmla="*/ 0 h 2103"/>
                <a:gd name="T2" fmla="*/ 2103 w 2103"/>
                <a:gd name="T3" fmla="*/ 1051 h 2103"/>
                <a:gd name="T4" fmla="*/ 1052 w 2103"/>
                <a:gd name="T5" fmla="*/ 2103 h 2103"/>
                <a:gd name="T6" fmla="*/ 0 w 2103"/>
                <a:gd name="T7" fmla="*/ 1051 h 2103"/>
                <a:gd name="T8" fmla="*/ 1052 w 2103"/>
                <a:gd name="T9" fmla="*/ 0 h 2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3" h="2103">
                  <a:moveTo>
                    <a:pt x="1052" y="0"/>
                  </a:moveTo>
                  <a:lnTo>
                    <a:pt x="2103" y="1051"/>
                  </a:lnTo>
                  <a:lnTo>
                    <a:pt x="1052" y="2103"/>
                  </a:lnTo>
                  <a:lnTo>
                    <a:pt x="0" y="1051"/>
                  </a:lnTo>
                  <a:lnTo>
                    <a:pt x="10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任意多边形: 形状 17"/>
            <p:cNvSpPr/>
            <p:nvPr userDrawn="1">
              <p:custDataLst>
                <p:tags r:id="rId11"/>
              </p:custDataLst>
            </p:nvPr>
          </p:nvSpPr>
          <p:spPr bwMode="auto">
            <a:xfrm rot="18907790">
              <a:off x="10943085" y="6313497"/>
              <a:ext cx="847471" cy="638111"/>
            </a:xfrm>
            <a:custGeom>
              <a:avLst/>
              <a:gdLst>
                <a:gd name="connsiteX0" fmla="*/ 843305 w 3336925"/>
                <a:gd name="connsiteY0" fmla="*/ 0 h 2512570"/>
                <a:gd name="connsiteX1" fmla="*/ 2493621 w 3336925"/>
                <a:gd name="connsiteY1" fmla="*/ 0 h 2512570"/>
                <a:gd name="connsiteX2" fmla="*/ 3336925 w 3336925"/>
                <a:gd name="connsiteY2" fmla="*/ 844107 h 2512570"/>
                <a:gd name="connsiteX3" fmla="*/ 1668463 w 3336925"/>
                <a:gd name="connsiteY3" fmla="*/ 2512570 h 2512570"/>
                <a:gd name="connsiteX4" fmla="*/ 0 w 3336925"/>
                <a:gd name="connsiteY4" fmla="*/ 844107 h 2512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6925" h="2512570">
                  <a:moveTo>
                    <a:pt x="843305" y="0"/>
                  </a:moveTo>
                  <a:lnTo>
                    <a:pt x="2493621" y="0"/>
                  </a:lnTo>
                  <a:lnTo>
                    <a:pt x="3336925" y="844107"/>
                  </a:lnTo>
                  <a:lnTo>
                    <a:pt x="1668463" y="2512570"/>
                  </a:lnTo>
                  <a:lnTo>
                    <a:pt x="0" y="84410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9" name="任意多边形: 形状 18"/>
            <p:cNvSpPr/>
            <p:nvPr userDrawn="1">
              <p:custDataLst>
                <p:tags r:id="rId12"/>
              </p:custDataLst>
            </p:nvPr>
          </p:nvSpPr>
          <p:spPr bwMode="auto">
            <a:xfrm rot="18907790">
              <a:off x="11543043" y="5715210"/>
              <a:ext cx="847874" cy="636856"/>
            </a:xfrm>
            <a:custGeom>
              <a:avLst/>
              <a:gdLst>
                <a:gd name="connsiteX0" fmla="*/ 838369 w 3338513"/>
                <a:gd name="connsiteY0" fmla="*/ 0 h 2507629"/>
                <a:gd name="connsiteX1" fmla="*/ 2499347 w 3338513"/>
                <a:gd name="connsiteY1" fmla="*/ 0 h 2507629"/>
                <a:gd name="connsiteX2" fmla="*/ 3338513 w 3338513"/>
                <a:gd name="connsiteY2" fmla="*/ 839166 h 2507629"/>
                <a:gd name="connsiteX3" fmla="*/ 1668463 w 3338513"/>
                <a:gd name="connsiteY3" fmla="*/ 2507629 h 2507629"/>
                <a:gd name="connsiteX4" fmla="*/ 0 w 3338513"/>
                <a:gd name="connsiteY4" fmla="*/ 839166 h 250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8513" h="2507629">
                  <a:moveTo>
                    <a:pt x="838369" y="0"/>
                  </a:moveTo>
                  <a:lnTo>
                    <a:pt x="2499347" y="0"/>
                  </a:lnTo>
                  <a:lnTo>
                    <a:pt x="3338513" y="839166"/>
                  </a:lnTo>
                  <a:lnTo>
                    <a:pt x="1668463" y="2507629"/>
                  </a:lnTo>
                  <a:lnTo>
                    <a:pt x="0" y="839166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20" name="组合 19"/>
            <p:cNvGrpSpPr/>
            <p:nvPr userDrawn="1">
              <p:custDataLst>
                <p:tags r:id="rId13"/>
              </p:custDataLst>
            </p:nvPr>
          </p:nvGrpSpPr>
          <p:grpSpPr>
            <a:xfrm>
              <a:off x="-206264" y="-134862"/>
              <a:ext cx="1450808" cy="1267027"/>
              <a:chOff x="-206264" y="-134862"/>
              <a:chExt cx="1450808" cy="1267027"/>
            </a:xfrm>
          </p:grpSpPr>
          <p:sp>
            <p:nvSpPr>
              <p:cNvPr id="27" name="Freeform 7"/>
              <p:cNvSpPr/>
              <p:nvPr userDrawn="1">
                <p:custDataLst>
                  <p:tags r:id="rId14"/>
                </p:custDataLst>
              </p:nvPr>
            </p:nvSpPr>
            <p:spPr bwMode="auto">
              <a:xfrm rot="8124908">
                <a:off x="-127854" y="-134862"/>
                <a:ext cx="847874" cy="847874"/>
              </a:xfrm>
              <a:custGeom>
                <a:avLst/>
                <a:gdLst>
                  <a:gd name="T0" fmla="*/ 1052 w 2103"/>
                  <a:gd name="T1" fmla="*/ 0 h 2103"/>
                  <a:gd name="T2" fmla="*/ 2103 w 2103"/>
                  <a:gd name="T3" fmla="*/ 1051 h 2103"/>
                  <a:gd name="T4" fmla="*/ 1052 w 2103"/>
                  <a:gd name="T5" fmla="*/ 2103 h 2103"/>
                  <a:gd name="T6" fmla="*/ 0 w 2103"/>
                  <a:gd name="T7" fmla="*/ 1051 h 2103"/>
                  <a:gd name="T8" fmla="*/ 1052 w 2103"/>
                  <a:gd name="T9" fmla="*/ 0 h 2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3" h="2103">
                    <a:moveTo>
                      <a:pt x="1052" y="0"/>
                    </a:moveTo>
                    <a:lnTo>
                      <a:pt x="2103" y="1051"/>
                    </a:lnTo>
                    <a:lnTo>
                      <a:pt x="1052" y="2103"/>
                    </a:lnTo>
                    <a:lnTo>
                      <a:pt x="0" y="1051"/>
                    </a:lnTo>
                    <a:lnTo>
                      <a:pt x="10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8" name="任意多边形: 形状 27"/>
              <p:cNvSpPr/>
              <p:nvPr userDrawn="1">
                <p:custDataLst>
                  <p:tags r:id="rId15"/>
                </p:custDataLst>
              </p:nvPr>
            </p:nvSpPr>
            <p:spPr bwMode="auto">
              <a:xfrm rot="8124908">
                <a:off x="397073" y="-101238"/>
                <a:ext cx="847471" cy="638111"/>
              </a:xfrm>
              <a:custGeom>
                <a:avLst/>
                <a:gdLst>
                  <a:gd name="connsiteX0" fmla="*/ 843305 w 3336925"/>
                  <a:gd name="connsiteY0" fmla="*/ 0 h 2512570"/>
                  <a:gd name="connsiteX1" fmla="*/ 2493621 w 3336925"/>
                  <a:gd name="connsiteY1" fmla="*/ 0 h 2512570"/>
                  <a:gd name="connsiteX2" fmla="*/ 3336925 w 3336925"/>
                  <a:gd name="connsiteY2" fmla="*/ 844107 h 2512570"/>
                  <a:gd name="connsiteX3" fmla="*/ 1668463 w 3336925"/>
                  <a:gd name="connsiteY3" fmla="*/ 2512570 h 2512570"/>
                  <a:gd name="connsiteX4" fmla="*/ 0 w 3336925"/>
                  <a:gd name="connsiteY4" fmla="*/ 844107 h 251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36925" h="2512570">
                    <a:moveTo>
                      <a:pt x="843305" y="0"/>
                    </a:moveTo>
                    <a:lnTo>
                      <a:pt x="2493621" y="0"/>
                    </a:lnTo>
                    <a:lnTo>
                      <a:pt x="3336925" y="844107"/>
                    </a:lnTo>
                    <a:lnTo>
                      <a:pt x="1668463" y="2512570"/>
                    </a:lnTo>
                    <a:lnTo>
                      <a:pt x="0" y="844107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9" name="任意多边形: 形状 28"/>
              <p:cNvSpPr/>
              <p:nvPr userDrawn="1">
                <p:custDataLst>
                  <p:tags r:id="rId16"/>
                </p:custDataLst>
              </p:nvPr>
            </p:nvSpPr>
            <p:spPr bwMode="auto">
              <a:xfrm rot="8124908">
                <a:off x="-206264" y="495309"/>
                <a:ext cx="847874" cy="636856"/>
              </a:xfrm>
              <a:custGeom>
                <a:avLst/>
                <a:gdLst>
                  <a:gd name="connsiteX0" fmla="*/ 838369 w 3338513"/>
                  <a:gd name="connsiteY0" fmla="*/ 0 h 2507629"/>
                  <a:gd name="connsiteX1" fmla="*/ 2499347 w 3338513"/>
                  <a:gd name="connsiteY1" fmla="*/ 0 h 2507629"/>
                  <a:gd name="connsiteX2" fmla="*/ 3338513 w 3338513"/>
                  <a:gd name="connsiteY2" fmla="*/ 839166 h 2507629"/>
                  <a:gd name="connsiteX3" fmla="*/ 1668463 w 3338513"/>
                  <a:gd name="connsiteY3" fmla="*/ 2507629 h 2507629"/>
                  <a:gd name="connsiteX4" fmla="*/ 0 w 3338513"/>
                  <a:gd name="connsiteY4" fmla="*/ 839166 h 250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38513" h="2507629">
                    <a:moveTo>
                      <a:pt x="838369" y="0"/>
                    </a:moveTo>
                    <a:lnTo>
                      <a:pt x="2499347" y="0"/>
                    </a:lnTo>
                    <a:lnTo>
                      <a:pt x="3338513" y="839166"/>
                    </a:lnTo>
                    <a:lnTo>
                      <a:pt x="1668463" y="2507629"/>
                    </a:lnTo>
                    <a:lnTo>
                      <a:pt x="0" y="83916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2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882" y="37066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2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1"/>
            </p:custDataLst>
          </p:nvPr>
        </p:nvGrpSpPr>
        <p:grpSpPr>
          <a:xfrm>
            <a:off x="-206264" y="-134862"/>
            <a:ext cx="12597181" cy="7117483"/>
            <a:chOff x="-206264" y="-134862"/>
            <a:chExt cx="12597181" cy="7117483"/>
          </a:xfrm>
        </p:grpSpPr>
        <p:sp>
          <p:nvSpPr>
            <p:cNvPr id="12" name="Freeform 7"/>
            <p:cNvSpPr/>
            <p:nvPr userDrawn="1">
              <p:custDataLst>
                <p:tags r:id="rId6"/>
              </p:custDataLst>
            </p:nvPr>
          </p:nvSpPr>
          <p:spPr bwMode="auto">
            <a:xfrm rot="18907790">
              <a:off x="11467248" y="6134747"/>
              <a:ext cx="847874" cy="847874"/>
            </a:xfrm>
            <a:custGeom>
              <a:avLst/>
              <a:gdLst>
                <a:gd name="T0" fmla="*/ 1052 w 2103"/>
                <a:gd name="T1" fmla="*/ 0 h 2103"/>
                <a:gd name="T2" fmla="*/ 2103 w 2103"/>
                <a:gd name="T3" fmla="*/ 1051 h 2103"/>
                <a:gd name="T4" fmla="*/ 1052 w 2103"/>
                <a:gd name="T5" fmla="*/ 2103 h 2103"/>
                <a:gd name="T6" fmla="*/ 0 w 2103"/>
                <a:gd name="T7" fmla="*/ 1051 h 2103"/>
                <a:gd name="T8" fmla="*/ 1052 w 2103"/>
                <a:gd name="T9" fmla="*/ 0 h 2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3" h="2103">
                  <a:moveTo>
                    <a:pt x="1052" y="0"/>
                  </a:moveTo>
                  <a:lnTo>
                    <a:pt x="2103" y="1051"/>
                  </a:lnTo>
                  <a:lnTo>
                    <a:pt x="1052" y="2103"/>
                  </a:lnTo>
                  <a:lnTo>
                    <a:pt x="0" y="1051"/>
                  </a:lnTo>
                  <a:lnTo>
                    <a:pt x="10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任意多边形: 形状 12"/>
            <p:cNvSpPr/>
            <p:nvPr userDrawn="1">
              <p:custDataLst>
                <p:tags r:id="rId7"/>
              </p:custDataLst>
            </p:nvPr>
          </p:nvSpPr>
          <p:spPr bwMode="auto">
            <a:xfrm rot="18907790">
              <a:off x="10943085" y="6313497"/>
              <a:ext cx="847471" cy="638111"/>
            </a:xfrm>
            <a:custGeom>
              <a:avLst/>
              <a:gdLst>
                <a:gd name="connsiteX0" fmla="*/ 843305 w 3336925"/>
                <a:gd name="connsiteY0" fmla="*/ 0 h 2512570"/>
                <a:gd name="connsiteX1" fmla="*/ 2493621 w 3336925"/>
                <a:gd name="connsiteY1" fmla="*/ 0 h 2512570"/>
                <a:gd name="connsiteX2" fmla="*/ 3336925 w 3336925"/>
                <a:gd name="connsiteY2" fmla="*/ 844107 h 2512570"/>
                <a:gd name="connsiteX3" fmla="*/ 1668463 w 3336925"/>
                <a:gd name="connsiteY3" fmla="*/ 2512570 h 2512570"/>
                <a:gd name="connsiteX4" fmla="*/ 0 w 3336925"/>
                <a:gd name="connsiteY4" fmla="*/ 844107 h 2512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6925" h="2512570">
                  <a:moveTo>
                    <a:pt x="843305" y="0"/>
                  </a:moveTo>
                  <a:lnTo>
                    <a:pt x="2493621" y="0"/>
                  </a:lnTo>
                  <a:lnTo>
                    <a:pt x="3336925" y="844107"/>
                  </a:lnTo>
                  <a:lnTo>
                    <a:pt x="1668463" y="2512570"/>
                  </a:lnTo>
                  <a:lnTo>
                    <a:pt x="0" y="84410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4" name="任意多边形: 形状 13"/>
            <p:cNvSpPr/>
            <p:nvPr userDrawn="1">
              <p:custDataLst>
                <p:tags r:id="rId8"/>
              </p:custDataLst>
            </p:nvPr>
          </p:nvSpPr>
          <p:spPr bwMode="auto">
            <a:xfrm rot="18907790">
              <a:off x="11543043" y="5715210"/>
              <a:ext cx="847874" cy="636856"/>
            </a:xfrm>
            <a:custGeom>
              <a:avLst/>
              <a:gdLst>
                <a:gd name="connsiteX0" fmla="*/ 838369 w 3338513"/>
                <a:gd name="connsiteY0" fmla="*/ 0 h 2507629"/>
                <a:gd name="connsiteX1" fmla="*/ 2499347 w 3338513"/>
                <a:gd name="connsiteY1" fmla="*/ 0 h 2507629"/>
                <a:gd name="connsiteX2" fmla="*/ 3338513 w 3338513"/>
                <a:gd name="connsiteY2" fmla="*/ 839166 h 2507629"/>
                <a:gd name="connsiteX3" fmla="*/ 1668463 w 3338513"/>
                <a:gd name="connsiteY3" fmla="*/ 2507629 h 2507629"/>
                <a:gd name="connsiteX4" fmla="*/ 0 w 3338513"/>
                <a:gd name="connsiteY4" fmla="*/ 839166 h 250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8513" h="2507629">
                  <a:moveTo>
                    <a:pt x="838369" y="0"/>
                  </a:moveTo>
                  <a:lnTo>
                    <a:pt x="2499347" y="0"/>
                  </a:lnTo>
                  <a:lnTo>
                    <a:pt x="3338513" y="839166"/>
                  </a:lnTo>
                  <a:lnTo>
                    <a:pt x="1668463" y="2507629"/>
                  </a:lnTo>
                  <a:lnTo>
                    <a:pt x="0" y="839166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6" name="组合 5"/>
            <p:cNvGrpSpPr/>
            <p:nvPr userDrawn="1">
              <p:custDataLst>
                <p:tags r:id="rId9"/>
              </p:custDataLst>
            </p:nvPr>
          </p:nvGrpSpPr>
          <p:grpSpPr>
            <a:xfrm>
              <a:off x="-206264" y="-134862"/>
              <a:ext cx="1450808" cy="1267027"/>
              <a:chOff x="-206264" y="-134862"/>
              <a:chExt cx="1450808" cy="1267027"/>
            </a:xfrm>
          </p:grpSpPr>
          <p:sp>
            <p:nvSpPr>
              <p:cNvPr id="15" name="Freeform 7"/>
              <p:cNvSpPr/>
              <p:nvPr userDrawn="1">
                <p:custDataLst>
                  <p:tags r:id="rId10"/>
                </p:custDataLst>
              </p:nvPr>
            </p:nvSpPr>
            <p:spPr bwMode="auto">
              <a:xfrm rot="8124908">
                <a:off x="-127854" y="-134862"/>
                <a:ext cx="847874" cy="847874"/>
              </a:xfrm>
              <a:custGeom>
                <a:avLst/>
                <a:gdLst>
                  <a:gd name="T0" fmla="*/ 1052 w 2103"/>
                  <a:gd name="T1" fmla="*/ 0 h 2103"/>
                  <a:gd name="T2" fmla="*/ 2103 w 2103"/>
                  <a:gd name="T3" fmla="*/ 1051 h 2103"/>
                  <a:gd name="T4" fmla="*/ 1052 w 2103"/>
                  <a:gd name="T5" fmla="*/ 2103 h 2103"/>
                  <a:gd name="T6" fmla="*/ 0 w 2103"/>
                  <a:gd name="T7" fmla="*/ 1051 h 2103"/>
                  <a:gd name="T8" fmla="*/ 1052 w 2103"/>
                  <a:gd name="T9" fmla="*/ 0 h 2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3" h="2103">
                    <a:moveTo>
                      <a:pt x="1052" y="0"/>
                    </a:moveTo>
                    <a:lnTo>
                      <a:pt x="2103" y="1051"/>
                    </a:lnTo>
                    <a:lnTo>
                      <a:pt x="1052" y="2103"/>
                    </a:lnTo>
                    <a:lnTo>
                      <a:pt x="0" y="1051"/>
                    </a:lnTo>
                    <a:lnTo>
                      <a:pt x="10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6" name="任意多边形: 形状 15"/>
              <p:cNvSpPr/>
              <p:nvPr userDrawn="1">
                <p:custDataLst>
                  <p:tags r:id="rId11"/>
                </p:custDataLst>
              </p:nvPr>
            </p:nvSpPr>
            <p:spPr bwMode="auto">
              <a:xfrm rot="8124908">
                <a:off x="397073" y="-101238"/>
                <a:ext cx="847471" cy="638111"/>
              </a:xfrm>
              <a:custGeom>
                <a:avLst/>
                <a:gdLst>
                  <a:gd name="connsiteX0" fmla="*/ 843305 w 3336925"/>
                  <a:gd name="connsiteY0" fmla="*/ 0 h 2512570"/>
                  <a:gd name="connsiteX1" fmla="*/ 2493621 w 3336925"/>
                  <a:gd name="connsiteY1" fmla="*/ 0 h 2512570"/>
                  <a:gd name="connsiteX2" fmla="*/ 3336925 w 3336925"/>
                  <a:gd name="connsiteY2" fmla="*/ 844107 h 2512570"/>
                  <a:gd name="connsiteX3" fmla="*/ 1668463 w 3336925"/>
                  <a:gd name="connsiteY3" fmla="*/ 2512570 h 2512570"/>
                  <a:gd name="connsiteX4" fmla="*/ 0 w 3336925"/>
                  <a:gd name="connsiteY4" fmla="*/ 844107 h 251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36925" h="2512570">
                    <a:moveTo>
                      <a:pt x="843305" y="0"/>
                    </a:moveTo>
                    <a:lnTo>
                      <a:pt x="2493621" y="0"/>
                    </a:lnTo>
                    <a:lnTo>
                      <a:pt x="3336925" y="844107"/>
                    </a:lnTo>
                    <a:lnTo>
                      <a:pt x="1668463" y="2512570"/>
                    </a:lnTo>
                    <a:lnTo>
                      <a:pt x="0" y="844107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7" name="任意多边形: 形状 16"/>
              <p:cNvSpPr/>
              <p:nvPr userDrawn="1">
                <p:custDataLst>
                  <p:tags r:id="rId12"/>
                </p:custDataLst>
              </p:nvPr>
            </p:nvSpPr>
            <p:spPr bwMode="auto">
              <a:xfrm rot="8124908">
                <a:off x="-206264" y="495309"/>
                <a:ext cx="847874" cy="636856"/>
              </a:xfrm>
              <a:custGeom>
                <a:avLst/>
                <a:gdLst>
                  <a:gd name="connsiteX0" fmla="*/ 838369 w 3338513"/>
                  <a:gd name="connsiteY0" fmla="*/ 0 h 2507629"/>
                  <a:gd name="connsiteX1" fmla="*/ 2499347 w 3338513"/>
                  <a:gd name="connsiteY1" fmla="*/ 0 h 2507629"/>
                  <a:gd name="connsiteX2" fmla="*/ 3338513 w 3338513"/>
                  <a:gd name="connsiteY2" fmla="*/ 839166 h 2507629"/>
                  <a:gd name="connsiteX3" fmla="*/ 1668463 w 3338513"/>
                  <a:gd name="connsiteY3" fmla="*/ 2507629 h 2507629"/>
                  <a:gd name="connsiteX4" fmla="*/ 0 w 3338513"/>
                  <a:gd name="connsiteY4" fmla="*/ 839166 h 250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38513" h="2507629">
                    <a:moveTo>
                      <a:pt x="838369" y="0"/>
                    </a:moveTo>
                    <a:lnTo>
                      <a:pt x="2499347" y="0"/>
                    </a:lnTo>
                    <a:lnTo>
                      <a:pt x="3338513" y="839166"/>
                    </a:lnTo>
                    <a:lnTo>
                      <a:pt x="1668463" y="2507629"/>
                    </a:lnTo>
                    <a:lnTo>
                      <a:pt x="0" y="83916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1"/>
            </p:custDataLst>
          </p:nvPr>
        </p:nvGrpSpPr>
        <p:grpSpPr>
          <a:xfrm>
            <a:off x="10943085" y="5715210"/>
            <a:ext cx="1447832" cy="1267411"/>
            <a:chOff x="10943085" y="5715210"/>
            <a:chExt cx="1447832" cy="1267411"/>
          </a:xfrm>
        </p:grpSpPr>
        <p:sp>
          <p:nvSpPr>
            <p:cNvPr id="15" name="Freeform 7"/>
            <p:cNvSpPr/>
            <p:nvPr userDrawn="1">
              <p:custDataLst>
                <p:tags r:id="rId9"/>
              </p:custDataLst>
            </p:nvPr>
          </p:nvSpPr>
          <p:spPr bwMode="auto">
            <a:xfrm rot="18907790">
              <a:off x="11467248" y="6134747"/>
              <a:ext cx="847874" cy="847874"/>
            </a:xfrm>
            <a:custGeom>
              <a:avLst/>
              <a:gdLst>
                <a:gd name="T0" fmla="*/ 1052 w 2103"/>
                <a:gd name="T1" fmla="*/ 0 h 2103"/>
                <a:gd name="T2" fmla="*/ 2103 w 2103"/>
                <a:gd name="T3" fmla="*/ 1051 h 2103"/>
                <a:gd name="T4" fmla="*/ 1052 w 2103"/>
                <a:gd name="T5" fmla="*/ 2103 h 2103"/>
                <a:gd name="T6" fmla="*/ 0 w 2103"/>
                <a:gd name="T7" fmla="*/ 1051 h 2103"/>
                <a:gd name="T8" fmla="*/ 1052 w 2103"/>
                <a:gd name="T9" fmla="*/ 0 h 2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3" h="2103">
                  <a:moveTo>
                    <a:pt x="1052" y="0"/>
                  </a:moveTo>
                  <a:lnTo>
                    <a:pt x="2103" y="1051"/>
                  </a:lnTo>
                  <a:lnTo>
                    <a:pt x="1052" y="2103"/>
                  </a:lnTo>
                  <a:lnTo>
                    <a:pt x="0" y="1051"/>
                  </a:lnTo>
                  <a:lnTo>
                    <a:pt x="10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任意多边形: 形状 15"/>
            <p:cNvSpPr/>
            <p:nvPr userDrawn="1">
              <p:custDataLst>
                <p:tags r:id="rId10"/>
              </p:custDataLst>
            </p:nvPr>
          </p:nvSpPr>
          <p:spPr bwMode="auto">
            <a:xfrm rot="18907790">
              <a:off x="10943085" y="6313497"/>
              <a:ext cx="847471" cy="638111"/>
            </a:xfrm>
            <a:custGeom>
              <a:avLst/>
              <a:gdLst>
                <a:gd name="connsiteX0" fmla="*/ 843305 w 3336925"/>
                <a:gd name="connsiteY0" fmla="*/ 0 h 2512570"/>
                <a:gd name="connsiteX1" fmla="*/ 2493621 w 3336925"/>
                <a:gd name="connsiteY1" fmla="*/ 0 h 2512570"/>
                <a:gd name="connsiteX2" fmla="*/ 3336925 w 3336925"/>
                <a:gd name="connsiteY2" fmla="*/ 844107 h 2512570"/>
                <a:gd name="connsiteX3" fmla="*/ 1668463 w 3336925"/>
                <a:gd name="connsiteY3" fmla="*/ 2512570 h 2512570"/>
                <a:gd name="connsiteX4" fmla="*/ 0 w 3336925"/>
                <a:gd name="connsiteY4" fmla="*/ 844107 h 2512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6925" h="2512570">
                  <a:moveTo>
                    <a:pt x="843305" y="0"/>
                  </a:moveTo>
                  <a:lnTo>
                    <a:pt x="2493621" y="0"/>
                  </a:lnTo>
                  <a:lnTo>
                    <a:pt x="3336925" y="844107"/>
                  </a:lnTo>
                  <a:lnTo>
                    <a:pt x="1668463" y="2512570"/>
                  </a:lnTo>
                  <a:lnTo>
                    <a:pt x="0" y="84410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任意多边形: 形状 16"/>
            <p:cNvSpPr/>
            <p:nvPr userDrawn="1">
              <p:custDataLst>
                <p:tags r:id="rId11"/>
              </p:custDataLst>
            </p:nvPr>
          </p:nvSpPr>
          <p:spPr bwMode="auto">
            <a:xfrm rot="18907790">
              <a:off x="11543043" y="5715210"/>
              <a:ext cx="847874" cy="636856"/>
            </a:xfrm>
            <a:custGeom>
              <a:avLst/>
              <a:gdLst>
                <a:gd name="connsiteX0" fmla="*/ 838369 w 3338513"/>
                <a:gd name="connsiteY0" fmla="*/ 0 h 2507629"/>
                <a:gd name="connsiteX1" fmla="*/ 2499347 w 3338513"/>
                <a:gd name="connsiteY1" fmla="*/ 0 h 2507629"/>
                <a:gd name="connsiteX2" fmla="*/ 3338513 w 3338513"/>
                <a:gd name="connsiteY2" fmla="*/ 839166 h 2507629"/>
                <a:gd name="connsiteX3" fmla="*/ 1668463 w 3338513"/>
                <a:gd name="connsiteY3" fmla="*/ 2507629 h 2507629"/>
                <a:gd name="connsiteX4" fmla="*/ 0 w 3338513"/>
                <a:gd name="connsiteY4" fmla="*/ 839166 h 250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8513" h="2507629">
                  <a:moveTo>
                    <a:pt x="838369" y="0"/>
                  </a:moveTo>
                  <a:lnTo>
                    <a:pt x="2499347" y="0"/>
                  </a:lnTo>
                  <a:lnTo>
                    <a:pt x="3338513" y="839166"/>
                  </a:lnTo>
                  <a:lnTo>
                    <a:pt x="1668463" y="2507629"/>
                  </a:lnTo>
                  <a:lnTo>
                    <a:pt x="0" y="839166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69930" y="251756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2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4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5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2024/3/1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>
            <p:custDataLst>
              <p:tags r:id="rId1"/>
            </p:custDataLst>
          </p:nvPr>
        </p:nvSpPr>
        <p:spPr>
          <a:xfrm>
            <a:off x="10595428" y="0"/>
            <a:ext cx="15965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761506" y="619606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2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1181" y="619606"/>
            <a:ext cx="9828101" cy="5388907"/>
          </a:xfrm>
        </p:spPr>
        <p:txBody>
          <a:bodyPr vert="eaVert"/>
          <a:lstStyle>
            <a:lvl1pPr indent="0" eaLnBrk="1" fontAlgn="auto" latinLnBrk="0" hangingPunct="1">
              <a:lnSpc>
                <a:spcPct val="120000"/>
              </a:lnSpc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lnSpc>
                <a:spcPct val="120000"/>
              </a:lnSpc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lnSpc>
                <a:spcPct val="120000"/>
              </a:lnSpc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lnSpc>
                <a:spcPct val="120000"/>
              </a:lnSpc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lnSpc>
                <a:spcPct val="120000"/>
              </a:lnSpc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lnSpc>
                <a:spcPct val="120000"/>
              </a:lnSpc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7"/>
            </p:custDataLst>
          </p:nvPr>
        </p:nvGrpSpPr>
        <p:grpSpPr>
          <a:xfrm>
            <a:off x="-206264" y="-134862"/>
            <a:ext cx="1450808" cy="1267027"/>
            <a:chOff x="-206264" y="-134862"/>
            <a:chExt cx="1450808" cy="1267027"/>
          </a:xfrm>
        </p:grpSpPr>
        <p:sp>
          <p:nvSpPr>
            <p:cNvPr id="14" name="Freeform 7"/>
            <p:cNvSpPr/>
            <p:nvPr userDrawn="1">
              <p:custDataLst>
                <p:tags r:id="rId8"/>
              </p:custDataLst>
            </p:nvPr>
          </p:nvSpPr>
          <p:spPr bwMode="auto">
            <a:xfrm rot="8124908">
              <a:off x="-127854" y="-134862"/>
              <a:ext cx="847874" cy="847874"/>
            </a:xfrm>
            <a:custGeom>
              <a:avLst/>
              <a:gdLst>
                <a:gd name="T0" fmla="*/ 1052 w 2103"/>
                <a:gd name="T1" fmla="*/ 0 h 2103"/>
                <a:gd name="T2" fmla="*/ 2103 w 2103"/>
                <a:gd name="T3" fmla="*/ 1051 h 2103"/>
                <a:gd name="T4" fmla="*/ 1052 w 2103"/>
                <a:gd name="T5" fmla="*/ 2103 h 2103"/>
                <a:gd name="T6" fmla="*/ 0 w 2103"/>
                <a:gd name="T7" fmla="*/ 1051 h 2103"/>
                <a:gd name="T8" fmla="*/ 1052 w 2103"/>
                <a:gd name="T9" fmla="*/ 0 h 2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3" h="2103">
                  <a:moveTo>
                    <a:pt x="1052" y="0"/>
                  </a:moveTo>
                  <a:lnTo>
                    <a:pt x="2103" y="1051"/>
                  </a:lnTo>
                  <a:lnTo>
                    <a:pt x="1052" y="2103"/>
                  </a:lnTo>
                  <a:lnTo>
                    <a:pt x="0" y="1051"/>
                  </a:lnTo>
                  <a:lnTo>
                    <a:pt x="10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5" name="任意多边形: 形状 14"/>
            <p:cNvSpPr/>
            <p:nvPr userDrawn="1">
              <p:custDataLst>
                <p:tags r:id="rId9"/>
              </p:custDataLst>
            </p:nvPr>
          </p:nvSpPr>
          <p:spPr bwMode="auto">
            <a:xfrm rot="8124908">
              <a:off x="397073" y="-101238"/>
              <a:ext cx="847471" cy="638111"/>
            </a:xfrm>
            <a:custGeom>
              <a:avLst/>
              <a:gdLst>
                <a:gd name="connsiteX0" fmla="*/ 843305 w 3336925"/>
                <a:gd name="connsiteY0" fmla="*/ 0 h 2512570"/>
                <a:gd name="connsiteX1" fmla="*/ 2493621 w 3336925"/>
                <a:gd name="connsiteY1" fmla="*/ 0 h 2512570"/>
                <a:gd name="connsiteX2" fmla="*/ 3336925 w 3336925"/>
                <a:gd name="connsiteY2" fmla="*/ 844107 h 2512570"/>
                <a:gd name="connsiteX3" fmla="*/ 1668463 w 3336925"/>
                <a:gd name="connsiteY3" fmla="*/ 2512570 h 2512570"/>
                <a:gd name="connsiteX4" fmla="*/ 0 w 3336925"/>
                <a:gd name="connsiteY4" fmla="*/ 844107 h 2512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6925" h="2512570">
                  <a:moveTo>
                    <a:pt x="843305" y="0"/>
                  </a:moveTo>
                  <a:lnTo>
                    <a:pt x="2493621" y="0"/>
                  </a:lnTo>
                  <a:lnTo>
                    <a:pt x="3336925" y="844107"/>
                  </a:lnTo>
                  <a:lnTo>
                    <a:pt x="1668463" y="2512570"/>
                  </a:lnTo>
                  <a:lnTo>
                    <a:pt x="0" y="84410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任意多边形: 形状 15"/>
            <p:cNvSpPr/>
            <p:nvPr userDrawn="1">
              <p:custDataLst>
                <p:tags r:id="rId10"/>
              </p:custDataLst>
            </p:nvPr>
          </p:nvSpPr>
          <p:spPr bwMode="auto">
            <a:xfrm rot="8124908">
              <a:off x="-206264" y="495309"/>
              <a:ext cx="847874" cy="636856"/>
            </a:xfrm>
            <a:custGeom>
              <a:avLst/>
              <a:gdLst>
                <a:gd name="connsiteX0" fmla="*/ 838369 w 3338513"/>
                <a:gd name="connsiteY0" fmla="*/ 0 h 2507629"/>
                <a:gd name="connsiteX1" fmla="*/ 2499347 w 3338513"/>
                <a:gd name="connsiteY1" fmla="*/ 0 h 2507629"/>
                <a:gd name="connsiteX2" fmla="*/ 3338513 w 3338513"/>
                <a:gd name="connsiteY2" fmla="*/ 839166 h 2507629"/>
                <a:gd name="connsiteX3" fmla="*/ 1668463 w 3338513"/>
                <a:gd name="connsiteY3" fmla="*/ 2507629 h 2507629"/>
                <a:gd name="connsiteX4" fmla="*/ 0 w 3338513"/>
                <a:gd name="connsiteY4" fmla="*/ 839166 h 250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8513" h="2507629">
                  <a:moveTo>
                    <a:pt x="838369" y="0"/>
                  </a:moveTo>
                  <a:lnTo>
                    <a:pt x="2499347" y="0"/>
                  </a:lnTo>
                  <a:lnTo>
                    <a:pt x="3338513" y="839166"/>
                  </a:lnTo>
                  <a:lnTo>
                    <a:pt x="1668463" y="2507629"/>
                  </a:lnTo>
                  <a:lnTo>
                    <a:pt x="0" y="839166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>
            <p:custDataLst>
              <p:tags r:id="rId1"/>
            </p:custDataLst>
          </p:nvPr>
        </p:nvGrpSpPr>
        <p:grpSpPr>
          <a:xfrm>
            <a:off x="-206264" y="-134862"/>
            <a:ext cx="12597181" cy="7117483"/>
            <a:chOff x="-206264" y="-134862"/>
            <a:chExt cx="12597181" cy="7117483"/>
          </a:xfrm>
        </p:grpSpPr>
        <p:sp>
          <p:nvSpPr>
            <p:cNvPr id="20" name="矩形 19"/>
            <p:cNvSpPr/>
            <p:nvPr userDrawn="1">
              <p:custDataLst>
                <p:tags r:id="rId9"/>
              </p:custDataLst>
            </p:nvPr>
          </p:nvSpPr>
          <p:spPr>
            <a:xfrm>
              <a:off x="292800" y="304200"/>
              <a:ext cx="11606400" cy="62496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22" name="组合 21"/>
            <p:cNvGrpSpPr/>
            <p:nvPr userDrawn="1"/>
          </p:nvGrpSpPr>
          <p:grpSpPr>
            <a:xfrm>
              <a:off x="-206264" y="-134862"/>
              <a:ext cx="12597181" cy="7117483"/>
              <a:chOff x="-206264" y="-134862"/>
              <a:chExt cx="12597181" cy="7117483"/>
            </a:xfrm>
          </p:grpSpPr>
          <p:sp>
            <p:nvSpPr>
              <p:cNvPr id="24" name="Freeform 7"/>
              <p:cNvSpPr/>
              <p:nvPr userDrawn="1">
                <p:custDataLst>
                  <p:tags r:id="rId10"/>
                </p:custDataLst>
              </p:nvPr>
            </p:nvSpPr>
            <p:spPr bwMode="auto">
              <a:xfrm rot="18907790">
                <a:off x="11467248" y="6134747"/>
                <a:ext cx="847874" cy="847874"/>
              </a:xfrm>
              <a:custGeom>
                <a:avLst/>
                <a:gdLst>
                  <a:gd name="T0" fmla="*/ 1052 w 2103"/>
                  <a:gd name="T1" fmla="*/ 0 h 2103"/>
                  <a:gd name="T2" fmla="*/ 2103 w 2103"/>
                  <a:gd name="T3" fmla="*/ 1051 h 2103"/>
                  <a:gd name="T4" fmla="*/ 1052 w 2103"/>
                  <a:gd name="T5" fmla="*/ 2103 h 2103"/>
                  <a:gd name="T6" fmla="*/ 0 w 2103"/>
                  <a:gd name="T7" fmla="*/ 1051 h 2103"/>
                  <a:gd name="T8" fmla="*/ 1052 w 2103"/>
                  <a:gd name="T9" fmla="*/ 0 h 2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3" h="2103">
                    <a:moveTo>
                      <a:pt x="1052" y="0"/>
                    </a:moveTo>
                    <a:lnTo>
                      <a:pt x="2103" y="1051"/>
                    </a:lnTo>
                    <a:lnTo>
                      <a:pt x="1052" y="2103"/>
                    </a:lnTo>
                    <a:lnTo>
                      <a:pt x="0" y="1051"/>
                    </a:lnTo>
                    <a:lnTo>
                      <a:pt x="105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5" name="任意多边形: 形状 24"/>
              <p:cNvSpPr/>
              <p:nvPr userDrawn="1">
                <p:custDataLst>
                  <p:tags r:id="rId11"/>
                </p:custDataLst>
              </p:nvPr>
            </p:nvSpPr>
            <p:spPr bwMode="auto">
              <a:xfrm rot="18907790">
                <a:off x="10943085" y="6313497"/>
                <a:ext cx="847471" cy="638111"/>
              </a:xfrm>
              <a:custGeom>
                <a:avLst/>
                <a:gdLst>
                  <a:gd name="connsiteX0" fmla="*/ 843305 w 3336925"/>
                  <a:gd name="connsiteY0" fmla="*/ 0 h 2512570"/>
                  <a:gd name="connsiteX1" fmla="*/ 2493621 w 3336925"/>
                  <a:gd name="connsiteY1" fmla="*/ 0 h 2512570"/>
                  <a:gd name="connsiteX2" fmla="*/ 3336925 w 3336925"/>
                  <a:gd name="connsiteY2" fmla="*/ 844107 h 2512570"/>
                  <a:gd name="connsiteX3" fmla="*/ 1668463 w 3336925"/>
                  <a:gd name="connsiteY3" fmla="*/ 2512570 h 2512570"/>
                  <a:gd name="connsiteX4" fmla="*/ 0 w 3336925"/>
                  <a:gd name="connsiteY4" fmla="*/ 844107 h 25125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36925" h="2512570">
                    <a:moveTo>
                      <a:pt x="843305" y="0"/>
                    </a:moveTo>
                    <a:lnTo>
                      <a:pt x="2493621" y="0"/>
                    </a:lnTo>
                    <a:lnTo>
                      <a:pt x="3336925" y="844107"/>
                    </a:lnTo>
                    <a:lnTo>
                      <a:pt x="1668463" y="2512570"/>
                    </a:lnTo>
                    <a:lnTo>
                      <a:pt x="0" y="844107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6" name="任意多边形: 形状 25"/>
              <p:cNvSpPr/>
              <p:nvPr userDrawn="1">
                <p:custDataLst>
                  <p:tags r:id="rId12"/>
                </p:custDataLst>
              </p:nvPr>
            </p:nvSpPr>
            <p:spPr bwMode="auto">
              <a:xfrm rot="18907790">
                <a:off x="11543043" y="5715210"/>
                <a:ext cx="847874" cy="636856"/>
              </a:xfrm>
              <a:custGeom>
                <a:avLst/>
                <a:gdLst>
                  <a:gd name="connsiteX0" fmla="*/ 838369 w 3338513"/>
                  <a:gd name="connsiteY0" fmla="*/ 0 h 2507629"/>
                  <a:gd name="connsiteX1" fmla="*/ 2499347 w 3338513"/>
                  <a:gd name="connsiteY1" fmla="*/ 0 h 2507629"/>
                  <a:gd name="connsiteX2" fmla="*/ 3338513 w 3338513"/>
                  <a:gd name="connsiteY2" fmla="*/ 839166 h 2507629"/>
                  <a:gd name="connsiteX3" fmla="*/ 1668463 w 3338513"/>
                  <a:gd name="connsiteY3" fmla="*/ 2507629 h 2507629"/>
                  <a:gd name="connsiteX4" fmla="*/ 0 w 3338513"/>
                  <a:gd name="connsiteY4" fmla="*/ 839166 h 2507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338513" h="2507629">
                    <a:moveTo>
                      <a:pt x="838369" y="0"/>
                    </a:moveTo>
                    <a:lnTo>
                      <a:pt x="2499347" y="0"/>
                    </a:lnTo>
                    <a:lnTo>
                      <a:pt x="3338513" y="839166"/>
                    </a:lnTo>
                    <a:lnTo>
                      <a:pt x="1668463" y="2507629"/>
                    </a:lnTo>
                    <a:lnTo>
                      <a:pt x="0" y="839166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noAutofit/>
              </a:bodyPr>
              <a:lstStyle/>
              <a:p>
                <a:endParaRPr lang="zh-CN" altLang="en-US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27" name="组合 26"/>
              <p:cNvGrpSpPr/>
              <p:nvPr userDrawn="1">
                <p:custDataLst>
                  <p:tags r:id="rId13"/>
                </p:custDataLst>
              </p:nvPr>
            </p:nvGrpSpPr>
            <p:grpSpPr>
              <a:xfrm>
                <a:off x="-206264" y="-134862"/>
                <a:ext cx="1450808" cy="1267027"/>
                <a:chOff x="-206264" y="-134862"/>
                <a:chExt cx="1450808" cy="1267027"/>
              </a:xfrm>
            </p:grpSpPr>
            <p:sp>
              <p:nvSpPr>
                <p:cNvPr id="28" name="Freeform 7"/>
                <p:cNvSpPr/>
                <p:nvPr userDrawn="1">
                  <p:custDataLst>
                    <p:tags r:id="rId14"/>
                  </p:custDataLst>
                </p:nvPr>
              </p:nvSpPr>
              <p:spPr bwMode="auto">
                <a:xfrm rot="8124908">
                  <a:off x="-127854" y="-134862"/>
                  <a:ext cx="847874" cy="847874"/>
                </a:xfrm>
                <a:custGeom>
                  <a:avLst/>
                  <a:gdLst>
                    <a:gd name="T0" fmla="*/ 1052 w 2103"/>
                    <a:gd name="T1" fmla="*/ 0 h 2103"/>
                    <a:gd name="T2" fmla="*/ 2103 w 2103"/>
                    <a:gd name="T3" fmla="*/ 1051 h 2103"/>
                    <a:gd name="T4" fmla="*/ 1052 w 2103"/>
                    <a:gd name="T5" fmla="*/ 2103 h 2103"/>
                    <a:gd name="T6" fmla="*/ 0 w 2103"/>
                    <a:gd name="T7" fmla="*/ 1051 h 2103"/>
                    <a:gd name="T8" fmla="*/ 1052 w 2103"/>
                    <a:gd name="T9" fmla="*/ 0 h 2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103" h="2103">
                      <a:moveTo>
                        <a:pt x="1052" y="0"/>
                      </a:moveTo>
                      <a:lnTo>
                        <a:pt x="2103" y="1051"/>
                      </a:lnTo>
                      <a:lnTo>
                        <a:pt x="1052" y="2103"/>
                      </a:lnTo>
                      <a:lnTo>
                        <a:pt x="0" y="1051"/>
                      </a:lnTo>
                      <a:lnTo>
                        <a:pt x="105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9" name="任意多边形: 形状 28"/>
                <p:cNvSpPr/>
                <p:nvPr userDrawn="1">
                  <p:custDataLst>
                    <p:tags r:id="rId15"/>
                  </p:custDataLst>
                </p:nvPr>
              </p:nvSpPr>
              <p:spPr bwMode="auto">
                <a:xfrm rot="8124908">
                  <a:off x="397073" y="-101238"/>
                  <a:ext cx="847471" cy="638111"/>
                </a:xfrm>
                <a:custGeom>
                  <a:avLst/>
                  <a:gdLst>
                    <a:gd name="connsiteX0" fmla="*/ 843305 w 3336925"/>
                    <a:gd name="connsiteY0" fmla="*/ 0 h 2512570"/>
                    <a:gd name="connsiteX1" fmla="*/ 2493621 w 3336925"/>
                    <a:gd name="connsiteY1" fmla="*/ 0 h 2512570"/>
                    <a:gd name="connsiteX2" fmla="*/ 3336925 w 3336925"/>
                    <a:gd name="connsiteY2" fmla="*/ 844107 h 2512570"/>
                    <a:gd name="connsiteX3" fmla="*/ 1668463 w 3336925"/>
                    <a:gd name="connsiteY3" fmla="*/ 2512570 h 2512570"/>
                    <a:gd name="connsiteX4" fmla="*/ 0 w 3336925"/>
                    <a:gd name="connsiteY4" fmla="*/ 844107 h 25125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36925" h="2512570">
                      <a:moveTo>
                        <a:pt x="843305" y="0"/>
                      </a:moveTo>
                      <a:lnTo>
                        <a:pt x="2493621" y="0"/>
                      </a:lnTo>
                      <a:lnTo>
                        <a:pt x="3336925" y="844107"/>
                      </a:lnTo>
                      <a:lnTo>
                        <a:pt x="1668463" y="2512570"/>
                      </a:lnTo>
                      <a:lnTo>
                        <a:pt x="0" y="844107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30" name="任意多边形: 形状 29"/>
                <p:cNvSpPr/>
                <p:nvPr userDrawn="1">
                  <p:custDataLst>
                    <p:tags r:id="rId16"/>
                  </p:custDataLst>
                </p:nvPr>
              </p:nvSpPr>
              <p:spPr bwMode="auto">
                <a:xfrm rot="8124908">
                  <a:off x="-206264" y="495309"/>
                  <a:ext cx="847874" cy="636856"/>
                </a:xfrm>
                <a:custGeom>
                  <a:avLst/>
                  <a:gdLst>
                    <a:gd name="connsiteX0" fmla="*/ 838369 w 3338513"/>
                    <a:gd name="connsiteY0" fmla="*/ 0 h 2507629"/>
                    <a:gd name="connsiteX1" fmla="*/ 2499347 w 3338513"/>
                    <a:gd name="connsiteY1" fmla="*/ 0 h 2507629"/>
                    <a:gd name="connsiteX2" fmla="*/ 3338513 w 3338513"/>
                    <a:gd name="connsiteY2" fmla="*/ 839166 h 2507629"/>
                    <a:gd name="connsiteX3" fmla="*/ 1668463 w 3338513"/>
                    <a:gd name="connsiteY3" fmla="*/ 2507629 h 2507629"/>
                    <a:gd name="connsiteX4" fmla="*/ 0 w 3338513"/>
                    <a:gd name="connsiteY4" fmla="*/ 839166 h 250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338513" h="2507629">
                      <a:moveTo>
                        <a:pt x="838369" y="0"/>
                      </a:moveTo>
                      <a:lnTo>
                        <a:pt x="2499347" y="0"/>
                      </a:lnTo>
                      <a:lnTo>
                        <a:pt x="3338513" y="839166"/>
                      </a:lnTo>
                      <a:lnTo>
                        <a:pt x="1668463" y="2507629"/>
                      </a:lnTo>
                      <a:lnTo>
                        <a:pt x="0" y="839166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noAutofit/>
                </a:bodyPr>
                <a:lstStyle/>
                <a:p>
                  <a:endParaRPr lang="zh-CN" altLang="en-US"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</p:grpSp>
      <p:sp>
        <p:nvSpPr>
          <p:cNvPr id="13" name="任意多边形 31"/>
          <p:cNvSpPr/>
          <p:nvPr userDrawn="1">
            <p:custDataLst>
              <p:tags r:id="rId2"/>
            </p:custDataLst>
          </p:nvPr>
        </p:nvSpPr>
        <p:spPr>
          <a:xfrm>
            <a:off x="1343543" y="-20776"/>
            <a:ext cx="2728915" cy="2713175"/>
          </a:xfrm>
          <a:custGeom>
            <a:avLst/>
            <a:gdLst>
              <a:gd name="connsiteX0" fmla="*/ 2700475 w 2728915"/>
              <a:gd name="connsiteY0" fmla="*/ 0 h 2713175"/>
              <a:gd name="connsiteX1" fmla="*/ 2728915 w 2728915"/>
              <a:gd name="connsiteY1" fmla="*/ 0 h 2713175"/>
              <a:gd name="connsiteX2" fmla="*/ 14287 w 2728915"/>
              <a:gd name="connsiteY2" fmla="*/ 2713175 h 2713175"/>
              <a:gd name="connsiteX3" fmla="*/ 0 w 2728915"/>
              <a:gd name="connsiteY3" fmla="*/ 2700475 h 2713175"/>
              <a:gd name="connsiteX4" fmla="*/ 2700475 w 2728915"/>
              <a:gd name="connsiteY4" fmla="*/ 0 h 2713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28915" h="2713175">
                <a:moveTo>
                  <a:pt x="2700475" y="0"/>
                </a:moveTo>
                <a:lnTo>
                  <a:pt x="2728915" y="0"/>
                </a:lnTo>
                <a:lnTo>
                  <a:pt x="14287" y="2713175"/>
                </a:lnTo>
                <a:lnTo>
                  <a:pt x="0" y="2700475"/>
                </a:lnTo>
                <a:lnTo>
                  <a:pt x="2700475" y="0"/>
                </a:lnTo>
                <a:close/>
              </a:path>
            </a:pathLst>
          </a:custGeom>
          <a:solidFill>
            <a:schemeClr val="tx2">
              <a:alpha val="24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32"/>
          <p:cNvSpPr/>
          <p:nvPr userDrawn="1">
            <p:custDataLst>
              <p:tags r:id="rId3"/>
            </p:custDataLst>
          </p:nvPr>
        </p:nvSpPr>
        <p:spPr>
          <a:xfrm>
            <a:off x="0" y="1320799"/>
            <a:ext cx="1357313" cy="1371600"/>
          </a:xfrm>
          <a:custGeom>
            <a:avLst/>
            <a:gdLst>
              <a:gd name="connsiteX0" fmla="*/ 0 w 1357313"/>
              <a:gd name="connsiteY0" fmla="*/ 0 h 1371600"/>
              <a:gd name="connsiteX1" fmla="*/ 1357313 w 1357313"/>
              <a:gd name="connsiteY1" fmla="*/ 1357312 h 1371600"/>
              <a:gd name="connsiteX2" fmla="*/ 1343025 w 1357313"/>
              <a:gd name="connsiteY2" fmla="*/ 1371600 h 1371600"/>
              <a:gd name="connsiteX3" fmla="*/ 0 w 1357313"/>
              <a:gd name="connsiteY3" fmla="*/ 28575 h 1371600"/>
              <a:gd name="connsiteX4" fmla="*/ 0 w 1357313"/>
              <a:gd name="connsiteY4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57313" h="1371600">
                <a:moveTo>
                  <a:pt x="0" y="0"/>
                </a:moveTo>
                <a:lnTo>
                  <a:pt x="1357313" y="1357312"/>
                </a:lnTo>
                <a:lnTo>
                  <a:pt x="1343025" y="1371600"/>
                </a:lnTo>
                <a:lnTo>
                  <a:pt x="0" y="28575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4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Freeform 5"/>
          <p:cNvSpPr>
            <a:spLocks noEditPoints="1"/>
          </p:cNvSpPr>
          <p:nvPr userDrawn="1">
            <p:custDataLst>
              <p:tags r:id="rId4"/>
            </p:custDataLst>
          </p:nvPr>
        </p:nvSpPr>
        <p:spPr bwMode="auto">
          <a:xfrm>
            <a:off x="3743394" y="1235075"/>
            <a:ext cx="8456613" cy="5629276"/>
          </a:xfrm>
          <a:custGeom>
            <a:avLst/>
            <a:gdLst>
              <a:gd name="T0" fmla="*/ 0 w 5327"/>
              <a:gd name="T1" fmla="*/ 3546 h 3546"/>
              <a:gd name="T2" fmla="*/ 0 w 5327"/>
              <a:gd name="T3" fmla="*/ 3546 h 3546"/>
              <a:gd name="T4" fmla="*/ 0 w 5327"/>
              <a:gd name="T5" fmla="*/ 3546 h 3546"/>
              <a:gd name="T6" fmla="*/ 0 w 5327"/>
              <a:gd name="T7" fmla="*/ 3546 h 3546"/>
              <a:gd name="T8" fmla="*/ 3547 w 5327"/>
              <a:gd name="T9" fmla="*/ 0 h 3546"/>
              <a:gd name="T10" fmla="*/ 5 w 5327"/>
              <a:gd name="T11" fmla="*/ 3542 h 3546"/>
              <a:gd name="T12" fmla="*/ 0 w 5327"/>
              <a:gd name="T13" fmla="*/ 3546 h 3546"/>
              <a:gd name="T14" fmla="*/ 18 w 5327"/>
              <a:gd name="T15" fmla="*/ 3546 h 3546"/>
              <a:gd name="T16" fmla="*/ 18 w 5327"/>
              <a:gd name="T17" fmla="*/ 3546 h 3546"/>
              <a:gd name="T18" fmla="*/ 3547 w 5327"/>
              <a:gd name="T19" fmla="*/ 17 h 3546"/>
              <a:gd name="T20" fmla="*/ 5309 w 5327"/>
              <a:gd name="T21" fmla="*/ 1781 h 3546"/>
              <a:gd name="T22" fmla="*/ 5327 w 5327"/>
              <a:gd name="T23" fmla="*/ 1781 h 3546"/>
              <a:gd name="T24" fmla="*/ 3547 w 5327"/>
              <a:gd name="T25" fmla="*/ 0 h 35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327" h="3546">
                <a:moveTo>
                  <a:pt x="0" y="3546"/>
                </a:moveTo>
                <a:lnTo>
                  <a:pt x="0" y="3546"/>
                </a:lnTo>
                <a:lnTo>
                  <a:pt x="0" y="3546"/>
                </a:lnTo>
                <a:lnTo>
                  <a:pt x="0" y="3546"/>
                </a:lnTo>
                <a:close/>
                <a:moveTo>
                  <a:pt x="3547" y="0"/>
                </a:moveTo>
                <a:lnTo>
                  <a:pt x="5" y="3542"/>
                </a:lnTo>
                <a:lnTo>
                  <a:pt x="0" y="3546"/>
                </a:lnTo>
                <a:lnTo>
                  <a:pt x="18" y="3546"/>
                </a:lnTo>
                <a:lnTo>
                  <a:pt x="18" y="3546"/>
                </a:lnTo>
                <a:lnTo>
                  <a:pt x="3547" y="17"/>
                </a:lnTo>
                <a:lnTo>
                  <a:pt x="5309" y="1781"/>
                </a:lnTo>
                <a:lnTo>
                  <a:pt x="5327" y="1781"/>
                </a:lnTo>
                <a:lnTo>
                  <a:pt x="3547" y="0"/>
                </a:lnTo>
                <a:close/>
              </a:path>
            </a:pathLst>
          </a:custGeom>
          <a:solidFill>
            <a:schemeClr val="tx2">
              <a:alpha val="24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3873609" y="6349833"/>
            <a:ext cx="2700000" cy="316800"/>
          </a:xfrm>
        </p:spPr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/>
          <p:nvPr>
            <p:custDataLst>
              <p:tags r:id="rId1"/>
            </p:custDataLst>
          </p:nvPr>
        </p:nvSpPr>
        <p:spPr bwMode="auto">
          <a:xfrm>
            <a:off x="4425950" y="839167"/>
            <a:ext cx="3338513" cy="3338513"/>
          </a:xfrm>
          <a:custGeom>
            <a:avLst/>
            <a:gdLst>
              <a:gd name="T0" fmla="*/ 1052 w 2103"/>
              <a:gd name="T1" fmla="*/ 0 h 2103"/>
              <a:gd name="T2" fmla="*/ 2103 w 2103"/>
              <a:gd name="T3" fmla="*/ 1051 h 2103"/>
              <a:gd name="T4" fmla="*/ 1052 w 2103"/>
              <a:gd name="T5" fmla="*/ 2103 h 2103"/>
              <a:gd name="T6" fmla="*/ 0 w 2103"/>
              <a:gd name="T7" fmla="*/ 1051 h 2103"/>
              <a:gd name="T8" fmla="*/ 1052 w 2103"/>
              <a:gd name="T9" fmla="*/ 0 h 2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03" h="2103">
                <a:moveTo>
                  <a:pt x="1052" y="0"/>
                </a:moveTo>
                <a:lnTo>
                  <a:pt x="2103" y="1051"/>
                </a:lnTo>
                <a:lnTo>
                  <a:pt x="1052" y="2103"/>
                </a:lnTo>
                <a:lnTo>
                  <a:pt x="0" y="1051"/>
                </a:lnTo>
                <a:lnTo>
                  <a:pt x="1052" y="0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>
            <p:custDataLst>
              <p:tags r:id="rId2"/>
            </p:custDataLst>
          </p:nvPr>
        </p:nvSpPr>
        <p:spPr bwMode="auto">
          <a:xfrm>
            <a:off x="2758281" y="1627"/>
            <a:ext cx="3336925" cy="2512570"/>
          </a:xfrm>
          <a:custGeom>
            <a:avLst/>
            <a:gdLst>
              <a:gd name="connsiteX0" fmla="*/ 843305 w 3336925"/>
              <a:gd name="connsiteY0" fmla="*/ 0 h 2512570"/>
              <a:gd name="connsiteX1" fmla="*/ 2493621 w 3336925"/>
              <a:gd name="connsiteY1" fmla="*/ 0 h 2512570"/>
              <a:gd name="connsiteX2" fmla="*/ 3336925 w 3336925"/>
              <a:gd name="connsiteY2" fmla="*/ 844107 h 2512570"/>
              <a:gd name="connsiteX3" fmla="*/ 1668463 w 3336925"/>
              <a:gd name="connsiteY3" fmla="*/ 2512570 h 2512570"/>
              <a:gd name="connsiteX4" fmla="*/ 0 w 3336925"/>
              <a:gd name="connsiteY4" fmla="*/ 844107 h 2512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6925" h="2512570">
                <a:moveTo>
                  <a:pt x="843305" y="0"/>
                </a:moveTo>
                <a:lnTo>
                  <a:pt x="2493621" y="0"/>
                </a:lnTo>
                <a:lnTo>
                  <a:pt x="3336925" y="844107"/>
                </a:lnTo>
                <a:lnTo>
                  <a:pt x="1668463" y="2512570"/>
                </a:lnTo>
                <a:lnTo>
                  <a:pt x="0" y="84410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6" name="任意多边形: 形状 15"/>
          <p:cNvSpPr/>
          <p:nvPr>
            <p:custDataLst>
              <p:tags r:id="rId3"/>
            </p:custDataLst>
          </p:nvPr>
        </p:nvSpPr>
        <p:spPr bwMode="auto">
          <a:xfrm>
            <a:off x="6096000" y="0"/>
            <a:ext cx="3338513" cy="2507629"/>
          </a:xfrm>
          <a:custGeom>
            <a:avLst/>
            <a:gdLst>
              <a:gd name="connsiteX0" fmla="*/ 838369 w 3338513"/>
              <a:gd name="connsiteY0" fmla="*/ 0 h 2507629"/>
              <a:gd name="connsiteX1" fmla="*/ 2499347 w 3338513"/>
              <a:gd name="connsiteY1" fmla="*/ 0 h 2507629"/>
              <a:gd name="connsiteX2" fmla="*/ 3338513 w 3338513"/>
              <a:gd name="connsiteY2" fmla="*/ 839166 h 2507629"/>
              <a:gd name="connsiteX3" fmla="*/ 1668463 w 3338513"/>
              <a:gd name="connsiteY3" fmla="*/ 2507629 h 2507629"/>
              <a:gd name="connsiteX4" fmla="*/ 0 w 3338513"/>
              <a:gd name="connsiteY4" fmla="*/ 839166 h 2507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8513" h="2507629">
                <a:moveTo>
                  <a:pt x="838369" y="0"/>
                </a:moveTo>
                <a:lnTo>
                  <a:pt x="2499347" y="0"/>
                </a:lnTo>
                <a:lnTo>
                  <a:pt x="3338513" y="839166"/>
                </a:lnTo>
                <a:lnTo>
                  <a:pt x="1668463" y="2507629"/>
                </a:lnTo>
                <a:lnTo>
                  <a:pt x="0" y="839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2" name="任意多边形: 形状 11"/>
          <p:cNvSpPr/>
          <p:nvPr>
            <p:custDataLst>
              <p:tags r:id="rId4"/>
            </p:custDataLst>
          </p:nvPr>
        </p:nvSpPr>
        <p:spPr>
          <a:xfrm>
            <a:off x="3558622" y="0"/>
            <a:ext cx="5073167" cy="3300620"/>
          </a:xfrm>
          <a:custGeom>
            <a:avLst/>
            <a:gdLst>
              <a:gd name="connsiteX0" fmla="*/ 764037 w 5073167"/>
              <a:gd name="connsiteY0" fmla="*/ 0 h 3300620"/>
              <a:gd name="connsiteX1" fmla="*/ 4309131 w 5073167"/>
              <a:gd name="connsiteY1" fmla="*/ 0 h 3300620"/>
              <a:gd name="connsiteX2" fmla="*/ 5073167 w 5073167"/>
              <a:gd name="connsiteY2" fmla="*/ 764037 h 3300620"/>
              <a:gd name="connsiteX3" fmla="*/ 2536584 w 5073167"/>
              <a:gd name="connsiteY3" fmla="*/ 3300620 h 3300620"/>
              <a:gd name="connsiteX4" fmla="*/ 0 w 5073167"/>
              <a:gd name="connsiteY4" fmla="*/ 764037 h 3300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73167" h="3300620">
                <a:moveTo>
                  <a:pt x="764037" y="0"/>
                </a:moveTo>
                <a:lnTo>
                  <a:pt x="4309131" y="0"/>
                </a:lnTo>
                <a:lnTo>
                  <a:pt x="5073167" y="764037"/>
                </a:lnTo>
                <a:lnTo>
                  <a:pt x="2536584" y="3300620"/>
                </a:lnTo>
                <a:lnTo>
                  <a:pt x="0" y="764037"/>
                </a:lnTo>
                <a:close/>
              </a:path>
            </a:pathLst>
          </a:custGeom>
          <a:blipFill>
            <a:blip r:embed="rId10" cstate="email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1891555" y="4302836"/>
            <a:ext cx="8408892" cy="1254006"/>
          </a:xfrm>
        </p:spPr>
        <p:txBody>
          <a:bodyPr anchor="ctr">
            <a:normAutofit/>
          </a:bodyPr>
          <a:lstStyle>
            <a:lvl1pPr marL="0" indent="0" algn="ctr">
              <a:lnSpc>
                <a:spcPct val="90000"/>
              </a:lnSpc>
              <a:buFont typeface="Arial" panose="020B0604020202020204" pitchFamily="34" charset="0"/>
              <a:buNone/>
              <a:defRPr sz="60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7"/>
          <p:cNvSpPr/>
          <p:nvPr userDrawn="1">
            <p:custDataLst>
              <p:tags r:id="rId1"/>
            </p:custDataLst>
          </p:nvPr>
        </p:nvSpPr>
        <p:spPr bwMode="auto">
          <a:xfrm rot="18907790">
            <a:off x="11467465" y="6134735"/>
            <a:ext cx="847725" cy="847725"/>
          </a:xfrm>
          <a:custGeom>
            <a:avLst/>
            <a:gdLst>
              <a:gd name="T0" fmla="*/ 1052 w 2103"/>
              <a:gd name="T1" fmla="*/ 0 h 2103"/>
              <a:gd name="T2" fmla="*/ 2103 w 2103"/>
              <a:gd name="T3" fmla="*/ 1051 h 2103"/>
              <a:gd name="T4" fmla="*/ 1052 w 2103"/>
              <a:gd name="T5" fmla="*/ 2103 h 2103"/>
              <a:gd name="T6" fmla="*/ 0 w 2103"/>
              <a:gd name="T7" fmla="*/ 1051 h 2103"/>
              <a:gd name="T8" fmla="*/ 1052 w 2103"/>
              <a:gd name="T9" fmla="*/ 0 h 2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03" h="2103">
                <a:moveTo>
                  <a:pt x="1052" y="0"/>
                </a:moveTo>
                <a:lnTo>
                  <a:pt x="2103" y="1051"/>
                </a:lnTo>
                <a:lnTo>
                  <a:pt x="1052" y="2103"/>
                </a:lnTo>
                <a:lnTo>
                  <a:pt x="0" y="1051"/>
                </a:lnTo>
                <a:lnTo>
                  <a:pt x="105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任意多边形: 形状 6"/>
          <p:cNvSpPr/>
          <p:nvPr userDrawn="1">
            <p:custDataLst>
              <p:tags r:id="rId2"/>
            </p:custDataLst>
          </p:nvPr>
        </p:nvSpPr>
        <p:spPr bwMode="auto">
          <a:xfrm rot="18907790">
            <a:off x="10942955" y="6313805"/>
            <a:ext cx="847725" cy="638175"/>
          </a:xfrm>
          <a:custGeom>
            <a:avLst/>
            <a:gdLst>
              <a:gd name="connsiteX0" fmla="*/ 843305 w 3336925"/>
              <a:gd name="connsiteY0" fmla="*/ 0 h 2512570"/>
              <a:gd name="connsiteX1" fmla="*/ 2493621 w 3336925"/>
              <a:gd name="connsiteY1" fmla="*/ 0 h 2512570"/>
              <a:gd name="connsiteX2" fmla="*/ 3336925 w 3336925"/>
              <a:gd name="connsiteY2" fmla="*/ 844107 h 2512570"/>
              <a:gd name="connsiteX3" fmla="*/ 1668463 w 3336925"/>
              <a:gd name="connsiteY3" fmla="*/ 2512570 h 2512570"/>
              <a:gd name="connsiteX4" fmla="*/ 0 w 3336925"/>
              <a:gd name="connsiteY4" fmla="*/ 844107 h 2512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6925" h="2512570">
                <a:moveTo>
                  <a:pt x="843305" y="0"/>
                </a:moveTo>
                <a:lnTo>
                  <a:pt x="2493621" y="0"/>
                </a:lnTo>
                <a:lnTo>
                  <a:pt x="3336925" y="844107"/>
                </a:lnTo>
                <a:lnTo>
                  <a:pt x="1668463" y="2512570"/>
                </a:lnTo>
                <a:lnTo>
                  <a:pt x="0" y="84410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8" name="任意多边形: 形状 7"/>
          <p:cNvSpPr/>
          <p:nvPr userDrawn="1">
            <p:custDataLst>
              <p:tags r:id="rId3"/>
            </p:custDataLst>
          </p:nvPr>
        </p:nvSpPr>
        <p:spPr bwMode="auto">
          <a:xfrm rot="18907790">
            <a:off x="11543030" y="5715000"/>
            <a:ext cx="847725" cy="636905"/>
          </a:xfrm>
          <a:custGeom>
            <a:avLst/>
            <a:gdLst>
              <a:gd name="connsiteX0" fmla="*/ 838369 w 3338513"/>
              <a:gd name="connsiteY0" fmla="*/ 0 h 2507629"/>
              <a:gd name="connsiteX1" fmla="*/ 2499347 w 3338513"/>
              <a:gd name="connsiteY1" fmla="*/ 0 h 2507629"/>
              <a:gd name="connsiteX2" fmla="*/ 3338513 w 3338513"/>
              <a:gd name="connsiteY2" fmla="*/ 839166 h 2507629"/>
              <a:gd name="connsiteX3" fmla="*/ 1668463 w 3338513"/>
              <a:gd name="connsiteY3" fmla="*/ 2507629 h 2507629"/>
              <a:gd name="connsiteX4" fmla="*/ 0 w 3338513"/>
              <a:gd name="connsiteY4" fmla="*/ 839166 h 2507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8513" h="2507629">
                <a:moveTo>
                  <a:pt x="838369" y="0"/>
                </a:moveTo>
                <a:lnTo>
                  <a:pt x="2499347" y="0"/>
                </a:lnTo>
                <a:lnTo>
                  <a:pt x="3338513" y="839166"/>
                </a:lnTo>
                <a:lnTo>
                  <a:pt x="1668463" y="2507629"/>
                </a:lnTo>
                <a:lnTo>
                  <a:pt x="0" y="83916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4"/>
            </p:custDataLst>
          </p:nvPr>
        </p:nvSpPr>
        <p:spPr bwMode="auto">
          <a:xfrm rot="8124908">
            <a:off x="-127635" y="-134620"/>
            <a:ext cx="847725" cy="847725"/>
          </a:xfrm>
          <a:custGeom>
            <a:avLst/>
            <a:gdLst>
              <a:gd name="T0" fmla="*/ 1052 w 2103"/>
              <a:gd name="T1" fmla="*/ 0 h 2103"/>
              <a:gd name="T2" fmla="*/ 2103 w 2103"/>
              <a:gd name="T3" fmla="*/ 1051 h 2103"/>
              <a:gd name="T4" fmla="*/ 1052 w 2103"/>
              <a:gd name="T5" fmla="*/ 2103 h 2103"/>
              <a:gd name="T6" fmla="*/ 0 w 2103"/>
              <a:gd name="T7" fmla="*/ 1051 h 2103"/>
              <a:gd name="T8" fmla="*/ 1052 w 2103"/>
              <a:gd name="T9" fmla="*/ 0 h 2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03" h="2103">
                <a:moveTo>
                  <a:pt x="1052" y="0"/>
                </a:moveTo>
                <a:lnTo>
                  <a:pt x="2103" y="1051"/>
                </a:lnTo>
                <a:lnTo>
                  <a:pt x="1052" y="2103"/>
                </a:lnTo>
                <a:lnTo>
                  <a:pt x="0" y="1051"/>
                </a:lnTo>
                <a:lnTo>
                  <a:pt x="105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任意多边形: 形状 9"/>
          <p:cNvSpPr/>
          <p:nvPr userDrawn="1">
            <p:custDataLst>
              <p:tags r:id="rId5"/>
            </p:custDataLst>
          </p:nvPr>
        </p:nvSpPr>
        <p:spPr bwMode="auto">
          <a:xfrm rot="8124908">
            <a:off x="396875" y="-100965"/>
            <a:ext cx="847725" cy="638175"/>
          </a:xfrm>
          <a:custGeom>
            <a:avLst/>
            <a:gdLst>
              <a:gd name="connsiteX0" fmla="*/ 843305 w 3336925"/>
              <a:gd name="connsiteY0" fmla="*/ 0 h 2512570"/>
              <a:gd name="connsiteX1" fmla="*/ 2493621 w 3336925"/>
              <a:gd name="connsiteY1" fmla="*/ 0 h 2512570"/>
              <a:gd name="connsiteX2" fmla="*/ 3336925 w 3336925"/>
              <a:gd name="connsiteY2" fmla="*/ 844107 h 2512570"/>
              <a:gd name="connsiteX3" fmla="*/ 1668463 w 3336925"/>
              <a:gd name="connsiteY3" fmla="*/ 2512570 h 2512570"/>
              <a:gd name="connsiteX4" fmla="*/ 0 w 3336925"/>
              <a:gd name="connsiteY4" fmla="*/ 844107 h 2512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6925" h="2512570">
                <a:moveTo>
                  <a:pt x="843305" y="0"/>
                </a:moveTo>
                <a:lnTo>
                  <a:pt x="2493621" y="0"/>
                </a:lnTo>
                <a:lnTo>
                  <a:pt x="3336925" y="844107"/>
                </a:lnTo>
                <a:lnTo>
                  <a:pt x="1668463" y="2512570"/>
                </a:lnTo>
                <a:lnTo>
                  <a:pt x="0" y="84410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1" name="任意多边形: 形状 10"/>
          <p:cNvSpPr/>
          <p:nvPr userDrawn="1">
            <p:custDataLst>
              <p:tags r:id="rId6"/>
            </p:custDataLst>
          </p:nvPr>
        </p:nvSpPr>
        <p:spPr bwMode="auto">
          <a:xfrm rot="8124908">
            <a:off x="-206375" y="495300"/>
            <a:ext cx="847725" cy="636905"/>
          </a:xfrm>
          <a:custGeom>
            <a:avLst/>
            <a:gdLst>
              <a:gd name="connsiteX0" fmla="*/ 838369 w 3338513"/>
              <a:gd name="connsiteY0" fmla="*/ 0 h 2507629"/>
              <a:gd name="connsiteX1" fmla="*/ 2499347 w 3338513"/>
              <a:gd name="connsiteY1" fmla="*/ 0 h 2507629"/>
              <a:gd name="connsiteX2" fmla="*/ 3338513 w 3338513"/>
              <a:gd name="connsiteY2" fmla="*/ 839166 h 2507629"/>
              <a:gd name="connsiteX3" fmla="*/ 1668463 w 3338513"/>
              <a:gd name="connsiteY3" fmla="*/ 2507629 h 2507629"/>
              <a:gd name="connsiteX4" fmla="*/ 0 w 3338513"/>
              <a:gd name="connsiteY4" fmla="*/ 839166 h 2507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8513" h="2507629">
                <a:moveTo>
                  <a:pt x="838369" y="0"/>
                </a:moveTo>
                <a:lnTo>
                  <a:pt x="2499347" y="0"/>
                </a:lnTo>
                <a:lnTo>
                  <a:pt x="3338513" y="839166"/>
                </a:lnTo>
                <a:lnTo>
                  <a:pt x="1668463" y="2507629"/>
                </a:lnTo>
                <a:lnTo>
                  <a:pt x="0" y="83916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925" y="443230"/>
            <a:ext cx="10852150" cy="530225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292735" y="304165"/>
            <a:ext cx="11606530" cy="62496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Freeform 7"/>
          <p:cNvSpPr/>
          <p:nvPr userDrawn="1">
            <p:custDataLst>
              <p:tags r:id="rId2"/>
            </p:custDataLst>
          </p:nvPr>
        </p:nvSpPr>
        <p:spPr bwMode="auto">
          <a:xfrm rot="18907790">
            <a:off x="11466830" y="6135370"/>
            <a:ext cx="847725" cy="847725"/>
          </a:xfrm>
          <a:custGeom>
            <a:avLst/>
            <a:gdLst>
              <a:gd name="T0" fmla="*/ 1052 w 2103"/>
              <a:gd name="T1" fmla="*/ 0 h 2103"/>
              <a:gd name="T2" fmla="*/ 2103 w 2103"/>
              <a:gd name="T3" fmla="*/ 1051 h 2103"/>
              <a:gd name="T4" fmla="*/ 1052 w 2103"/>
              <a:gd name="T5" fmla="*/ 2103 h 2103"/>
              <a:gd name="T6" fmla="*/ 0 w 2103"/>
              <a:gd name="T7" fmla="*/ 1051 h 2103"/>
              <a:gd name="T8" fmla="*/ 1052 w 2103"/>
              <a:gd name="T9" fmla="*/ 0 h 2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03" h="2103">
                <a:moveTo>
                  <a:pt x="1052" y="0"/>
                </a:moveTo>
                <a:lnTo>
                  <a:pt x="2103" y="1051"/>
                </a:lnTo>
                <a:lnTo>
                  <a:pt x="1052" y="2103"/>
                </a:lnTo>
                <a:lnTo>
                  <a:pt x="0" y="1051"/>
                </a:lnTo>
                <a:lnTo>
                  <a:pt x="105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任意多边形: 形状 16"/>
          <p:cNvSpPr/>
          <p:nvPr userDrawn="1">
            <p:custDataLst>
              <p:tags r:id="rId3"/>
            </p:custDataLst>
          </p:nvPr>
        </p:nvSpPr>
        <p:spPr bwMode="auto">
          <a:xfrm rot="18907790">
            <a:off x="10942955" y="6313805"/>
            <a:ext cx="847725" cy="638175"/>
          </a:xfrm>
          <a:custGeom>
            <a:avLst/>
            <a:gdLst>
              <a:gd name="connsiteX0" fmla="*/ 843305 w 3336925"/>
              <a:gd name="connsiteY0" fmla="*/ 0 h 2512570"/>
              <a:gd name="connsiteX1" fmla="*/ 2493621 w 3336925"/>
              <a:gd name="connsiteY1" fmla="*/ 0 h 2512570"/>
              <a:gd name="connsiteX2" fmla="*/ 3336925 w 3336925"/>
              <a:gd name="connsiteY2" fmla="*/ 844107 h 2512570"/>
              <a:gd name="connsiteX3" fmla="*/ 1668463 w 3336925"/>
              <a:gd name="connsiteY3" fmla="*/ 2512570 h 2512570"/>
              <a:gd name="connsiteX4" fmla="*/ 0 w 3336925"/>
              <a:gd name="connsiteY4" fmla="*/ 844107 h 2512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6925" h="2512570">
                <a:moveTo>
                  <a:pt x="843305" y="0"/>
                </a:moveTo>
                <a:lnTo>
                  <a:pt x="2493621" y="0"/>
                </a:lnTo>
                <a:lnTo>
                  <a:pt x="3336925" y="844107"/>
                </a:lnTo>
                <a:lnTo>
                  <a:pt x="1668463" y="2512570"/>
                </a:lnTo>
                <a:lnTo>
                  <a:pt x="0" y="84410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: 形状 17"/>
          <p:cNvSpPr/>
          <p:nvPr userDrawn="1">
            <p:custDataLst>
              <p:tags r:id="rId4"/>
            </p:custDataLst>
          </p:nvPr>
        </p:nvSpPr>
        <p:spPr bwMode="auto">
          <a:xfrm rot="18907790">
            <a:off x="11543030" y="5715635"/>
            <a:ext cx="847725" cy="636905"/>
          </a:xfrm>
          <a:custGeom>
            <a:avLst/>
            <a:gdLst>
              <a:gd name="connsiteX0" fmla="*/ 838369 w 3338513"/>
              <a:gd name="connsiteY0" fmla="*/ 0 h 2507629"/>
              <a:gd name="connsiteX1" fmla="*/ 2499347 w 3338513"/>
              <a:gd name="connsiteY1" fmla="*/ 0 h 2507629"/>
              <a:gd name="connsiteX2" fmla="*/ 3338513 w 3338513"/>
              <a:gd name="connsiteY2" fmla="*/ 839166 h 2507629"/>
              <a:gd name="connsiteX3" fmla="*/ 1668463 w 3338513"/>
              <a:gd name="connsiteY3" fmla="*/ 2507629 h 2507629"/>
              <a:gd name="connsiteX4" fmla="*/ 0 w 3338513"/>
              <a:gd name="connsiteY4" fmla="*/ 839166 h 2507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8513" h="2507629">
                <a:moveTo>
                  <a:pt x="838369" y="0"/>
                </a:moveTo>
                <a:lnTo>
                  <a:pt x="2499347" y="0"/>
                </a:lnTo>
                <a:lnTo>
                  <a:pt x="3338513" y="839166"/>
                </a:lnTo>
                <a:lnTo>
                  <a:pt x="1668463" y="2507629"/>
                </a:lnTo>
                <a:lnTo>
                  <a:pt x="0" y="83916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9" name="组合 18"/>
          <p:cNvGrpSpPr/>
          <p:nvPr userDrawn="1">
            <p:custDataLst>
              <p:tags r:id="rId5"/>
            </p:custDataLst>
          </p:nvPr>
        </p:nvGrpSpPr>
        <p:grpSpPr>
          <a:xfrm>
            <a:off x="-206375" y="-134620"/>
            <a:ext cx="1450975" cy="1266825"/>
            <a:chOff x="-206264" y="-134862"/>
            <a:chExt cx="1450808" cy="1267027"/>
          </a:xfrm>
        </p:grpSpPr>
        <p:sp>
          <p:nvSpPr>
            <p:cNvPr id="20" name="Freeform 7"/>
            <p:cNvSpPr/>
            <p:nvPr userDrawn="1">
              <p:custDataLst>
                <p:tags r:id="rId11"/>
              </p:custDataLst>
            </p:nvPr>
          </p:nvSpPr>
          <p:spPr bwMode="auto">
            <a:xfrm rot="8124908">
              <a:off x="-127854" y="-134862"/>
              <a:ext cx="847874" cy="847874"/>
            </a:xfrm>
            <a:custGeom>
              <a:avLst/>
              <a:gdLst>
                <a:gd name="T0" fmla="*/ 1052 w 2103"/>
                <a:gd name="T1" fmla="*/ 0 h 2103"/>
                <a:gd name="T2" fmla="*/ 2103 w 2103"/>
                <a:gd name="T3" fmla="*/ 1051 h 2103"/>
                <a:gd name="T4" fmla="*/ 1052 w 2103"/>
                <a:gd name="T5" fmla="*/ 2103 h 2103"/>
                <a:gd name="T6" fmla="*/ 0 w 2103"/>
                <a:gd name="T7" fmla="*/ 1051 h 2103"/>
                <a:gd name="T8" fmla="*/ 1052 w 2103"/>
                <a:gd name="T9" fmla="*/ 0 h 2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3" h="2103">
                  <a:moveTo>
                    <a:pt x="1052" y="0"/>
                  </a:moveTo>
                  <a:lnTo>
                    <a:pt x="2103" y="1051"/>
                  </a:lnTo>
                  <a:lnTo>
                    <a:pt x="1052" y="2103"/>
                  </a:lnTo>
                  <a:lnTo>
                    <a:pt x="0" y="1051"/>
                  </a:lnTo>
                  <a:lnTo>
                    <a:pt x="10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任意多边形: 形状 20"/>
            <p:cNvSpPr/>
            <p:nvPr userDrawn="1">
              <p:custDataLst>
                <p:tags r:id="rId12"/>
              </p:custDataLst>
            </p:nvPr>
          </p:nvSpPr>
          <p:spPr bwMode="auto">
            <a:xfrm rot="8124908">
              <a:off x="397073" y="-101238"/>
              <a:ext cx="847471" cy="638111"/>
            </a:xfrm>
            <a:custGeom>
              <a:avLst/>
              <a:gdLst>
                <a:gd name="connsiteX0" fmla="*/ 843305 w 3336925"/>
                <a:gd name="connsiteY0" fmla="*/ 0 h 2512570"/>
                <a:gd name="connsiteX1" fmla="*/ 2493621 w 3336925"/>
                <a:gd name="connsiteY1" fmla="*/ 0 h 2512570"/>
                <a:gd name="connsiteX2" fmla="*/ 3336925 w 3336925"/>
                <a:gd name="connsiteY2" fmla="*/ 844107 h 2512570"/>
                <a:gd name="connsiteX3" fmla="*/ 1668463 w 3336925"/>
                <a:gd name="connsiteY3" fmla="*/ 2512570 h 2512570"/>
                <a:gd name="connsiteX4" fmla="*/ 0 w 3336925"/>
                <a:gd name="connsiteY4" fmla="*/ 844107 h 2512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6925" h="2512570">
                  <a:moveTo>
                    <a:pt x="843305" y="0"/>
                  </a:moveTo>
                  <a:lnTo>
                    <a:pt x="2493621" y="0"/>
                  </a:lnTo>
                  <a:lnTo>
                    <a:pt x="3336925" y="844107"/>
                  </a:lnTo>
                  <a:lnTo>
                    <a:pt x="1668463" y="2512570"/>
                  </a:lnTo>
                  <a:lnTo>
                    <a:pt x="0" y="84410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任意多边形: 形状 21"/>
            <p:cNvSpPr/>
            <p:nvPr userDrawn="1">
              <p:custDataLst>
                <p:tags r:id="rId13"/>
              </p:custDataLst>
            </p:nvPr>
          </p:nvSpPr>
          <p:spPr bwMode="auto">
            <a:xfrm rot="8124908">
              <a:off x="-206264" y="495309"/>
              <a:ext cx="847874" cy="636856"/>
            </a:xfrm>
            <a:custGeom>
              <a:avLst/>
              <a:gdLst>
                <a:gd name="connsiteX0" fmla="*/ 838369 w 3338513"/>
                <a:gd name="connsiteY0" fmla="*/ 0 h 2507629"/>
                <a:gd name="connsiteX1" fmla="*/ 2499347 w 3338513"/>
                <a:gd name="connsiteY1" fmla="*/ 0 h 2507629"/>
                <a:gd name="connsiteX2" fmla="*/ 3338513 w 3338513"/>
                <a:gd name="connsiteY2" fmla="*/ 839166 h 2507629"/>
                <a:gd name="connsiteX3" fmla="*/ 1668463 w 3338513"/>
                <a:gd name="connsiteY3" fmla="*/ 2507629 h 2507629"/>
                <a:gd name="connsiteX4" fmla="*/ 0 w 3338513"/>
                <a:gd name="connsiteY4" fmla="*/ 839166 h 250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8513" h="2507629">
                  <a:moveTo>
                    <a:pt x="838369" y="0"/>
                  </a:moveTo>
                  <a:lnTo>
                    <a:pt x="2499347" y="0"/>
                  </a:lnTo>
                  <a:lnTo>
                    <a:pt x="3338513" y="839166"/>
                  </a:lnTo>
                  <a:lnTo>
                    <a:pt x="1668463" y="2507629"/>
                  </a:lnTo>
                  <a:lnTo>
                    <a:pt x="0" y="839166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6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7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Freeform 7"/>
          <p:cNvSpPr/>
          <p:nvPr userDrawn="1">
            <p:custDataLst>
              <p:tags r:id="rId2"/>
            </p:custDataLst>
          </p:nvPr>
        </p:nvSpPr>
        <p:spPr bwMode="auto">
          <a:xfrm rot="18907790">
            <a:off x="11467465" y="6134735"/>
            <a:ext cx="847725" cy="847725"/>
          </a:xfrm>
          <a:custGeom>
            <a:avLst/>
            <a:gdLst>
              <a:gd name="T0" fmla="*/ 1052 w 2103"/>
              <a:gd name="T1" fmla="*/ 0 h 2103"/>
              <a:gd name="T2" fmla="*/ 2103 w 2103"/>
              <a:gd name="T3" fmla="*/ 1051 h 2103"/>
              <a:gd name="T4" fmla="*/ 1052 w 2103"/>
              <a:gd name="T5" fmla="*/ 2103 h 2103"/>
              <a:gd name="T6" fmla="*/ 0 w 2103"/>
              <a:gd name="T7" fmla="*/ 1051 h 2103"/>
              <a:gd name="T8" fmla="*/ 1052 w 2103"/>
              <a:gd name="T9" fmla="*/ 0 h 2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03" h="2103">
                <a:moveTo>
                  <a:pt x="1052" y="0"/>
                </a:moveTo>
                <a:lnTo>
                  <a:pt x="2103" y="1051"/>
                </a:lnTo>
                <a:lnTo>
                  <a:pt x="1052" y="2103"/>
                </a:lnTo>
                <a:lnTo>
                  <a:pt x="0" y="1051"/>
                </a:lnTo>
                <a:lnTo>
                  <a:pt x="105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" name="任意多边形: 形状 15"/>
          <p:cNvSpPr/>
          <p:nvPr userDrawn="1">
            <p:custDataLst>
              <p:tags r:id="rId3"/>
            </p:custDataLst>
          </p:nvPr>
        </p:nvSpPr>
        <p:spPr bwMode="auto">
          <a:xfrm rot="18907790">
            <a:off x="10942955" y="6313805"/>
            <a:ext cx="847725" cy="638175"/>
          </a:xfrm>
          <a:custGeom>
            <a:avLst/>
            <a:gdLst>
              <a:gd name="connsiteX0" fmla="*/ 843305 w 3336925"/>
              <a:gd name="connsiteY0" fmla="*/ 0 h 2512570"/>
              <a:gd name="connsiteX1" fmla="*/ 2493621 w 3336925"/>
              <a:gd name="connsiteY1" fmla="*/ 0 h 2512570"/>
              <a:gd name="connsiteX2" fmla="*/ 3336925 w 3336925"/>
              <a:gd name="connsiteY2" fmla="*/ 844107 h 2512570"/>
              <a:gd name="connsiteX3" fmla="*/ 1668463 w 3336925"/>
              <a:gd name="connsiteY3" fmla="*/ 2512570 h 2512570"/>
              <a:gd name="connsiteX4" fmla="*/ 0 w 3336925"/>
              <a:gd name="connsiteY4" fmla="*/ 844107 h 2512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6925" h="2512570">
                <a:moveTo>
                  <a:pt x="843305" y="0"/>
                </a:moveTo>
                <a:lnTo>
                  <a:pt x="2493621" y="0"/>
                </a:lnTo>
                <a:lnTo>
                  <a:pt x="3336925" y="844107"/>
                </a:lnTo>
                <a:lnTo>
                  <a:pt x="1668463" y="2512570"/>
                </a:lnTo>
                <a:lnTo>
                  <a:pt x="0" y="844107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7" name="任意多边形: 形状 16"/>
          <p:cNvSpPr/>
          <p:nvPr userDrawn="1">
            <p:custDataLst>
              <p:tags r:id="rId4"/>
            </p:custDataLst>
          </p:nvPr>
        </p:nvSpPr>
        <p:spPr bwMode="auto">
          <a:xfrm rot="18907790">
            <a:off x="11543030" y="5715000"/>
            <a:ext cx="847725" cy="636905"/>
          </a:xfrm>
          <a:custGeom>
            <a:avLst/>
            <a:gdLst>
              <a:gd name="connsiteX0" fmla="*/ 838369 w 3338513"/>
              <a:gd name="connsiteY0" fmla="*/ 0 h 2507629"/>
              <a:gd name="connsiteX1" fmla="*/ 2499347 w 3338513"/>
              <a:gd name="connsiteY1" fmla="*/ 0 h 2507629"/>
              <a:gd name="connsiteX2" fmla="*/ 3338513 w 3338513"/>
              <a:gd name="connsiteY2" fmla="*/ 839166 h 2507629"/>
              <a:gd name="connsiteX3" fmla="*/ 1668463 w 3338513"/>
              <a:gd name="connsiteY3" fmla="*/ 2507629 h 2507629"/>
              <a:gd name="connsiteX4" fmla="*/ 0 w 3338513"/>
              <a:gd name="connsiteY4" fmla="*/ 839166 h 2507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8513" h="2507629">
                <a:moveTo>
                  <a:pt x="838369" y="0"/>
                </a:moveTo>
                <a:lnTo>
                  <a:pt x="2499347" y="0"/>
                </a:lnTo>
                <a:lnTo>
                  <a:pt x="3338513" y="839166"/>
                </a:lnTo>
                <a:lnTo>
                  <a:pt x="1668463" y="2507629"/>
                </a:lnTo>
                <a:lnTo>
                  <a:pt x="0" y="839166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endParaRPr lang="zh-CN" altLang="en-US"/>
          </a:p>
        </p:txBody>
      </p:sp>
      <p:sp>
        <p:nvSpPr>
          <p:cNvPr id="18" name="Freeform 7"/>
          <p:cNvSpPr/>
          <p:nvPr userDrawn="1">
            <p:custDataLst>
              <p:tags r:id="rId5"/>
            </p:custDataLst>
          </p:nvPr>
        </p:nvSpPr>
        <p:spPr bwMode="auto">
          <a:xfrm rot="8124908">
            <a:off x="-127635" y="-134620"/>
            <a:ext cx="847725" cy="847725"/>
          </a:xfrm>
          <a:custGeom>
            <a:avLst/>
            <a:gdLst>
              <a:gd name="T0" fmla="*/ 1052 w 2103"/>
              <a:gd name="T1" fmla="*/ 0 h 2103"/>
              <a:gd name="T2" fmla="*/ 2103 w 2103"/>
              <a:gd name="T3" fmla="*/ 1051 h 2103"/>
              <a:gd name="T4" fmla="*/ 1052 w 2103"/>
              <a:gd name="T5" fmla="*/ 2103 h 2103"/>
              <a:gd name="T6" fmla="*/ 0 w 2103"/>
              <a:gd name="T7" fmla="*/ 1051 h 2103"/>
              <a:gd name="T8" fmla="*/ 1052 w 2103"/>
              <a:gd name="T9" fmla="*/ 0 h 21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103" h="2103">
                <a:moveTo>
                  <a:pt x="1052" y="0"/>
                </a:moveTo>
                <a:lnTo>
                  <a:pt x="2103" y="1051"/>
                </a:lnTo>
                <a:lnTo>
                  <a:pt x="1052" y="2103"/>
                </a:lnTo>
                <a:lnTo>
                  <a:pt x="0" y="1051"/>
                </a:lnTo>
                <a:lnTo>
                  <a:pt x="105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1"/>
            </p:custDataLst>
          </p:nvPr>
        </p:nvGrpSpPr>
        <p:grpSpPr>
          <a:xfrm>
            <a:off x="10943085" y="5715210"/>
            <a:ext cx="1447832" cy="1267411"/>
            <a:chOff x="10943085" y="5715210"/>
            <a:chExt cx="1447832" cy="1267411"/>
          </a:xfrm>
        </p:grpSpPr>
        <p:sp>
          <p:nvSpPr>
            <p:cNvPr id="16" name="Freeform 7"/>
            <p:cNvSpPr/>
            <p:nvPr userDrawn="1">
              <p:custDataLst>
                <p:tags r:id="rId9"/>
              </p:custDataLst>
            </p:nvPr>
          </p:nvSpPr>
          <p:spPr bwMode="auto">
            <a:xfrm rot="18907790">
              <a:off x="11467248" y="6134747"/>
              <a:ext cx="847874" cy="847874"/>
            </a:xfrm>
            <a:custGeom>
              <a:avLst/>
              <a:gdLst>
                <a:gd name="T0" fmla="*/ 1052 w 2103"/>
                <a:gd name="T1" fmla="*/ 0 h 2103"/>
                <a:gd name="T2" fmla="*/ 2103 w 2103"/>
                <a:gd name="T3" fmla="*/ 1051 h 2103"/>
                <a:gd name="T4" fmla="*/ 1052 w 2103"/>
                <a:gd name="T5" fmla="*/ 2103 h 2103"/>
                <a:gd name="T6" fmla="*/ 0 w 2103"/>
                <a:gd name="T7" fmla="*/ 1051 h 2103"/>
                <a:gd name="T8" fmla="*/ 1052 w 2103"/>
                <a:gd name="T9" fmla="*/ 0 h 2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3" h="2103">
                  <a:moveTo>
                    <a:pt x="1052" y="0"/>
                  </a:moveTo>
                  <a:lnTo>
                    <a:pt x="2103" y="1051"/>
                  </a:lnTo>
                  <a:lnTo>
                    <a:pt x="1052" y="2103"/>
                  </a:lnTo>
                  <a:lnTo>
                    <a:pt x="0" y="1051"/>
                  </a:lnTo>
                  <a:lnTo>
                    <a:pt x="10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 userDrawn="1">
              <p:custDataLst>
                <p:tags r:id="rId10"/>
              </p:custDataLst>
            </p:nvPr>
          </p:nvSpPr>
          <p:spPr bwMode="auto">
            <a:xfrm rot="18907790">
              <a:off x="10943085" y="6313497"/>
              <a:ext cx="847471" cy="638111"/>
            </a:xfrm>
            <a:custGeom>
              <a:avLst/>
              <a:gdLst>
                <a:gd name="connsiteX0" fmla="*/ 843305 w 3336925"/>
                <a:gd name="connsiteY0" fmla="*/ 0 h 2512570"/>
                <a:gd name="connsiteX1" fmla="*/ 2493621 w 3336925"/>
                <a:gd name="connsiteY1" fmla="*/ 0 h 2512570"/>
                <a:gd name="connsiteX2" fmla="*/ 3336925 w 3336925"/>
                <a:gd name="connsiteY2" fmla="*/ 844107 h 2512570"/>
                <a:gd name="connsiteX3" fmla="*/ 1668463 w 3336925"/>
                <a:gd name="connsiteY3" fmla="*/ 2512570 h 2512570"/>
                <a:gd name="connsiteX4" fmla="*/ 0 w 3336925"/>
                <a:gd name="connsiteY4" fmla="*/ 844107 h 2512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6925" h="2512570">
                  <a:moveTo>
                    <a:pt x="843305" y="0"/>
                  </a:moveTo>
                  <a:lnTo>
                    <a:pt x="2493621" y="0"/>
                  </a:lnTo>
                  <a:lnTo>
                    <a:pt x="3336925" y="844107"/>
                  </a:lnTo>
                  <a:lnTo>
                    <a:pt x="1668463" y="2512570"/>
                  </a:lnTo>
                  <a:lnTo>
                    <a:pt x="0" y="84410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 userDrawn="1">
              <p:custDataLst>
                <p:tags r:id="rId11"/>
              </p:custDataLst>
            </p:nvPr>
          </p:nvSpPr>
          <p:spPr bwMode="auto">
            <a:xfrm rot="18907790">
              <a:off x="11543043" y="5715210"/>
              <a:ext cx="847874" cy="636856"/>
            </a:xfrm>
            <a:custGeom>
              <a:avLst/>
              <a:gdLst>
                <a:gd name="connsiteX0" fmla="*/ 838369 w 3338513"/>
                <a:gd name="connsiteY0" fmla="*/ 0 h 2507629"/>
                <a:gd name="connsiteX1" fmla="*/ 2499347 w 3338513"/>
                <a:gd name="connsiteY1" fmla="*/ 0 h 2507629"/>
                <a:gd name="connsiteX2" fmla="*/ 3338513 w 3338513"/>
                <a:gd name="connsiteY2" fmla="*/ 839166 h 2507629"/>
                <a:gd name="connsiteX3" fmla="*/ 1668463 w 3338513"/>
                <a:gd name="connsiteY3" fmla="*/ 2507629 h 2507629"/>
                <a:gd name="connsiteX4" fmla="*/ 0 w 3338513"/>
                <a:gd name="connsiteY4" fmla="*/ 839166 h 250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8513" h="2507629">
                  <a:moveTo>
                    <a:pt x="838369" y="0"/>
                  </a:moveTo>
                  <a:lnTo>
                    <a:pt x="2499347" y="0"/>
                  </a:lnTo>
                  <a:lnTo>
                    <a:pt x="3338513" y="839166"/>
                  </a:lnTo>
                  <a:lnTo>
                    <a:pt x="1668463" y="2507629"/>
                  </a:lnTo>
                  <a:lnTo>
                    <a:pt x="0" y="839166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1"/>
            </p:custDataLst>
          </p:nvPr>
        </p:nvGrpSpPr>
        <p:grpSpPr>
          <a:xfrm>
            <a:off x="-206264" y="-134862"/>
            <a:ext cx="1450808" cy="1267027"/>
            <a:chOff x="-206264" y="-134862"/>
            <a:chExt cx="1450808" cy="1267027"/>
          </a:xfrm>
        </p:grpSpPr>
        <p:sp>
          <p:nvSpPr>
            <p:cNvPr id="18" name="Freeform 7"/>
            <p:cNvSpPr/>
            <p:nvPr userDrawn="1">
              <p:custDataLst>
                <p:tags r:id="rId9"/>
              </p:custDataLst>
            </p:nvPr>
          </p:nvSpPr>
          <p:spPr bwMode="auto">
            <a:xfrm rot="8124908">
              <a:off x="-127854" y="-134862"/>
              <a:ext cx="847874" cy="847874"/>
            </a:xfrm>
            <a:custGeom>
              <a:avLst/>
              <a:gdLst>
                <a:gd name="T0" fmla="*/ 1052 w 2103"/>
                <a:gd name="T1" fmla="*/ 0 h 2103"/>
                <a:gd name="T2" fmla="*/ 2103 w 2103"/>
                <a:gd name="T3" fmla="*/ 1051 h 2103"/>
                <a:gd name="T4" fmla="*/ 1052 w 2103"/>
                <a:gd name="T5" fmla="*/ 2103 h 2103"/>
                <a:gd name="T6" fmla="*/ 0 w 2103"/>
                <a:gd name="T7" fmla="*/ 1051 h 2103"/>
                <a:gd name="T8" fmla="*/ 1052 w 2103"/>
                <a:gd name="T9" fmla="*/ 0 h 2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3" h="2103">
                  <a:moveTo>
                    <a:pt x="1052" y="0"/>
                  </a:moveTo>
                  <a:lnTo>
                    <a:pt x="2103" y="1051"/>
                  </a:lnTo>
                  <a:lnTo>
                    <a:pt x="1052" y="2103"/>
                  </a:lnTo>
                  <a:lnTo>
                    <a:pt x="0" y="1051"/>
                  </a:lnTo>
                  <a:lnTo>
                    <a:pt x="10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任意多边形: 形状 18"/>
            <p:cNvSpPr/>
            <p:nvPr userDrawn="1">
              <p:custDataLst>
                <p:tags r:id="rId10"/>
              </p:custDataLst>
            </p:nvPr>
          </p:nvSpPr>
          <p:spPr bwMode="auto">
            <a:xfrm rot="8124908">
              <a:off x="397073" y="-101238"/>
              <a:ext cx="847471" cy="638111"/>
            </a:xfrm>
            <a:custGeom>
              <a:avLst/>
              <a:gdLst>
                <a:gd name="connsiteX0" fmla="*/ 843305 w 3336925"/>
                <a:gd name="connsiteY0" fmla="*/ 0 h 2512570"/>
                <a:gd name="connsiteX1" fmla="*/ 2493621 w 3336925"/>
                <a:gd name="connsiteY1" fmla="*/ 0 h 2512570"/>
                <a:gd name="connsiteX2" fmla="*/ 3336925 w 3336925"/>
                <a:gd name="connsiteY2" fmla="*/ 844107 h 2512570"/>
                <a:gd name="connsiteX3" fmla="*/ 1668463 w 3336925"/>
                <a:gd name="connsiteY3" fmla="*/ 2512570 h 2512570"/>
                <a:gd name="connsiteX4" fmla="*/ 0 w 3336925"/>
                <a:gd name="connsiteY4" fmla="*/ 844107 h 2512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6925" h="2512570">
                  <a:moveTo>
                    <a:pt x="843305" y="0"/>
                  </a:moveTo>
                  <a:lnTo>
                    <a:pt x="2493621" y="0"/>
                  </a:lnTo>
                  <a:lnTo>
                    <a:pt x="3336925" y="844107"/>
                  </a:lnTo>
                  <a:lnTo>
                    <a:pt x="1668463" y="2512570"/>
                  </a:lnTo>
                  <a:lnTo>
                    <a:pt x="0" y="84410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20" name="任意多边形: 形状 19"/>
            <p:cNvSpPr/>
            <p:nvPr userDrawn="1">
              <p:custDataLst>
                <p:tags r:id="rId11"/>
              </p:custDataLst>
            </p:nvPr>
          </p:nvSpPr>
          <p:spPr bwMode="auto">
            <a:xfrm rot="8124908">
              <a:off x="-206264" y="495309"/>
              <a:ext cx="847874" cy="636856"/>
            </a:xfrm>
            <a:custGeom>
              <a:avLst/>
              <a:gdLst>
                <a:gd name="connsiteX0" fmla="*/ 838369 w 3338513"/>
                <a:gd name="connsiteY0" fmla="*/ 0 h 2507629"/>
                <a:gd name="connsiteX1" fmla="*/ 2499347 w 3338513"/>
                <a:gd name="connsiteY1" fmla="*/ 0 h 2507629"/>
                <a:gd name="connsiteX2" fmla="*/ 3338513 w 3338513"/>
                <a:gd name="connsiteY2" fmla="*/ 839166 h 2507629"/>
                <a:gd name="connsiteX3" fmla="*/ 1668463 w 3338513"/>
                <a:gd name="connsiteY3" fmla="*/ 2507629 h 2507629"/>
                <a:gd name="connsiteX4" fmla="*/ 0 w 3338513"/>
                <a:gd name="connsiteY4" fmla="*/ 839166 h 250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8513" h="2507629">
                  <a:moveTo>
                    <a:pt x="838369" y="0"/>
                  </a:moveTo>
                  <a:lnTo>
                    <a:pt x="2499347" y="0"/>
                  </a:lnTo>
                  <a:lnTo>
                    <a:pt x="3338513" y="839166"/>
                  </a:lnTo>
                  <a:lnTo>
                    <a:pt x="1668463" y="2507629"/>
                  </a:lnTo>
                  <a:lnTo>
                    <a:pt x="0" y="839166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5" name="任意多边形: 形状 24"/>
          <p:cNvSpPr/>
          <p:nvPr userDrawn="1">
            <p:custDataLst>
              <p:tags r:id="rId2"/>
            </p:custDataLst>
          </p:nvPr>
        </p:nvSpPr>
        <p:spPr>
          <a:xfrm>
            <a:off x="11624820" y="0"/>
            <a:ext cx="377954" cy="669161"/>
          </a:xfrm>
          <a:custGeom>
            <a:avLst/>
            <a:gdLst>
              <a:gd name="connsiteX0" fmla="*/ 0 w 377954"/>
              <a:gd name="connsiteY0" fmla="*/ 0 h 669161"/>
              <a:gd name="connsiteX1" fmla="*/ 377954 w 377954"/>
              <a:gd name="connsiteY1" fmla="*/ 0 h 669161"/>
              <a:gd name="connsiteX2" fmla="*/ 377954 w 377954"/>
              <a:gd name="connsiteY2" fmla="*/ 669161 h 669161"/>
              <a:gd name="connsiteX3" fmla="*/ 188977 w 377954"/>
              <a:gd name="connsiteY3" fmla="*/ 508000 h 669161"/>
              <a:gd name="connsiteX4" fmla="*/ 0 w 377954"/>
              <a:gd name="connsiteY4" fmla="*/ 669161 h 669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7954" h="669161">
                <a:moveTo>
                  <a:pt x="0" y="0"/>
                </a:moveTo>
                <a:lnTo>
                  <a:pt x="377954" y="0"/>
                </a:lnTo>
                <a:lnTo>
                  <a:pt x="377954" y="669161"/>
                </a:lnTo>
                <a:lnTo>
                  <a:pt x="188977" y="508000"/>
                </a:lnTo>
                <a:lnTo>
                  <a:pt x="0" y="66916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0"/>
          <p:cNvSpPr/>
          <p:nvPr userDrawn="1">
            <p:custDataLst>
              <p:tags r:id="rId1"/>
            </p:custDataLst>
          </p:nvPr>
        </p:nvSpPr>
        <p:spPr bwMode="auto">
          <a:xfrm>
            <a:off x="2686973" y="-12701"/>
            <a:ext cx="6883400" cy="6883400"/>
          </a:xfrm>
          <a:custGeom>
            <a:avLst/>
            <a:gdLst>
              <a:gd name="T0" fmla="*/ 614 w 1229"/>
              <a:gd name="T1" fmla="*/ 0 h 1229"/>
              <a:gd name="T2" fmla="*/ 1229 w 1229"/>
              <a:gd name="T3" fmla="*/ 615 h 1229"/>
              <a:gd name="T4" fmla="*/ 614 w 1229"/>
              <a:gd name="T5" fmla="*/ 1229 h 1229"/>
              <a:gd name="T6" fmla="*/ 0 w 1229"/>
              <a:gd name="T7" fmla="*/ 615 h 1229"/>
              <a:gd name="T8" fmla="*/ 614 w 1229"/>
              <a:gd name="T9" fmla="*/ 0 h 12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29" h="1229">
                <a:moveTo>
                  <a:pt x="614" y="0"/>
                </a:moveTo>
                <a:lnTo>
                  <a:pt x="1229" y="615"/>
                </a:lnTo>
                <a:lnTo>
                  <a:pt x="614" y="1229"/>
                </a:lnTo>
                <a:lnTo>
                  <a:pt x="0" y="615"/>
                </a:lnTo>
                <a:lnTo>
                  <a:pt x="61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 rot="18888078">
            <a:off x="11228705" y="3041650"/>
            <a:ext cx="884555" cy="774700"/>
            <a:chOff x="10943085" y="5715210"/>
            <a:chExt cx="1447832" cy="1267411"/>
          </a:xfrm>
        </p:grpSpPr>
        <p:sp>
          <p:nvSpPr>
            <p:cNvPr id="9" name="Freeform 7"/>
            <p:cNvSpPr/>
            <p:nvPr>
              <p:custDataLst>
                <p:tags r:id="rId13"/>
              </p:custDataLst>
            </p:nvPr>
          </p:nvSpPr>
          <p:spPr bwMode="auto">
            <a:xfrm rot="18907790">
              <a:off x="11467248" y="6134747"/>
              <a:ext cx="847874" cy="847874"/>
            </a:xfrm>
            <a:custGeom>
              <a:avLst/>
              <a:gdLst>
                <a:gd name="T0" fmla="*/ 1052 w 2103"/>
                <a:gd name="T1" fmla="*/ 0 h 2103"/>
                <a:gd name="T2" fmla="*/ 2103 w 2103"/>
                <a:gd name="T3" fmla="*/ 1051 h 2103"/>
                <a:gd name="T4" fmla="*/ 1052 w 2103"/>
                <a:gd name="T5" fmla="*/ 2103 h 2103"/>
                <a:gd name="T6" fmla="*/ 0 w 2103"/>
                <a:gd name="T7" fmla="*/ 1051 h 2103"/>
                <a:gd name="T8" fmla="*/ 1052 w 2103"/>
                <a:gd name="T9" fmla="*/ 0 h 2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3" h="2103">
                  <a:moveTo>
                    <a:pt x="1052" y="0"/>
                  </a:moveTo>
                  <a:lnTo>
                    <a:pt x="2103" y="1051"/>
                  </a:lnTo>
                  <a:lnTo>
                    <a:pt x="1052" y="2103"/>
                  </a:lnTo>
                  <a:lnTo>
                    <a:pt x="0" y="1051"/>
                  </a:lnTo>
                  <a:lnTo>
                    <a:pt x="1052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>
              <p:custDataLst>
                <p:tags r:id="rId14"/>
              </p:custDataLst>
            </p:nvPr>
          </p:nvSpPr>
          <p:spPr bwMode="auto">
            <a:xfrm rot="18907790">
              <a:off x="10943085" y="6313497"/>
              <a:ext cx="847471" cy="638111"/>
            </a:xfrm>
            <a:custGeom>
              <a:avLst/>
              <a:gdLst>
                <a:gd name="connsiteX0" fmla="*/ 843305 w 3336925"/>
                <a:gd name="connsiteY0" fmla="*/ 0 h 2512570"/>
                <a:gd name="connsiteX1" fmla="*/ 2493621 w 3336925"/>
                <a:gd name="connsiteY1" fmla="*/ 0 h 2512570"/>
                <a:gd name="connsiteX2" fmla="*/ 3336925 w 3336925"/>
                <a:gd name="connsiteY2" fmla="*/ 844107 h 2512570"/>
                <a:gd name="connsiteX3" fmla="*/ 1668463 w 3336925"/>
                <a:gd name="connsiteY3" fmla="*/ 2512570 h 2512570"/>
                <a:gd name="connsiteX4" fmla="*/ 0 w 3336925"/>
                <a:gd name="connsiteY4" fmla="*/ 844107 h 2512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6925" h="2512570">
                  <a:moveTo>
                    <a:pt x="843305" y="0"/>
                  </a:moveTo>
                  <a:lnTo>
                    <a:pt x="2493621" y="0"/>
                  </a:lnTo>
                  <a:lnTo>
                    <a:pt x="3336925" y="844107"/>
                  </a:lnTo>
                  <a:lnTo>
                    <a:pt x="1668463" y="2512570"/>
                  </a:lnTo>
                  <a:lnTo>
                    <a:pt x="0" y="8441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2" name="任意多边形: 形状 11"/>
            <p:cNvSpPr/>
            <p:nvPr>
              <p:custDataLst>
                <p:tags r:id="rId15"/>
              </p:custDataLst>
            </p:nvPr>
          </p:nvSpPr>
          <p:spPr bwMode="auto">
            <a:xfrm rot="18907790">
              <a:off x="11543043" y="5715210"/>
              <a:ext cx="847874" cy="636856"/>
            </a:xfrm>
            <a:custGeom>
              <a:avLst/>
              <a:gdLst>
                <a:gd name="connsiteX0" fmla="*/ 838369 w 3338513"/>
                <a:gd name="connsiteY0" fmla="*/ 0 h 2507629"/>
                <a:gd name="connsiteX1" fmla="*/ 2499347 w 3338513"/>
                <a:gd name="connsiteY1" fmla="*/ 0 h 2507629"/>
                <a:gd name="connsiteX2" fmla="*/ 3338513 w 3338513"/>
                <a:gd name="connsiteY2" fmla="*/ 839166 h 2507629"/>
                <a:gd name="connsiteX3" fmla="*/ 1668463 w 3338513"/>
                <a:gd name="connsiteY3" fmla="*/ 2507629 h 2507629"/>
                <a:gd name="connsiteX4" fmla="*/ 0 w 3338513"/>
                <a:gd name="connsiteY4" fmla="*/ 839166 h 250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8513" h="2507629">
                  <a:moveTo>
                    <a:pt x="838369" y="0"/>
                  </a:moveTo>
                  <a:lnTo>
                    <a:pt x="2499347" y="0"/>
                  </a:lnTo>
                  <a:lnTo>
                    <a:pt x="3338513" y="839166"/>
                  </a:lnTo>
                  <a:lnTo>
                    <a:pt x="1668463" y="2507629"/>
                  </a:lnTo>
                  <a:lnTo>
                    <a:pt x="0" y="8391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 rot="2711922" flipH="1">
            <a:off x="144145" y="3041650"/>
            <a:ext cx="884555" cy="774700"/>
            <a:chOff x="10943085" y="5715210"/>
            <a:chExt cx="1447832" cy="1267411"/>
          </a:xfrm>
        </p:grpSpPr>
        <p:sp>
          <p:nvSpPr>
            <p:cNvPr id="14" name="Freeform 7"/>
            <p:cNvSpPr/>
            <p:nvPr>
              <p:custDataLst>
                <p:tags r:id="rId10"/>
              </p:custDataLst>
            </p:nvPr>
          </p:nvSpPr>
          <p:spPr bwMode="auto">
            <a:xfrm rot="18907790">
              <a:off x="11467248" y="6134747"/>
              <a:ext cx="847874" cy="847874"/>
            </a:xfrm>
            <a:custGeom>
              <a:avLst/>
              <a:gdLst>
                <a:gd name="T0" fmla="*/ 1052 w 2103"/>
                <a:gd name="T1" fmla="*/ 0 h 2103"/>
                <a:gd name="T2" fmla="*/ 2103 w 2103"/>
                <a:gd name="T3" fmla="*/ 1051 h 2103"/>
                <a:gd name="T4" fmla="*/ 1052 w 2103"/>
                <a:gd name="T5" fmla="*/ 2103 h 2103"/>
                <a:gd name="T6" fmla="*/ 0 w 2103"/>
                <a:gd name="T7" fmla="*/ 1051 h 2103"/>
                <a:gd name="T8" fmla="*/ 1052 w 2103"/>
                <a:gd name="T9" fmla="*/ 0 h 2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3" h="2103">
                  <a:moveTo>
                    <a:pt x="1052" y="0"/>
                  </a:moveTo>
                  <a:lnTo>
                    <a:pt x="2103" y="1051"/>
                  </a:lnTo>
                  <a:lnTo>
                    <a:pt x="1052" y="2103"/>
                  </a:lnTo>
                  <a:lnTo>
                    <a:pt x="0" y="1051"/>
                  </a:lnTo>
                  <a:lnTo>
                    <a:pt x="1052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>
              <p:custDataLst>
                <p:tags r:id="rId11"/>
              </p:custDataLst>
            </p:nvPr>
          </p:nvSpPr>
          <p:spPr bwMode="auto">
            <a:xfrm rot="18907790">
              <a:off x="10943085" y="6313497"/>
              <a:ext cx="847471" cy="638111"/>
            </a:xfrm>
            <a:custGeom>
              <a:avLst/>
              <a:gdLst>
                <a:gd name="connsiteX0" fmla="*/ 843305 w 3336925"/>
                <a:gd name="connsiteY0" fmla="*/ 0 h 2512570"/>
                <a:gd name="connsiteX1" fmla="*/ 2493621 w 3336925"/>
                <a:gd name="connsiteY1" fmla="*/ 0 h 2512570"/>
                <a:gd name="connsiteX2" fmla="*/ 3336925 w 3336925"/>
                <a:gd name="connsiteY2" fmla="*/ 844107 h 2512570"/>
                <a:gd name="connsiteX3" fmla="*/ 1668463 w 3336925"/>
                <a:gd name="connsiteY3" fmla="*/ 2512570 h 2512570"/>
                <a:gd name="connsiteX4" fmla="*/ 0 w 3336925"/>
                <a:gd name="connsiteY4" fmla="*/ 844107 h 2512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6925" h="2512570">
                  <a:moveTo>
                    <a:pt x="843305" y="0"/>
                  </a:moveTo>
                  <a:lnTo>
                    <a:pt x="2493621" y="0"/>
                  </a:lnTo>
                  <a:lnTo>
                    <a:pt x="3336925" y="844107"/>
                  </a:lnTo>
                  <a:lnTo>
                    <a:pt x="1668463" y="2512570"/>
                  </a:lnTo>
                  <a:lnTo>
                    <a:pt x="0" y="8441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  <p:sp>
          <p:nvSpPr>
            <p:cNvPr id="16" name="任意多边形: 形状 15"/>
            <p:cNvSpPr/>
            <p:nvPr>
              <p:custDataLst>
                <p:tags r:id="rId12"/>
              </p:custDataLst>
            </p:nvPr>
          </p:nvSpPr>
          <p:spPr bwMode="auto">
            <a:xfrm rot="18907790">
              <a:off x="11543043" y="5715210"/>
              <a:ext cx="847874" cy="636856"/>
            </a:xfrm>
            <a:custGeom>
              <a:avLst/>
              <a:gdLst>
                <a:gd name="connsiteX0" fmla="*/ 838369 w 3338513"/>
                <a:gd name="connsiteY0" fmla="*/ 0 h 2507629"/>
                <a:gd name="connsiteX1" fmla="*/ 2499347 w 3338513"/>
                <a:gd name="connsiteY1" fmla="*/ 0 h 2507629"/>
                <a:gd name="connsiteX2" fmla="*/ 3338513 w 3338513"/>
                <a:gd name="connsiteY2" fmla="*/ 839166 h 2507629"/>
                <a:gd name="connsiteX3" fmla="*/ 1668463 w 3338513"/>
                <a:gd name="connsiteY3" fmla="*/ 2507629 h 2507629"/>
                <a:gd name="connsiteX4" fmla="*/ 0 w 3338513"/>
                <a:gd name="connsiteY4" fmla="*/ 839166 h 25076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38513" h="2507629">
                  <a:moveTo>
                    <a:pt x="838369" y="0"/>
                  </a:moveTo>
                  <a:lnTo>
                    <a:pt x="2499347" y="0"/>
                  </a:lnTo>
                  <a:lnTo>
                    <a:pt x="3338513" y="839166"/>
                  </a:lnTo>
                  <a:lnTo>
                    <a:pt x="1668463" y="2507629"/>
                  </a:lnTo>
                  <a:lnTo>
                    <a:pt x="0" y="83916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tags" Target="../tags/tag10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tags" Target="../tags/tag10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ags" Target="../tags/tag10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ags" Target="../tags/tag107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tags" Target="../tags/tag10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ags" Target="../tags/tag10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32.xml"/><Relationship Id="rId21" Type="http://schemas.openxmlformats.org/officeDocument/2006/relationships/tags" Target="../tags/tag295.xml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5" Type="http://schemas.openxmlformats.org/officeDocument/2006/relationships/tags" Target="../tags/tag299.xml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tags" Target="../tags/tag294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24" Type="http://schemas.openxmlformats.org/officeDocument/2006/relationships/tags" Target="../tags/tag298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23" Type="http://schemas.openxmlformats.org/officeDocument/2006/relationships/tags" Target="../tags/tag297.xml"/><Relationship Id="rId10" Type="http://schemas.openxmlformats.org/officeDocument/2006/relationships/slideLayout" Target="../slideLayouts/slideLayout39.xml"/><Relationship Id="rId19" Type="http://schemas.openxmlformats.org/officeDocument/2006/relationships/theme" Target="../theme/theme3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tags" Target="../tags/tag29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l">
              <a:lnSpc>
                <a:spcPct val="120000"/>
              </a:lnSpc>
              <a:defRPr sz="1200">
                <a:solidFill>
                  <a:schemeClr val="tx1">
                    <a:tint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760FBDFE-C587-4B4C-A407-44438C67B59E}" type="datetimeFigureOut">
              <a:rPr lang="zh-CN" altLang="en-US" smtClean="0"/>
              <a:t>2024/3/1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>
              <a:lnSpc>
                <a:spcPct val="120000"/>
              </a:lnSpc>
              <a:defRPr sz="1200">
                <a:solidFill>
                  <a:schemeClr val="tx1">
                    <a:tint val="75000"/>
                  </a:schemeClr>
                </a:solidFill>
                <a:latin typeface="+mj-ea"/>
                <a:ea typeface="+mj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r">
              <a:lnSpc>
                <a:spcPct val="120000"/>
              </a:lnSpc>
              <a:defRPr sz="1200">
                <a:solidFill>
                  <a:schemeClr val="tx1">
                    <a:tint val="75000"/>
                  </a:schemeClr>
                </a:solidFill>
                <a:latin typeface="+mj-ea"/>
                <a:ea typeface="+mj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</p:sldLayoutIdLst>
  <p:txStyles>
    <p:titleStyle>
      <a:lvl1pPr algn="l" defTabSz="914400" rtl="0" eaLnBrk="1" fontAlgn="auto" latinLnBrk="0" hangingPunct="1">
        <a:lnSpc>
          <a:spcPct val="12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513.xml"/><Relationship Id="rId2" Type="http://schemas.openxmlformats.org/officeDocument/2006/relationships/tags" Target="../tags/tag512.xml"/><Relationship Id="rId1" Type="http://schemas.openxmlformats.org/officeDocument/2006/relationships/tags" Target="../tags/tag511.xml"/><Relationship Id="rId6" Type="http://schemas.openxmlformats.org/officeDocument/2006/relationships/image" Target="../media/image9.png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5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522.xml"/><Relationship Id="rId13" Type="http://schemas.openxmlformats.org/officeDocument/2006/relationships/tags" Target="../tags/tag527.xml"/><Relationship Id="rId18" Type="http://schemas.openxmlformats.org/officeDocument/2006/relationships/tags" Target="../tags/tag532.xml"/><Relationship Id="rId3" Type="http://schemas.openxmlformats.org/officeDocument/2006/relationships/tags" Target="../tags/tag517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521.xml"/><Relationship Id="rId12" Type="http://schemas.openxmlformats.org/officeDocument/2006/relationships/tags" Target="../tags/tag526.xml"/><Relationship Id="rId17" Type="http://schemas.openxmlformats.org/officeDocument/2006/relationships/tags" Target="../tags/tag531.xml"/><Relationship Id="rId2" Type="http://schemas.openxmlformats.org/officeDocument/2006/relationships/tags" Target="../tags/tag516.xml"/><Relationship Id="rId16" Type="http://schemas.openxmlformats.org/officeDocument/2006/relationships/tags" Target="../tags/tag530.xml"/><Relationship Id="rId20" Type="http://schemas.openxmlformats.org/officeDocument/2006/relationships/tags" Target="../tags/tag534.xml"/><Relationship Id="rId1" Type="http://schemas.openxmlformats.org/officeDocument/2006/relationships/tags" Target="../tags/tag515.xml"/><Relationship Id="rId6" Type="http://schemas.openxmlformats.org/officeDocument/2006/relationships/tags" Target="../tags/tag520.xml"/><Relationship Id="rId11" Type="http://schemas.openxmlformats.org/officeDocument/2006/relationships/tags" Target="../tags/tag525.xml"/><Relationship Id="rId5" Type="http://schemas.openxmlformats.org/officeDocument/2006/relationships/tags" Target="../tags/tag519.xml"/><Relationship Id="rId15" Type="http://schemas.openxmlformats.org/officeDocument/2006/relationships/tags" Target="../tags/tag529.xml"/><Relationship Id="rId23" Type="http://schemas.openxmlformats.org/officeDocument/2006/relationships/image" Target="../media/image9.png"/><Relationship Id="rId10" Type="http://schemas.openxmlformats.org/officeDocument/2006/relationships/tags" Target="../tags/tag524.xml"/><Relationship Id="rId19" Type="http://schemas.openxmlformats.org/officeDocument/2006/relationships/tags" Target="../tags/tag533.xml"/><Relationship Id="rId4" Type="http://schemas.openxmlformats.org/officeDocument/2006/relationships/tags" Target="../tags/tag518.xml"/><Relationship Id="rId9" Type="http://schemas.openxmlformats.org/officeDocument/2006/relationships/tags" Target="../tags/tag523.xml"/><Relationship Id="rId14" Type="http://schemas.openxmlformats.org/officeDocument/2006/relationships/tags" Target="../tags/tag528.xml"/><Relationship Id="rId2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537.xml"/><Relationship Id="rId2" Type="http://schemas.openxmlformats.org/officeDocument/2006/relationships/tags" Target="../tags/tag536.xml"/><Relationship Id="rId1" Type="http://schemas.openxmlformats.org/officeDocument/2006/relationships/tags" Target="../tags/tag535.xml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550.xml"/><Relationship Id="rId18" Type="http://schemas.openxmlformats.org/officeDocument/2006/relationships/tags" Target="../tags/tag555.xml"/><Relationship Id="rId26" Type="http://schemas.openxmlformats.org/officeDocument/2006/relationships/tags" Target="../tags/tag563.xml"/><Relationship Id="rId3" Type="http://schemas.openxmlformats.org/officeDocument/2006/relationships/tags" Target="../tags/tag540.xml"/><Relationship Id="rId21" Type="http://schemas.openxmlformats.org/officeDocument/2006/relationships/tags" Target="../tags/tag558.xml"/><Relationship Id="rId7" Type="http://schemas.openxmlformats.org/officeDocument/2006/relationships/tags" Target="../tags/tag544.xml"/><Relationship Id="rId12" Type="http://schemas.openxmlformats.org/officeDocument/2006/relationships/tags" Target="../tags/tag549.xml"/><Relationship Id="rId17" Type="http://schemas.openxmlformats.org/officeDocument/2006/relationships/tags" Target="../tags/tag554.xml"/><Relationship Id="rId25" Type="http://schemas.openxmlformats.org/officeDocument/2006/relationships/tags" Target="../tags/tag562.xml"/><Relationship Id="rId33" Type="http://schemas.openxmlformats.org/officeDocument/2006/relationships/image" Target="../media/image9.png"/><Relationship Id="rId2" Type="http://schemas.openxmlformats.org/officeDocument/2006/relationships/tags" Target="../tags/tag539.xml"/><Relationship Id="rId16" Type="http://schemas.openxmlformats.org/officeDocument/2006/relationships/tags" Target="../tags/tag553.xml"/><Relationship Id="rId20" Type="http://schemas.openxmlformats.org/officeDocument/2006/relationships/tags" Target="../tags/tag557.xml"/><Relationship Id="rId29" Type="http://schemas.openxmlformats.org/officeDocument/2006/relationships/tags" Target="../tags/tag566.xml"/><Relationship Id="rId1" Type="http://schemas.openxmlformats.org/officeDocument/2006/relationships/tags" Target="../tags/tag538.xml"/><Relationship Id="rId6" Type="http://schemas.openxmlformats.org/officeDocument/2006/relationships/tags" Target="../tags/tag543.xml"/><Relationship Id="rId11" Type="http://schemas.openxmlformats.org/officeDocument/2006/relationships/tags" Target="../tags/tag548.xml"/><Relationship Id="rId24" Type="http://schemas.openxmlformats.org/officeDocument/2006/relationships/tags" Target="../tags/tag561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542.xml"/><Relationship Id="rId15" Type="http://schemas.openxmlformats.org/officeDocument/2006/relationships/tags" Target="../tags/tag552.xml"/><Relationship Id="rId23" Type="http://schemas.openxmlformats.org/officeDocument/2006/relationships/tags" Target="../tags/tag560.xml"/><Relationship Id="rId28" Type="http://schemas.openxmlformats.org/officeDocument/2006/relationships/tags" Target="../tags/tag565.xml"/><Relationship Id="rId10" Type="http://schemas.openxmlformats.org/officeDocument/2006/relationships/tags" Target="../tags/tag547.xml"/><Relationship Id="rId19" Type="http://schemas.openxmlformats.org/officeDocument/2006/relationships/tags" Target="../tags/tag556.xml"/><Relationship Id="rId31" Type="http://schemas.openxmlformats.org/officeDocument/2006/relationships/tags" Target="../tags/tag568.xml"/><Relationship Id="rId4" Type="http://schemas.openxmlformats.org/officeDocument/2006/relationships/tags" Target="../tags/tag541.xml"/><Relationship Id="rId9" Type="http://schemas.openxmlformats.org/officeDocument/2006/relationships/tags" Target="../tags/tag546.xml"/><Relationship Id="rId14" Type="http://schemas.openxmlformats.org/officeDocument/2006/relationships/tags" Target="../tags/tag551.xml"/><Relationship Id="rId22" Type="http://schemas.openxmlformats.org/officeDocument/2006/relationships/tags" Target="../tags/tag559.xml"/><Relationship Id="rId27" Type="http://schemas.openxmlformats.org/officeDocument/2006/relationships/tags" Target="../tags/tag564.xml"/><Relationship Id="rId30" Type="http://schemas.openxmlformats.org/officeDocument/2006/relationships/tags" Target="../tags/tag567.xml"/><Relationship Id="rId8" Type="http://schemas.openxmlformats.org/officeDocument/2006/relationships/tags" Target="../tags/tag54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571.xml"/><Relationship Id="rId7" Type="http://schemas.openxmlformats.org/officeDocument/2006/relationships/image" Target="../media/image10.jpeg"/><Relationship Id="rId2" Type="http://schemas.openxmlformats.org/officeDocument/2006/relationships/tags" Target="../tags/tag570.xml"/><Relationship Id="rId1" Type="http://schemas.openxmlformats.org/officeDocument/2006/relationships/tags" Target="../tags/tag569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8.xml"/><Relationship Id="rId4" Type="http://schemas.openxmlformats.org/officeDocument/2006/relationships/tags" Target="../tags/tag57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580.xml"/><Relationship Id="rId3" Type="http://schemas.openxmlformats.org/officeDocument/2006/relationships/tags" Target="../tags/tag575.xml"/><Relationship Id="rId7" Type="http://schemas.openxmlformats.org/officeDocument/2006/relationships/tags" Target="../tags/tag579.xml"/><Relationship Id="rId2" Type="http://schemas.openxmlformats.org/officeDocument/2006/relationships/tags" Target="../tags/tag574.xml"/><Relationship Id="rId1" Type="http://schemas.openxmlformats.org/officeDocument/2006/relationships/tags" Target="../tags/tag573.xml"/><Relationship Id="rId6" Type="http://schemas.openxmlformats.org/officeDocument/2006/relationships/tags" Target="../tags/tag578.xml"/><Relationship Id="rId11" Type="http://schemas.openxmlformats.org/officeDocument/2006/relationships/image" Target="../media/image11.png"/><Relationship Id="rId5" Type="http://schemas.openxmlformats.org/officeDocument/2006/relationships/tags" Target="../tags/tag577.xml"/><Relationship Id="rId10" Type="http://schemas.openxmlformats.org/officeDocument/2006/relationships/slideLayout" Target="../slideLayouts/slideLayout18.xml"/><Relationship Id="rId4" Type="http://schemas.openxmlformats.org/officeDocument/2006/relationships/tags" Target="../tags/tag576.xml"/><Relationship Id="rId9" Type="http://schemas.openxmlformats.org/officeDocument/2006/relationships/tags" Target="../tags/tag58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584.xml"/><Relationship Id="rId2" Type="http://schemas.openxmlformats.org/officeDocument/2006/relationships/tags" Target="../tags/tag583.xml"/><Relationship Id="rId1" Type="http://schemas.openxmlformats.org/officeDocument/2006/relationships/tags" Target="../tags/tag58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87.xml"/><Relationship Id="rId7" Type="http://schemas.openxmlformats.org/officeDocument/2006/relationships/image" Target="../media/image9.png"/><Relationship Id="rId2" Type="http://schemas.openxmlformats.org/officeDocument/2006/relationships/tags" Target="../tags/tag586.xml"/><Relationship Id="rId1" Type="http://schemas.openxmlformats.org/officeDocument/2006/relationships/tags" Target="../tags/tag585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58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tags" Target="../tags/tag591.xml"/><Relationship Id="rId7" Type="http://schemas.openxmlformats.org/officeDocument/2006/relationships/notesSlide" Target="../notesSlides/notesSlide4.xml"/><Relationship Id="rId2" Type="http://schemas.openxmlformats.org/officeDocument/2006/relationships/tags" Target="../tags/tag590.xml"/><Relationship Id="rId1" Type="http://schemas.openxmlformats.org/officeDocument/2006/relationships/tags" Target="../tags/tag589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593.xml"/><Relationship Id="rId4" Type="http://schemas.openxmlformats.org/officeDocument/2006/relationships/tags" Target="../tags/tag59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596.xml"/><Relationship Id="rId7" Type="http://schemas.openxmlformats.org/officeDocument/2006/relationships/image" Target="../media/image16.png"/><Relationship Id="rId2" Type="http://schemas.openxmlformats.org/officeDocument/2006/relationships/tags" Target="../tags/tag595.xml"/><Relationship Id="rId1" Type="http://schemas.openxmlformats.org/officeDocument/2006/relationships/tags" Target="../tags/tag594.xml"/><Relationship Id="rId6" Type="http://schemas.openxmlformats.org/officeDocument/2006/relationships/image" Target="../media/image9.png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3" Type="http://schemas.openxmlformats.org/officeDocument/2006/relationships/tags" Target="../tags/tag599.xml"/><Relationship Id="rId7" Type="http://schemas.openxmlformats.org/officeDocument/2006/relationships/slideLayout" Target="../slideLayouts/slideLayout7.xml"/><Relationship Id="rId2" Type="http://schemas.openxmlformats.org/officeDocument/2006/relationships/tags" Target="../tags/tag598.xml"/><Relationship Id="rId1" Type="http://schemas.openxmlformats.org/officeDocument/2006/relationships/tags" Target="../tags/tag597.xml"/><Relationship Id="rId6" Type="http://schemas.openxmlformats.org/officeDocument/2006/relationships/tags" Target="../tags/tag602.xml"/><Relationship Id="rId5" Type="http://schemas.openxmlformats.org/officeDocument/2006/relationships/tags" Target="../tags/tag601.xml"/><Relationship Id="rId4" Type="http://schemas.openxmlformats.org/officeDocument/2006/relationships/tags" Target="../tags/tag600.xml"/><Relationship Id="rId9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605.xml"/><Relationship Id="rId2" Type="http://schemas.openxmlformats.org/officeDocument/2006/relationships/tags" Target="../tags/tag604.xml"/><Relationship Id="rId1" Type="http://schemas.openxmlformats.org/officeDocument/2006/relationships/tags" Target="../tags/tag603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607.xml"/><Relationship Id="rId4" Type="http://schemas.openxmlformats.org/officeDocument/2006/relationships/tags" Target="../tags/tag60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610.xml"/><Relationship Id="rId7" Type="http://schemas.openxmlformats.org/officeDocument/2006/relationships/image" Target="../media/image19.png"/><Relationship Id="rId2" Type="http://schemas.openxmlformats.org/officeDocument/2006/relationships/tags" Target="../tags/tag609.xml"/><Relationship Id="rId1" Type="http://schemas.openxmlformats.org/officeDocument/2006/relationships/tags" Target="../tags/tag608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612.xml"/><Relationship Id="rId4" Type="http://schemas.openxmlformats.org/officeDocument/2006/relationships/tags" Target="../tags/tag61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620.xml"/><Relationship Id="rId3" Type="http://schemas.openxmlformats.org/officeDocument/2006/relationships/tags" Target="../tags/tag615.xml"/><Relationship Id="rId7" Type="http://schemas.openxmlformats.org/officeDocument/2006/relationships/tags" Target="../tags/tag619.xml"/><Relationship Id="rId2" Type="http://schemas.openxmlformats.org/officeDocument/2006/relationships/tags" Target="../tags/tag614.xml"/><Relationship Id="rId1" Type="http://schemas.openxmlformats.org/officeDocument/2006/relationships/tags" Target="../tags/tag613.xml"/><Relationship Id="rId6" Type="http://schemas.openxmlformats.org/officeDocument/2006/relationships/tags" Target="../tags/tag618.xml"/><Relationship Id="rId11" Type="http://schemas.openxmlformats.org/officeDocument/2006/relationships/image" Target="../media/image21.jpeg"/><Relationship Id="rId5" Type="http://schemas.openxmlformats.org/officeDocument/2006/relationships/tags" Target="../tags/tag617.xml"/><Relationship Id="rId10" Type="http://schemas.openxmlformats.org/officeDocument/2006/relationships/notesSlide" Target="../notesSlides/notesSlide7.xml"/><Relationship Id="rId4" Type="http://schemas.openxmlformats.org/officeDocument/2006/relationships/tags" Target="../tags/tag616.xml"/><Relationship Id="rId9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623.xml"/><Relationship Id="rId2" Type="http://schemas.openxmlformats.org/officeDocument/2006/relationships/tags" Target="../tags/tag622.xml"/><Relationship Id="rId1" Type="http://schemas.openxmlformats.org/officeDocument/2006/relationships/tags" Target="../tags/tag62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625.xml"/><Relationship Id="rId4" Type="http://schemas.openxmlformats.org/officeDocument/2006/relationships/tags" Target="../tags/tag6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628.xml"/><Relationship Id="rId7" Type="http://schemas.openxmlformats.org/officeDocument/2006/relationships/image" Target="../media/image22.png"/><Relationship Id="rId2" Type="http://schemas.openxmlformats.org/officeDocument/2006/relationships/tags" Target="../tags/tag627.xml"/><Relationship Id="rId1" Type="http://schemas.openxmlformats.org/officeDocument/2006/relationships/tags" Target="../tags/tag626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630.xml"/><Relationship Id="rId4" Type="http://schemas.openxmlformats.org/officeDocument/2006/relationships/tags" Target="../tags/tag62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633.xml"/><Relationship Id="rId2" Type="http://schemas.openxmlformats.org/officeDocument/2006/relationships/tags" Target="../tags/tag632.xml"/><Relationship Id="rId1" Type="http://schemas.openxmlformats.org/officeDocument/2006/relationships/tags" Target="../tags/tag63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635.xml"/><Relationship Id="rId4" Type="http://schemas.openxmlformats.org/officeDocument/2006/relationships/tags" Target="../tags/tag63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638.xml"/><Relationship Id="rId7" Type="http://schemas.openxmlformats.org/officeDocument/2006/relationships/image" Target="../media/image23.png"/><Relationship Id="rId2" Type="http://schemas.openxmlformats.org/officeDocument/2006/relationships/tags" Target="../tags/tag637.xml"/><Relationship Id="rId1" Type="http://schemas.openxmlformats.org/officeDocument/2006/relationships/tags" Target="../tags/tag636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640.xml"/><Relationship Id="rId4" Type="http://schemas.openxmlformats.org/officeDocument/2006/relationships/tags" Target="../tags/tag63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tags" Target="../tags/tag643.xml"/><Relationship Id="rId2" Type="http://schemas.openxmlformats.org/officeDocument/2006/relationships/tags" Target="../tags/tag642.xml"/><Relationship Id="rId1" Type="http://schemas.openxmlformats.org/officeDocument/2006/relationships/tags" Target="../tags/tag64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645.xml"/><Relationship Id="rId4" Type="http://schemas.openxmlformats.org/officeDocument/2006/relationships/tags" Target="../tags/tag64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653.xml"/><Relationship Id="rId13" Type="http://schemas.openxmlformats.org/officeDocument/2006/relationships/tags" Target="../tags/tag658.xml"/><Relationship Id="rId3" Type="http://schemas.openxmlformats.org/officeDocument/2006/relationships/tags" Target="../tags/tag648.xml"/><Relationship Id="rId7" Type="http://schemas.openxmlformats.org/officeDocument/2006/relationships/tags" Target="../tags/tag652.xml"/><Relationship Id="rId12" Type="http://schemas.openxmlformats.org/officeDocument/2006/relationships/tags" Target="../tags/tag657.xml"/><Relationship Id="rId2" Type="http://schemas.openxmlformats.org/officeDocument/2006/relationships/tags" Target="../tags/tag647.xml"/><Relationship Id="rId16" Type="http://schemas.openxmlformats.org/officeDocument/2006/relationships/slideLayout" Target="../slideLayouts/slideLayout7.xml"/><Relationship Id="rId1" Type="http://schemas.openxmlformats.org/officeDocument/2006/relationships/tags" Target="../tags/tag646.xml"/><Relationship Id="rId6" Type="http://schemas.openxmlformats.org/officeDocument/2006/relationships/tags" Target="../tags/tag651.xml"/><Relationship Id="rId11" Type="http://schemas.openxmlformats.org/officeDocument/2006/relationships/tags" Target="../tags/tag656.xml"/><Relationship Id="rId5" Type="http://schemas.openxmlformats.org/officeDocument/2006/relationships/tags" Target="../tags/tag650.xml"/><Relationship Id="rId15" Type="http://schemas.openxmlformats.org/officeDocument/2006/relationships/tags" Target="../tags/tag660.xml"/><Relationship Id="rId10" Type="http://schemas.openxmlformats.org/officeDocument/2006/relationships/tags" Target="../tags/tag655.xml"/><Relationship Id="rId4" Type="http://schemas.openxmlformats.org/officeDocument/2006/relationships/tags" Target="../tags/tag649.xml"/><Relationship Id="rId9" Type="http://schemas.openxmlformats.org/officeDocument/2006/relationships/tags" Target="../tags/tag654.xml"/><Relationship Id="rId14" Type="http://schemas.openxmlformats.org/officeDocument/2006/relationships/tags" Target="../tags/tag65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663.xml"/><Relationship Id="rId2" Type="http://schemas.openxmlformats.org/officeDocument/2006/relationships/tags" Target="../tags/tag662.xml"/><Relationship Id="rId1" Type="http://schemas.openxmlformats.org/officeDocument/2006/relationships/tags" Target="../tags/tag661.xml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36.xml"/><Relationship Id="rId1" Type="http://schemas.openxmlformats.org/officeDocument/2006/relationships/tags" Target="../tags/tag66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668.xml"/><Relationship Id="rId2" Type="http://schemas.openxmlformats.org/officeDocument/2006/relationships/tags" Target="../tags/tag667.xml"/><Relationship Id="rId1" Type="http://schemas.openxmlformats.org/officeDocument/2006/relationships/tags" Target="../tags/tag666.xml"/><Relationship Id="rId6" Type="http://schemas.openxmlformats.org/officeDocument/2006/relationships/slideLayout" Target="../slideLayouts/slideLayout36.xml"/><Relationship Id="rId5" Type="http://schemas.openxmlformats.org/officeDocument/2006/relationships/tags" Target="../tags/tag670.xml"/><Relationship Id="rId4" Type="http://schemas.openxmlformats.org/officeDocument/2006/relationships/tags" Target="../tags/tag66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tags" Target="../tags/tag673.xml"/><Relationship Id="rId2" Type="http://schemas.openxmlformats.org/officeDocument/2006/relationships/tags" Target="../tags/tag672.xml"/><Relationship Id="rId1" Type="http://schemas.openxmlformats.org/officeDocument/2006/relationships/tags" Target="../tags/tag671.xml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5.xml"/><Relationship Id="rId4" Type="http://schemas.openxmlformats.org/officeDocument/2006/relationships/image" Target="../media/image2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6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7.xml"/><Relationship Id="rId4" Type="http://schemas.openxmlformats.org/officeDocument/2006/relationships/image" Target="../media/image2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8.xml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tags" Target="../tags/tag681.xml"/><Relationship Id="rId2" Type="http://schemas.openxmlformats.org/officeDocument/2006/relationships/tags" Target="../tags/tag680.xml"/><Relationship Id="rId1" Type="http://schemas.openxmlformats.org/officeDocument/2006/relationships/tags" Target="../tags/tag679.xml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tags" Target="../tags/tag684.xml"/><Relationship Id="rId2" Type="http://schemas.openxmlformats.org/officeDocument/2006/relationships/tags" Target="../tags/tag683.xml"/><Relationship Id="rId1" Type="http://schemas.openxmlformats.org/officeDocument/2006/relationships/tags" Target="../tags/tag682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686.xml"/><Relationship Id="rId4" Type="http://schemas.openxmlformats.org/officeDocument/2006/relationships/tags" Target="../tags/tag68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tags" Target="../tags/tag689.xml"/><Relationship Id="rId2" Type="http://schemas.openxmlformats.org/officeDocument/2006/relationships/tags" Target="../tags/tag688.xml"/><Relationship Id="rId1" Type="http://schemas.openxmlformats.org/officeDocument/2006/relationships/tags" Target="../tags/tag687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691.xml"/><Relationship Id="rId4" Type="http://schemas.openxmlformats.org/officeDocument/2006/relationships/tags" Target="../tags/tag69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tags" Target="../tags/tag693.xml"/><Relationship Id="rId1" Type="http://schemas.openxmlformats.org/officeDocument/2006/relationships/tags" Target="../tags/tag69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CN" altLang="en-US"/>
              <a:t>发品及主动获客</a:t>
            </a:r>
          </a:p>
        </p:txBody>
      </p:sp>
      <p:sp>
        <p:nvSpPr>
          <p:cNvPr id="4" name="标题 3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3395345" y="1644015"/>
            <a:ext cx="6053455" cy="1270635"/>
          </a:xfrm>
        </p:spPr>
        <p:txBody>
          <a:bodyPr>
            <a:normAutofit fontScale="90000"/>
          </a:bodyPr>
          <a:lstStyle/>
          <a:p>
            <a:r>
              <a:rPr lang="zh-CN" altLang="en-US"/>
              <a:t>业务阿里平台讲解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/>
            <p:custDataLst>
              <p:tags r:id="rId4"/>
            </p:custDataLst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altLang="zh-CN" dirty="0"/>
              <a:t>2023.11.2</a:t>
            </a:r>
          </a:p>
          <a:p>
            <a:endParaRPr lang="en-US" altLang="zh-CN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5BE1C2-6E8D-83A5-798B-AFE3B6CB94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dirty="0" err="1"/>
              <a:t>lois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>
            <p:custDataLst>
              <p:tags r:id="rId2"/>
            </p:custDataLst>
          </p:nvPr>
        </p:nvSpPr>
        <p:spPr>
          <a:xfrm>
            <a:off x="4318000" y="1761748"/>
            <a:ext cx="3556000" cy="10096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6" name="文本框 25"/>
          <p:cNvSpPr txBox="1"/>
          <p:nvPr>
            <p:custDataLst>
              <p:tags r:id="rId3"/>
            </p:custDataLst>
          </p:nvPr>
        </p:nvSpPr>
        <p:spPr>
          <a:xfrm>
            <a:off x="6220143" y="1251208"/>
            <a:ext cx="1366520" cy="400050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sz="20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/ Contents</a:t>
            </a:r>
          </a:p>
        </p:txBody>
      </p:sp>
      <p:sp>
        <p:nvSpPr>
          <p:cNvPr id="27" name="矩形 26"/>
          <p:cNvSpPr/>
          <p:nvPr>
            <p:custDataLst>
              <p:tags r:id="rId4"/>
            </p:custDataLst>
          </p:nvPr>
        </p:nvSpPr>
        <p:spPr>
          <a:xfrm>
            <a:off x="4605338" y="863858"/>
            <a:ext cx="1604010" cy="831215"/>
          </a:xfrm>
          <a:prstGeom prst="rect">
            <a:avLst/>
          </a:prstGeom>
        </p:spPr>
        <p:txBody>
          <a:bodyPr wrap="square" anchor="b" anchorCtr="0">
            <a:normAutofit fontScale="92500"/>
          </a:bodyPr>
          <a:lstStyle/>
          <a:p>
            <a:pPr algn="r" fontAlgn="auto">
              <a:lnSpc>
                <a:spcPct val="120000"/>
              </a:lnSpc>
            </a:pPr>
            <a:r>
              <a:rPr lang="zh-CN" altLang="en-US" sz="480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汉仪旗黑-85S" panose="00020600040101010101" pitchFamily="18" charset="-122"/>
                <a:sym typeface="Arial" panose="020B0604020202020204" pitchFamily="34" charset="0"/>
              </a:rPr>
              <a:t>目 录</a:t>
            </a:r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1943100" y="4623435"/>
            <a:ext cx="793115" cy="79311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2930525" y="4606290"/>
            <a:ext cx="2870200" cy="41783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0" numCol="1" spcCol="0" rtlCol="0" fromWordArt="0" anchor="ctr" anchorCtr="0" forceAA="0" compatLnSpc="1">
            <a:norm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en-US" altLang="zh-CN" sz="2000" b="1" spc="3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RFQ</a:t>
            </a: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2930525" y="5067935"/>
            <a:ext cx="2870200" cy="926465"/>
          </a:xfrm>
          <a:prstGeom prst="rect">
            <a:avLst/>
          </a:prstGeom>
          <a:noFill/>
        </p:spPr>
        <p:txBody>
          <a:bodyPr wrap="square" lIns="91440" tIns="0" rIns="91440" bIns="45720">
            <a:norm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16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直击卖家，精准，服务星等级。</a:t>
            </a:r>
          </a:p>
        </p:txBody>
      </p:sp>
      <p:sp>
        <p:nvSpPr>
          <p:cNvPr id="11" name="矩形 10"/>
          <p:cNvSpPr/>
          <p:nvPr>
            <p:custDataLst>
              <p:tags r:id="rId8"/>
            </p:custDataLst>
          </p:nvPr>
        </p:nvSpPr>
        <p:spPr>
          <a:xfrm>
            <a:off x="2019935" y="4739005"/>
            <a:ext cx="640080" cy="584835"/>
          </a:xfrm>
          <a:prstGeom prst="rect">
            <a:avLst/>
          </a:prstGeom>
        </p:spPr>
        <p:txBody>
          <a:bodyPr wrap="square" anchor="ctr" anchorCtr="0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32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03</a:t>
            </a:r>
          </a:p>
        </p:txBody>
      </p:sp>
      <p:sp>
        <p:nvSpPr>
          <p:cNvPr id="7" name="矩形 6"/>
          <p:cNvSpPr/>
          <p:nvPr>
            <p:custDataLst>
              <p:tags r:id="rId9"/>
            </p:custDataLst>
          </p:nvPr>
        </p:nvSpPr>
        <p:spPr>
          <a:xfrm>
            <a:off x="6391275" y="4623435"/>
            <a:ext cx="793115" cy="79311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>
            <p:custDataLst>
              <p:tags r:id="rId10"/>
            </p:custDataLst>
          </p:nvPr>
        </p:nvSpPr>
        <p:spPr>
          <a:xfrm>
            <a:off x="7378700" y="4606290"/>
            <a:ext cx="2870200" cy="41783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0" numCol="1" spcCol="0" rtlCol="0" fromWordArt="0" anchor="ctr" anchorCtr="0" forceAA="0" compatLnSpc="1">
            <a:normAutofit fontScale="90000"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2000" b="1" spc="3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公海客户盘活与粉丝通</a:t>
            </a: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7378700" y="5067935"/>
            <a:ext cx="2870200" cy="926465"/>
          </a:xfrm>
          <a:prstGeom prst="rect">
            <a:avLst/>
          </a:prstGeom>
          <a:noFill/>
        </p:spPr>
        <p:txBody>
          <a:bodyPr wrap="square" lIns="91440" tIns="0" rIns="91440" bIns="45720">
            <a:norm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16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盘活老客户，增加成交机会。</a:t>
            </a:r>
          </a:p>
        </p:txBody>
      </p:sp>
      <p:sp>
        <p:nvSpPr>
          <p:cNvPr id="15" name="矩形 14"/>
          <p:cNvSpPr/>
          <p:nvPr>
            <p:custDataLst>
              <p:tags r:id="rId12"/>
            </p:custDataLst>
          </p:nvPr>
        </p:nvSpPr>
        <p:spPr>
          <a:xfrm>
            <a:off x="6468110" y="4739005"/>
            <a:ext cx="640080" cy="584835"/>
          </a:xfrm>
          <a:prstGeom prst="rect">
            <a:avLst/>
          </a:prstGeom>
        </p:spPr>
        <p:txBody>
          <a:bodyPr wrap="square" anchor="ctr" anchorCtr="0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32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04</a:t>
            </a:r>
          </a:p>
        </p:txBody>
      </p:sp>
      <p:sp>
        <p:nvSpPr>
          <p:cNvPr id="33" name="矩形 32"/>
          <p:cNvSpPr/>
          <p:nvPr>
            <p:custDataLst>
              <p:tags r:id="rId13"/>
            </p:custDataLst>
          </p:nvPr>
        </p:nvSpPr>
        <p:spPr>
          <a:xfrm>
            <a:off x="1943100" y="2561590"/>
            <a:ext cx="793115" cy="79311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4" name="矩形 33"/>
          <p:cNvSpPr/>
          <p:nvPr>
            <p:custDataLst>
              <p:tags r:id="rId14"/>
            </p:custDataLst>
          </p:nvPr>
        </p:nvSpPr>
        <p:spPr>
          <a:xfrm>
            <a:off x="2930525" y="2544445"/>
            <a:ext cx="2870200" cy="41783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0" numCol="1" spcCol="0" rtlCol="0" fromWordArt="0" anchor="ctr" anchorCtr="0" forceAA="0" compatLnSpc="1">
            <a:norm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2000" b="1" spc="3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发品与关键词挖掘</a:t>
            </a:r>
          </a:p>
        </p:txBody>
      </p:sp>
      <p:sp>
        <p:nvSpPr>
          <p:cNvPr id="35" name="文本框 34"/>
          <p:cNvSpPr txBox="1"/>
          <p:nvPr>
            <p:custDataLst>
              <p:tags r:id="rId15"/>
            </p:custDataLst>
          </p:nvPr>
        </p:nvSpPr>
        <p:spPr>
          <a:xfrm>
            <a:off x="2930525" y="3006090"/>
            <a:ext cx="2870200" cy="926465"/>
          </a:xfrm>
          <a:prstGeom prst="rect">
            <a:avLst/>
          </a:prstGeom>
          <a:noFill/>
        </p:spPr>
        <p:txBody>
          <a:bodyPr wrap="square" lIns="91440" tIns="0" rIns="91440" bIns="45720">
            <a:norm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16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发布产品和关键词收集，获取询盘，一切工作的基础</a:t>
            </a:r>
          </a:p>
        </p:txBody>
      </p:sp>
      <p:sp>
        <p:nvSpPr>
          <p:cNvPr id="36" name="矩形 35"/>
          <p:cNvSpPr/>
          <p:nvPr>
            <p:custDataLst>
              <p:tags r:id="rId16"/>
            </p:custDataLst>
          </p:nvPr>
        </p:nvSpPr>
        <p:spPr>
          <a:xfrm>
            <a:off x="2019935" y="2677160"/>
            <a:ext cx="640080" cy="584835"/>
          </a:xfrm>
          <a:prstGeom prst="rect">
            <a:avLst/>
          </a:prstGeom>
        </p:spPr>
        <p:txBody>
          <a:bodyPr wrap="square" anchor="ctr" anchorCtr="0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32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01</a:t>
            </a:r>
          </a:p>
        </p:txBody>
      </p:sp>
      <p:sp>
        <p:nvSpPr>
          <p:cNvPr id="37" name="矩形 36"/>
          <p:cNvSpPr/>
          <p:nvPr>
            <p:custDataLst>
              <p:tags r:id="rId17"/>
            </p:custDataLst>
          </p:nvPr>
        </p:nvSpPr>
        <p:spPr>
          <a:xfrm>
            <a:off x="6391275" y="2561590"/>
            <a:ext cx="793115" cy="793115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>
              <a:lnSpc>
                <a:spcPct val="120000"/>
              </a:lnSpc>
            </a:pPr>
            <a:endParaRPr lang="zh-CN" altLang="en-US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8" name="矩形 37"/>
          <p:cNvSpPr/>
          <p:nvPr>
            <p:custDataLst>
              <p:tags r:id="rId18"/>
            </p:custDataLst>
          </p:nvPr>
        </p:nvSpPr>
        <p:spPr>
          <a:xfrm>
            <a:off x="7378700" y="2544445"/>
            <a:ext cx="2870200" cy="417830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0" numCol="1" spcCol="0" rtlCol="0" fromWordArt="0" anchor="ctr" anchorCtr="0" forceAA="0" compatLnSpc="1">
            <a:norm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2000" b="1" spc="30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访客营销</a:t>
            </a:r>
          </a:p>
        </p:txBody>
      </p:sp>
      <p:sp>
        <p:nvSpPr>
          <p:cNvPr id="39" name="文本框 38"/>
          <p:cNvSpPr txBox="1"/>
          <p:nvPr>
            <p:custDataLst>
              <p:tags r:id="rId19"/>
            </p:custDataLst>
          </p:nvPr>
        </p:nvSpPr>
        <p:spPr>
          <a:xfrm>
            <a:off x="7378700" y="3005455"/>
            <a:ext cx="2870200" cy="926465"/>
          </a:xfrm>
          <a:prstGeom prst="rect">
            <a:avLst/>
          </a:prstGeom>
          <a:noFill/>
        </p:spPr>
        <p:txBody>
          <a:bodyPr wrap="square" lIns="91440" tIns="0" rIns="91440" bIns="45720">
            <a:normAutofit/>
          </a:bodyPr>
          <a:lstStyle/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sz="1600" spc="15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运营带来的不仅仅只有询盘，还有众多的访客。</a:t>
            </a:r>
          </a:p>
        </p:txBody>
      </p:sp>
      <p:sp>
        <p:nvSpPr>
          <p:cNvPr id="40" name="矩形 39"/>
          <p:cNvSpPr/>
          <p:nvPr>
            <p:custDataLst>
              <p:tags r:id="rId20"/>
            </p:custDataLst>
          </p:nvPr>
        </p:nvSpPr>
        <p:spPr>
          <a:xfrm>
            <a:off x="6468110" y="2677160"/>
            <a:ext cx="640080" cy="584835"/>
          </a:xfrm>
          <a:prstGeom prst="rect">
            <a:avLst/>
          </a:prstGeom>
        </p:spPr>
        <p:txBody>
          <a:bodyPr wrap="square" anchor="ctr" anchorCtr="0">
            <a:norm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32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发品与关键词挖掘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5446259" y="1959431"/>
            <a:ext cx="1273859" cy="1138615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/01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>
            <p:custDataLst>
              <p:tags r:id="rId2"/>
            </p:custDataLst>
          </p:nvPr>
        </p:nvSpPr>
        <p:spPr>
          <a:xfrm>
            <a:off x="736025" y="676594"/>
            <a:ext cx="9916688" cy="646331"/>
          </a:xfrm>
          <a:prstGeom prst="rect">
            <a:avLst/>
          </a:prstGeom>
          <a:noFill/>
        </p:spPr>
        <p:txBody>
          <a:bodyPr wrap="square" rtlCol="0">
            <a:normAutofit fontScale="97500"/>
          </a:bodyPr>
          <a:lstStyle/>
          <a:p>
            <a:pPr algn="l"/>
            <a:r>
              <a:rPr lang="zh-CN" altLang="en-US" sz="3600" b="1" spc="15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发品流程图</a:t>
            </a:r>
          </a:p>
        </p:txBody>
      </p:sp>
      <p:sp>
        <p:nvSpPr>
          <p:cNvPr id="22" name="矩形 21"/>
          <p:cNvSpPr/>
          <p:nvPr>
            <p:custDataLst>
              <p:tags r:id="rId3"/>
            </p:custDataLst>
          </p:nvPr>
        </p:nvSpPr>
        <p:spPr>
          <a:xfrm>
            <a:off x="1270" y="756738"/>
            <a:ext cx="78741" cy="514883"/>
          </a:xfrm>
          <a:prstGeom prst="rect">
            <a:avLst/>
          </a:prstGeom>
          <a:solidFill>
            <a:srgbClr val="000000">
              <a:lumMod val="50000"/>
              <a:lumOff val="50000"/>
            </a:srgb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23" name="组合 22"/>
          <p:cNvGrpSpPr/>
          <p:nvPr>
            <p:custDataLst>
              <p:tags r:id="rId4"/>
            </p:custDataLst>
          </p:nvPr>
        </p:nvGrpSpPr>
        <p:grpSpPr>
          <a:xfrm>
            <a:off x="10810193" y="885604"/>
            <a:ext cx="420495" cy="269282"/>
            <a:chOff x="11382102" y="604536"/>
            <a:chExt cx="420495" cy="269282"/>
          </a:xfrm>
        </p:grpSpPr>
        <p:sp>
          <p:nvSpPr>
            <p:cNvPr id="28" name="Line 16"/>
            <p:cNvSpPr>
              <a:spLocks noChangeShapeType="1"/>
            </p:cNvSpPr>
            <p:nvPr>
              <p:custDataLst>
                <p:tags r:id="rId29"/>
              </p:custDataLst>
            </p:nvPr>
          </p:nvSpPr>
          <p:spPr bwMode="auto">
            <a:xfrm flipH="1">
              <a:off x="11382102" y="604536"/>
              <a:ext cx="420495" cy="0"/>
            </a:xfrm>
            <a:prstGeom prst="line">
              <a:avLst/>
            </a:prstGeom>
            <a:noFill/>
            <a:ln w="38100" cap="flat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dirty="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2" name="Line 17"/>
            <p:cNvSpPr>
              <a:spLocks noChangeShapeType="1"/>
            </p:cNvSpPr>
            <p:nvPr>
              <p:custDataLst>
                <p:tags r:id="rId30"/>
              </p:custDataLst>
            </p:nvPr>
          </p:nvSpPr>
          <p:spPr bwMode="auto">
            <a:xfrm flipH="1">
              <a:off x="11608525" y="739177"/>
              <a:ext cx="194072" cy="0"/>
            </a:xfrm>
            <a:prstGeom prst="line">
              <a:avLst/>
            </a:prstGeom>
            <a:noFill/>
            <a:ln w="38100" cap="flat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dirty="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3" name="Line 18"/>
            <p:cNvSpPr>
              <a:spLocks noChangeShapeType="1"/>
            </p:cNvSpPr>
            <p:nvPr>
              <p:custDataLst>
                <p:tags r:id="rId31"/>
              </p:custDataLst>
            </p:nvPr>
          </p:nvSpPr>
          <p:spPr bwMode="auto">
            <a:xfrm flipH="1">
              <a:off x="11500972" y="873818"/>
              <a:ext cx="301625" cy="0"/>
            </a:xfrm>
            <a:prstGeom prst="line">
              <a:avLst/>
            </a:prstGeom>
            <a:noFill/>
            <a:ln w="38100" cap="flat">
              <a:solidFill>
                <a:sysClr val="window" lastClr="FFFFFF">
                  <a:lumMod val="85000"/>
                </a:sysClr>
              </a:solidFill>
              <a:prstDash val="solid"/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任意多边形: 形状 4"/>
          <p:cNvSpPr/>
          <p:nvPr>
            <p:custDataLst>
              <p:tags r:id="rId5"/>
            </p:custDataLst>
          </p:nvPr>
        </p:nvSpPr>
        <p:spPr>
          <a:xfrm>
            <a:off x="699135" y="2184400"/>
            <a:ext cx="1776095" cy="828040"/>
          </a:xfrm>
          <a:custGeom>
            <a:avLst/>
            <a:gdLst>
              <a:gd name="connsiteX0" fmla="*/ 0 w 3299658"/>
              <a:gd name="connsiteY0" fmla="*/ 269299 h 1077196"/>
              <a:gd name="connsiteX1" fmla="*/ 2761060 w 3299658"/>
              <a:gd name="connsiteY1" fmla="*/ 269299 h 1077196"/>
              <a:gd name="connsiteX2" fmla="*/ 2761060 w 3299658"/>
              <a:gd name="connsiteY2" fmla="*/ 0 h 1077196"/>
              <a:gd name="connsiteX3" fmla="*/ 3299658 w 3299658"/>
              <a:gd name="connsiteY3" fmla="*/ 538598 h 1077196"/>
              <a:gd name="connsiteX4" fmla="*/ 2761060 w 3299658"/>
              <a:gd name="connsiteY4" fmla="*/ 1077196 h 1077196"/>
              <a:gd name="connsiteX5" fmla="*/ 2761060 w 3299658"/>
              <a:gd name="connsiteY5" fmla="*/ 807897 h 1077196"/>
              <a:gd name="connsiteX6" fmla="*/ 0 w 3299658"/>
              <a:gd name="connsiteY6" fmla="*/ 807897 h 1077196"/>
              <a:gd name="connsiteX7" fmla="*/ 0 w 3299658"/>
              <a:gd name="connsiteY7" fmla="*/ 269299 h 1077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99658" h="1077196">
                <a:moveTo>
                  <a:pt x="0" y="269299"/>
                </a:moveTo>
                <a:lnTo>
                  <a:pt x="2761060" y="269299"/>
                </a:lnTo>
                <a:lnTo>
                  <a:pt x="2761060" y="0"/>
                </a:lnTo>
                <a:lnTo>
                  <a:pt x="3299658" y="538598"/>
                </a:lnTo>
                <a:lnTo>
                  <a:pt x="2761060" y="1077196"/>
                </a:lnTo>
                <a:lnTo>
                  <a:pt x="2761060" y="807897"/>
                </a:lnTo>
                <a:lnTo>
                  <a:pt x="0" y="807897"/>
                </a:lnTo>
                <a:lnTo>
                  <a:pt x="0" y="269299"/>
                </a:lnTo>
                <a:close/>
              </a:path>
            </a:pathLst>
          </a:custGeom>
          <a:solidFill>
            <a:schemeClr val="accent1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0010" tIns="349309" rIns="523299" bIns="440304" numCol="1" spcCol="1270" anchor="ctr" anchorCtr="0">
            <a:noAutofit/>
          </a:bodyPr>
          <a:lstStyle/>
          <a:p>
            <a:pPr marL="0" lvl="0" indent="0" algn="l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100" kern="120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705485" y="2413635"/>
            <a:ext cx="439420" cy="36957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01</a:t>
            </a:r>
            <a:endParaRPr lang="zh-CN" altLang="en-US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7"/>
            </p:custDataLst>
          </p:nvPr>
        </p:nvSpPr>
        <p:spPr>
          <a:xfrm>
            <a:off x="1112520" y="2380615"/>
            <a:ext cx="1276985" cy="43497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spc="3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确认类目</a:t>
            </a: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609600" y="3767455"/>
            <a:ext cx="1776095" cy="18497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pc="15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选择正确的产品类目，避免出现问题产品</a:t>
            </a:r>
          </a:p>
        </p:txBody>
      </p:sp>
      <p:sp>
        <p:nvSpPr>
          <p:cNvPr id="9" name="任意多边形: 形状 5"/>
          <p:cNvSpPr/>
          <p:nvPr>
            <p:custDataLst>
              <p:tags r:id="rId9"/>
            </p:custDataLst>
          </p:nvPr>
        </p:nvSpPr>
        <p:spPr>
          <a:xfrm>
            <a:off x="2997835" y="2184400"/>
            <a:ext cx="1775460" cy="828040"/>
          </a:xfrm>
          <a:custGeom>
            <a:avLst/>
            <a:gdLst>
              <a:gd name="connsiteX0" fmla="*/ 0 w 3299658"/>
              <a:gd name="connsiteY0" fmla="*/ 269299 h 1077196"/>
              <a:gd name="connsiteX1" fmla="*/ 2761060 w 3299658"/>
              <a:gd name="connsiteY1" fmla="*/ 269299 h 1077196"/>
              <a:gd name="connsiteX2" fmla="*/ 2761060 w 3299658"/>
              <a:gd name="connsiteY2" fmla="*/ 0 h 1077196"/>
              <a:gd name="connsiteX3" fmla="*/ 3299658 w 3299658"/>
              <a:gd name="connsiteY3" fmla="*/ 538598 h 1077196"/>
              <a:gd name="connsiteX4" fmla="*/ 2761060 w 3299658"/>
              <a:gd name="connsiteY4" fmla="*/ 1077196 h 1077196"/>
              <a:gd name="connsiteX5" fmla="*/ 2761060 w 3299658"/>
              <a:gd name="connsiteY5" fmla="*/ 807897 h 1077196"/>
              <a:gd name="connsiteX6" fmla="*/ 0 w 3299658"/>
              <a:gd name="connsiteY6" fmla="*/ 807897 h 1077196"/>
              <a:gd name="connsiteX7" fmla="*/ 0 w 3299658"/>
              <a:gd name="connsiteY7" fmla="*/ 269299 h 1077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99658" h="1077196">
                <a:moveTo>
                  <a:pt x="0" y="269299"/>
                </a:moveTo>
                <a:lnTo>
                  <a:pt x="2761060" y="269299"/>
                </a:lnTo>
                <a:lnTo>
                  <a:pt x="2761060" y="0"/>
                </a:lnTo>
                <a:lnTo>
                  <a:pt x="3299658" y="538598"/>
                </a:lnTo>
                <a:lnTo>
                  <a:pt x="2761060" y="1077196"/>
                </a:lnTo>
                <a:lnTo>
                  <a:pt x="2761060" y="807897"/>
                </a:lnTo>
                <a:lnTo>
                  <a:pt x="0" y="807897"/>
                </a:lnTo>
                <a:lnTo>
                  <a:pt x="0" y="269299"/>
                </a:lnTo>
                <a:close/>
              </a:path>
            </a:pathLst>
          </a:custGeom>
          <a:solidFill>
            <a:schemeClr val="accent2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0010" tIns="349309" rIns="523299" bIns="440304" numCol="1" spcCol="1270" anchor="ctr" anchorCtr="0">
            <a:noAutofit/>
          </a:bodyPr>
          <a:lstStyle/>
          <a:p>
            <a:pPr marL="0" lvl="0" indent="0" algn="l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100" kern="120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3002915" y="2413635"/>
            <a:ext cx="439420" cy="36957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zh-CN" altLang="en-US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>
            <p:custDataLst>
              <p:tags r:id="rId11"/>
            </p:custDataLst>
          </p:nvPr>
        </p:nvSpPr>
        <p:spPr>
          <a:xfrm>
            <a:off x="3435350" y="2380615"/>
            <a:ext cx="1276985" cy="43497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spc="3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组成标题</a:t>
            </a:r>
          </a:p>
        </p:txBody>
      </p:sp>
      <p:sp>
        <p:nvSpPr>
          <p:cNvPr id="18" name="文本框 17"/>
          <p:cNvSpPr txBox="1"/>
          <p:nvPr>
            <p:custDataLst>
              <p:tags r:id="rId12"/>
            </p:custDataLst>
          </p:nvPr>
        </p:nvSpPr>
        <p:spPr>
          <a:xfrm>
            <a:off x="2932430" y="3767455"/>
            <a:ext cx="1776095" cy="18497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pc="15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收集关键词，组成标题。</a:t>
            </a:r>
          </a:p>
        </p:txBody>
      </p:sp>
      <p:sp>
        <p:nvSpPr>
          <p:cNvPr id="19" name="任意多边形: 形状 6"/>
          <p:cNvSpPr/>
          <p:nvPr>
            <p:custDataLst>
              <p:tags r:id="rId13"/>
            </p:custDataLst>
          </p:nvPr>
        </p:nvSpPr>
        <p:spPr>
          <a:xfrm>
            <a:off x="5316855" y="2184400"/>
            <a:ext cx="1775460" cy="828040"/>
          </a:xfrm>
          <a:custGeom>
            <a:avLst/>
            <a:gdLst>
              <a:gd name="connsiteX0" fmla="*/ 0 w 3299658"/>
              <a:gd name="connsiteY0" fmla="*/ 269299 h 1077196"/>
              <a:gd name="connsiteX1" fmla="*/ 2761060 w 3299658"/>
              <a:gd name="connsiteY1" fmla="*/ 269299 h 1077196"/>
              <a:gd name="connsiteX2" fmla="*/ 2761060 w 3299658"/>
              <a:gd name="connsiteY2" fmla="*/ 0 h 1077196"/>
              <a:gd name="connsiteX3" fmla="*/ 3299658 w 3299658"/>
              <a:gd name="connsiteY3" fmla="*/ 538598 h 1077196"/>
              <a:gd name="connsiteX4" fmla="*/ 2761060 w 3299658"/>
              <a:gd name="connsiteY4" fmla="*/ 1077196 h 1077196"/>
              <a:gd name="connsiteX5" fmla="*/ 2761060 w 3299658"/>
              <a:gd name="connsiteY5" fmla="*/ 807897 h 1077196"/>
              <a:gd name="connsiteX6" fmla="*/ 0 w 3299658"/>
              <a:gd name="connsiteY6" fmla="*/ 807897 h 1077196"/>
              <a:gd name="connsiteX7" fmla="*/ 0 w 3299658"/>
              <a:gd name="connsiteY7" fmla="*/ 269299 h 1077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99658" h="1077196">
                <a:moveTo>
                  <a:pt x="0" y="269299"/>
                </a:moveTo>
                <a:lnTo>
                  <a:pt x="2761060" y="269299"/>
                </a:lnTo>
                <a:lnTo>
                  <a:pt x="2761060" y="0"/>
                </a:lnTo>
                <a:lnTo>
                  <a:pt x="3299658" y="538598"/>
                </a:lnTo>
                <a:lnTo>
                  <a:pt x="2761060" y="1077196"/>
                </a:lnTo>
                <a:lnTo>
                  <a:pt x="2761060" y="807897"/>
                </a:lnTo>
                <a:lnTo>
                  <a:pt x="0" y="807897"/>
                </a:lnTo>
                <a:lnTo>
                  <a:pt x="0" y="269299"/>
                </a:lnTo>
                <a:close/>
              </a:path>
            </a:pathLst>
          </a:custGeom>
          <a:solidFill>
            <a:schemeClr val="accent3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0010" tIns="349309" rIns="523299" bIns="440304" numCol="1" spcCol="1270" anchor="ctr" anchorCtr="0">
            <a:noAutofit/>
          </a:bodyPr>
          <a:lstStyle/>
          <a:p>
            <a:pPr marL="0" lvl="0" indent="0" algn="l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100" kern="120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0" name="文本框 19"/>
          <p:cNvSpPr txBox="1"/>
          <p:nvPr>
            <p:custDataLst>
              <p:tags r:id="rId14"/>
            </p:custDataLst>
          </p:nvPr>
        </p:nvSpPr>
        <p:spPr>
          <a:xfrm>
            <a:off x="5321935" y="2413635"/>
            <a:ext cx="439420" cy="36957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03</a:t>
            </a:r>
            <a:endParaRPr lang="zh-CN" altLang="en-US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>
            <p:custDataLst>
              <p:tags r:id="rId15"/>
            </p:custDataLst>
          </p:nvPr>
        </p:nvSpPr>
        <p:spPr>
          <a:xfrm>
            <a:off x="5732780" y="2380615"/>
            <a:ext cx="1276985" cy="43497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spc="3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填写参数</a:t>
            </a:r>
          </a:p>
        </p:txBody>
      </p:sp>
      <p:sp>
        <p:nvSpPr>
          <p:cNvPr id="31" name="文本框 30"/>
          <p:cNvSpPr txBox="1"/>
          <p:nvPr>
            <p:custDataLst>
              <p:tags r:id="rId16"/>
            </p:custDataLst>
          </p:nvPr>
        </p:nvSpPr>
        <p:spPr>
          <a:xfrm>
            <a:off x="5230495" y="3767455"/>
            <a:ext cx="1776095" cy="18497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pc="15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完善产品各种参数，方便客户查看</a:t>
            </a:r>
          </a:p>
        </p:txBody>
      </p:sp>
      <p:sp>
        <p:nvSpPr>
          <p:cNvPr id="34" name="任意多边形: 形状 7"/>
          <p:cNvSpPr/>
          <p:nvPr>
            <p:custDataLst>
              <p:tags r:id="rId17"/>
            </p:custDataLst>
          </p:nvPr>
        </p:nvSpPr>
        <p:spPr>
          <a:xfrm>
            <a:off x="7549515" y="2184400"/>
            <a:ext cx="1775460" cy="828040"/>
          </a:xfrm>
          <a:custGeom>
            <a:avLst/>
            <a:gdLst>
              <a:gd name="connsiteX0" fmla="*/ 0 w 3299658"/>
              <a:gd name="connsiteY0" fmla="*/ 269299 h 1077196"/>
              <a:gd name="connsiteX1" fmla="*/ 2761060 w 3299658"/>
              <a:gd name="connsiteY1" fmla="*/ 269299 h 1077196"/>
              <a:gd name="connsiteX2" fmla="*/ 2761060 w 3299658"/>
              <a:gd name="connsiteY2" fmla="*/ 0 h 1077196"/>
              <a:gd name="connsiteX3" fmla="*/ 3299658 w 3299658"/>
              <a:gd name="connsiteY3" fmla="*/ 538598 h 1077196"/>
              <a:gd name="connsiteX4" fmla="*/ 2761060 w 3299658"/>
              <a:gd name="connsiteY4" fmla="*/ 1077196 h 1077196"/>
              <a:gd name="connsiteX5" fmla="*/ 2761060 w 3299658"/>
              <a:gd name="connsiteY5" fmla="*/ 807897 h 1077196"/>
              <a:gd name="connsiteX6" fmla="*/ 0 w 3299658"/>
              <a:gd name="connsiteY6" fmla="*/ 807897 h 1077196"/>
              <a:gd name="connsiteX7" fmla="*/ 0 w 3299658"/>
              <a:gd name="connsiteY7" fmla="*/ 269299 h 1077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99658" h="1077196">
                <a:moveTo>
                  <a:pt x="0" y="269299"/>
                </a:moveTo>
                <a:lnTo>
                  <a:pt x="2761060" y="269299"/>
                </a:lnTo>
                <a:lnTo>
                  <a:pt x="2761060" y="0"/>
                </a:lnTo>
                <a:lnTo>
                  <a:pt x="3299658" y="538598"/>
                </a:lnTo>
                <a:lnTo>
                  <a:pt x="2761060" y="1077196"/>
                </a:lnTo>
                <a:lnTo>
                  <a:pt x="2761060" y="807897"/>
                </a:lnTo>
                <a:lnTo>
                  <a:pt x="0" y="807897"/>
                </a:lnTo>
                <a:lnTo>
                  <a:pt x="0" y="269299"/>
                </a:lnTo>
                <a:close/>
              </a:path>
            </a:pathLst>
          </a:custGeom>
          <a:solidFill>
            <a:schemeClr val="accent4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0010" tIns="349309" rIns="523299" bIns="440304" numCol="1" spcCol="1270" anchor="ctr" anchorCtr="0">
            <a:noAutofit/>
          </a:bodyPr>
          <a:lstStyle/>
          <a:p>
            <a:pPr marL="0" lvl="0" indent="0" algn="l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100" kern="120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5" name="文本框 34"/>
          <p:cNvSpPr txBox="1"/>
          <p:nvPr>
            <p:custDataLst>
              <p:tags r:id="rId18"/>
            </p:custDataLst>
          </p:nvPr>
        </p:nvSpPr>
        <p:spPr>
          <a:xfrm>
            <a:off x="7553960" y="2413635"/>
            <a:ext cx="439420" cy="36957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04</a:t>
            </a:r>
            <a:endParaRPr lang="zh-CN" altLang="en-US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6" name="文本框 35"/>
          <p:cNvSpPr txBox="1"/>
          <p:nvPr>
            <p:custDataLst>
              <p:tags r:id="rId19"/>
            </p:custDataLst>
          </p:nvPr>
        </p:nvSpPr>
        <p:spPr>
          <a:xfrm>
            <a:off x="7993380" y="2380615"/>
            <a:ext cx="1276985" cy="434975"/>
          </a:xfrm>
          <a:prstGeom prst="rect">
            <a:avLst/>
          </a:prstGeom>
          <a:noFill/>
        </p:spPr>
        <p:txBody>
          <a:bodyPr wrap="square" rtlCol="0">
            <a:normAutofit fontScale="60000" lnSpcReduction="20000"/>
          </a:bodyPr>
          <a:lstStyle/>
          <a:p>
            <a:pPr algn="ctr">
              <a:lnSpc>
                <a:spcPct val="120000"/>
              </a:lnSpc>
            </a:pPr>
            <a:r>
              <a:rPr lang="zh-CN" altLang="en-US" b="1" spc="3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主图与详情页</a:t>
            </a:r>
          </a:p>
        </p:txBody>
      </p:sp>
      <p:sp>
        <p:nvSpPr>
          <p:cNvPr id="37" name="文本框 36"/>
          <p:cNvSpPr txBox="1"/>
          <p:nvPr>
            <p:custDataLst>
              <p:tags r:id="rId20"/>
            </p:custDataLst>
          </p:nvPr>
        </p:nvSpPr>
        <p:spPr>
          <a:xfrm>
            <a:off x="7553960" y="3767455"/>
            <a:ext cx="1776095" cy="18497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pc="15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制作好详情页，提高转化率</a:t>
            </a:r>
          </a:p>
        </p:txBody>
      </p:sp>
      <p:cxnSp>
        <p:nvCxnSpPr>
          <p:cNvPr id="38" name="直接连接符 37"/>
          <p:cNvCxnSpPr/>
          <p:nvPr>
            <p:custDataLst>
              <p:tags r:id="rId21"/>
            </p:custDataLst>
          </p:nvPr>
        </p:nvCxnSpPr>
        <p:spPr>
          <a:xfrm>
            <a:off x="2703830" y="3465195"/>
            <a:ext cx="0" cy="2520315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>
            <p:custDataLst>
              <p:tags r:id="rId22"/>
            </p:custDataLst>
          </p:nvPr>
        </p:nvCxnSpPr>
        <p:spPr>
          <a:xfrm>
            <a:off x="5001895" y="3465195"/>
            <a:ext cx="0" cy="2520315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>
            <p:custDataLst>
              <p:tags r:id="rId23"/>
            </p:custDataLst>
          </p:nvPr>
        </p:nvCxnSpPr>
        <p:spPr>
          <a:xfrm>
            <a:off x="7320915" y="3465195"/>
            <a:ext cx="0" cy="2520315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任意多边形: 形状 38"/>
          <p:cNvSpPr/>
          <p:nvPr>
            <p:custDataLst>
              <p:tags r:id="rId24"/>
            </p:custDataLst>
          </p:nvPr>
        </p:nvSpPr>
        <p:spPr>
          <a:xfrm>
            <a:off x="9787255" y="2184400"/>
            <a:ext cx="1775460" cy="828040"/>
          </a:xfrm>
          <a:custGeom>
            <a:avLst/>
            <a:gdLst>
              <a:gd name="connsiteX0" fmla="*/ 0 w 3299658"/>
              <a:gd name="connsiteY0" fmla="*/ 269299 h 1077196"/>
              <a:gd name="connsiteX1" fmla="*/ 2761060 w 3299658"/>
              <a:gd name="connsiteY1" fmla="*/ 269299 h 1077196"/>
              <a:gd name="connsiteX2" fmla="*/ 2761060 w 3299658"/>
              <a:gd name="connsiteY2" fmla="*/ 0 h 1077196"/>
              <a:gd name="connsiteX3" fmla="*/ 3299658 w 3299658"/>
              <a:gd name="connsiteY3" fmla="*/ 538598 h 1077196"/>
              <a:gd name="connsiteX4" fmla="*/ 2761060 w 3299658"/>
              <a:gd name="connsiteY4" fmla="*/ 1077196 h 1077196"/>
              <a:gd name="connsiteX5" fmla="*/ 2761060 w 3299658"/>
              <a:gd name="connsiteY5" fmla="*/ 807897 h 1077196"/>
              <a:gd name="connsiteX6" fmla="*/ 0 w 3299658"/>
              <a:gd name="connsiteY6" fmla="*/ 807897 h 1077196"/>
              <a:gd name="connsiteX7" fmla="*/ 0 w 3299658"/>
              <a:gd name="connsiteY7" fmla="*/ 269299 h 1077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99658" h="1077196">
                <a:moveTo>
                  <a:pt x="0" y="269299"/>
                </a:moveTo>
                <a:lnTo>
                  <a:pt x="2761060" y="269299"/>
                </a:lnTo>
                <a:lnTo>
                  <a:pt x="2761060" y="0"/>
                </a:lnTo>
                <a:lnTo>
                  <a:pt x="3299658" y="538598"/>
                </a:lnTo>
                <a:lnTo>
                  <a:pt x="2761060" y="1077196"/>
                </a:lnTo>
                <a:lnTo>
                  <a:pt x="2761060" y="807897"/>
                </a:lnTo>
                <a:lnTo>
                  <a:pt x="0" y="807897"/>
                </a:lnTo>
                <a:lnTo>
                  <a:pt x="0" y="269299"/>
                </a:lnTo>
                <a:close/>
              </a:path>
            </a:pathLst>
          </a:custGeom>
          <a:solidFill>
            <a:schemeClr val="accent5"/>
          </a:solidFill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rgbClr r="0" g="0" b="0"/>
          </a:fillRef>
          <a:effectRef idx="2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0010" tIns="349309" rIns="523299" bIns="440304" numCol="1" spcCol="1270" anchor="ctr" anchorCtr="0">
            <a:noAutofit/>
          </a:bodyPr>
          <a:lstStyle/>
          <a:p>
            <a:pPr marL="0" lvl="0" indent="0" algn="l" defTabSz="9334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en-US" sz="2100" kern="120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2" name="文本框 41"/>
          <p:cNvSpPr txBox="1"/>
          <p:nvPr>
            <p:custDataLst>
              <p:tags r:id="rId25"/>
            </p:custDataLst>
          </p:nvPr>
        </p:nvSpPr>
        <p:spPr>
          <a:xfrm>
            <a:off x="9791700" y="2413635"/>
            <a:ext cx="439420" cy="36957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04</a:t>
            </a:r>
            <a:endParaRPr lang="zh-CN" altLang="en-US" b="1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43" name="文本框 42"/>
          <p:cNvSpPr txBox="1"/>
          <p:nvPr>
            <p:custDataLst>
              <p:tags r:id="rId26"/>
            </p:custDataLst>
          </p:nvPr>
        </p:nvSpPr>
        <p:spPr>
          <a:xfrm>
            <a:off x="10231120" y="2380615"/>
            <a:ext cx="1331595" cy="434975"/>
          </a:xfrm>
          <a:prstGeom prst="rect">
            <a:avLst/>
          </a:prstGeom>
          <a:noFill/>
        </p:spPr>
        <p:txBody>
          <a:bodyPr wrap="square" rtlCol="0">
            <a:normAutofit fontScale="60000" lnSpcReduction="20000"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 spc="3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完善其他信息</a:t>
            </a:r>
          </a:p>
        </p:txBody>
      </p:sp>
      <p:sp>
        <p:nvSpPr>
          <p:cNvPr id="44" name="文本框 43"/>
          <p:cNvSpPr txBox="1"/>
          <p:nvPr>
            <p:custDataLst>
              <p:tags r:id="rId27"/>
            </p:custDataLst>
          </p:nvPr>
        </p:nvSpPr>
        <p:spPr>
          <a:xfrm>
            <a:off x="9786620" y="3767455"/>
            <a:ext cx="1776095" cy="18497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spc="15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提升产品信息质量分，避免出现低分产品</a:t>
            </a:r>
          </a:p>
        </p:txBody>
      </p:sp>
      <p:cxnSp>
        <p:nvCxnSpPr>
          <p:cNvPr id="45" name="直接连接符 44"/>
          <p:cNvCxnSpPr/>
          <p:nvPr>
            <p:custDataLst>
              <p:tags r:id="rId28"/>
            </p:custDataLst>
          </p:nvPr>
        </p:nvCxnSpPr>
        <p:spPr>
          <a:xfrm>
            <a:off x="9558020" y="3465195"/>
            <a:ext cx="0" cy="2520315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7"/>
          <a:srcRect b="-36"/>
          <a:stretch>
            <a:fillRect/>
          </a:stretch>
        </p:blipFill>
        <p:spPr>
          <a:xfrm>
            <a:off x="5197476" y="512762"/>
            <a:ext cx="6119812" cy="583247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470868" y="512545"/>
            <a:ext cx="3834145" cy="79845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2400" b="1"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一 确认类目</a:t>
            </a:r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900129" y="1699578"/>
            <a:ext cx="3834144" cy="4645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>
              <a:lnSpc>
                <a:spcPct val="180000"/>
              </a:lnSpc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6858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400050" lvl="0" indent="-4000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ea"/>
              <a:buAutoNum type="ea1JpnChsDbPeriod"/>
            </a:pPr>
            <a:r>
              <a:rPr lang="zh-CN" altLang="en-US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类目选择是第一步，避免类目错放导致没有排名</a:t>
            </a:r>
          </a:p>
          <a:p>
            <a:pPr marL="400050" lvl="0" indent="-4000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ea"/>
              <a:buAutoNum type="ea1JpnChsDbPeriod"/>
            </a:pPr>
            <a:r>
              <a:rPr lang="zh-CN" altLang="en-US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类目选择错误会容易导致后期P4P和顶级展位出现板绑定不上</a:t>
            </a:r>
          </a:p>
          <a:p>
            <a:pPr marL="400050" lvl="0" indent="-4000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ea"/>
              <a:buAutoNum type="ea1JpnChsDbPeriod"/>
            </a:pPr>
            <a:r>
              <a:rPr lang="zh-CN" altLang="en-US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通过关键词搜索类目，词要精准，推送的类目更精准（二级词或者长尾词，不要使用大词）</a:t>
            </a:r>
            <a:endParaRPr lang="zh-CN" altLang="en-US" spc="100" dirty="0">
              <a:ln w="3175">
                <a:noFill/>
                <a:prstDash val="dash"/>
              </a:ln>
              <a:solidFill>
                <a:schemeClr val="dk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00050" lvl="0" indent="-4000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ea"/>
              <a:buAutoNum type="ea1JpnChsDbPeriod"/>
            </a:pPr>
            <a:r>
              <a:rPr lang="zh-CN" altLang="en-US" spc="100" dirty="0">
                <a:ln w="3175">
                  <a:noFill/>
                  <a:prstDash val="dash"/>
                </a:ln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可以参考同行关于该词的P4P展位的类目，选择相似的产品对比验证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1049655" y="0"/>
            <a:ext cx="5789930" cy="6858000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355428" y="3391694"/>
            <a:ext cx="203545" cy="74612"/>
            <a:chOff x="9839643" y="910585"/>
            <a:chExt cx="203545" cy="74612"/>
          </a:xfrm>
        </p:grpSpPr>
        <p:cxnSp>
          <p:nvCxnSpPr>
            <p:cNvPr id="7" name="直接连接符 6"/>
            <p:cNvCxnSpPr/>
            <p:nvPr>
              <p:custDataLst>
                <p:tags r:id="rId8"/>
              </p:custDataLst>
            </p:nvPr>
          </p:nvCxnSpPr>
          <p:spPr>
            <a:xfrm>
              <a:off x="9839643" y="910585"/>
              <a:ext cx="203545" cy="0"/>
            </a:xfrm>
            <a:prstGeom prst="line">
              <a:avLst/>
            </a:prstGeom>
            <a:ln w="25400">
              <a:solidFill>
                <a:srgbClr val="000000"/>
              </a:solidFill>
            </a:ln>
          </p:spPr>
          <p:style>
            <a:lnRef idx="1">
              <a:srgbClr val="1F74AD"/>
            </a:lnRef>
            <a:fillRef idx="0">
              <a:srgbClr val="1F74AD"/>
            </a:fillRef>
            <a:effectRef idx="0">
              <a:srgbClr val="1F74AD"/>
            </a:effectRef>
            <a:fontRef idx="minor">
              <a:srgbClr val="000000"/>
            </a:fontRef>
          </p:style>
        </p:cxnSp>
        <p:cxnSp>
          <p:nvCxnSpPr>
            <p:cNvPr id="8" name="直接连接符 7"/>
            <p:cNvCxnSpPr/>
            <p:nvPr>
              <p:custDataLst>
                <p:tags r:id="rId9"/>
              </p:custDataLst>
            </p:nvPr>
          </p:nvCxnSpPr>
          <p:spPr>
            <a:xfrm>
              <a:off x="9839643" y="985197"/>
              <a:ext cx="155575" cy="0"/>
            </a:xfrm>
            <a:prstGeom prst="line">
              <a:avLst/>
            </a:prstGeom>
            <a:ln w="25400">
              <a:solidFill>
                <a:srgbClr val="000000"/>
              </a:solidFill>
            </a:ln>
          </p:spPr>
          <p:style>
            <a:lnRef idx="1">
              <a:srgbClr val="1F74AD"/>
            </a:lnRef>
            <a:fillRef idx="0">
              <a:srgbClr val="1F74AD"/>
            </a:fillRef>
            <a:effectRef idx="0">
              <a:srgbClr val="1F74AD"/>
            </a:effectRef>
            <a:fontRef idx="minor">
              <a:srgbClr val="000000"/>
            </a:fontRef>
          </p:style>
        </p:cxnSp>
      </p:grp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439200" y="6259513"/>
            <a:ext cx="36000" cy="30445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>
            <p:custDataLst>
              <p:tags r:id="rId5"/>
            </p:custDataLst>
          </p:nvPr>
        </p:nvSpPr>
        <p:spPr>
          <a:xfrm>
            <a:off x="439200" y="5813254"/>
            <a:ext cx="36000" cy="304456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6" name="矩形 35"/>
          <p:cNvSpPr/>
          <p:nvPr>
            <p:custDataLst>
              <p:tags r:id="rId6"/>
            </p:custDataLst>
          </p:nvPr>
        </p:nvSpPr>
        <p:spPr>
          <a:xfrm rot="5400000">
            <a:off x="439200" y="222031"/>
            <a:ext cx="36000" cy="180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>
            <p:custDataLst>
              <p:tags r:id="rId7"/>
            </p:custDataLst>
          </p:nvPr>
        </p:nvSpPr>
        <p:spPr>
          <a:xfrm>
            <a:off x="7123853" y="4216400"/>
            <a:ext cx="2204445" cy="42271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pc="15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Arial" panose="020B0604020202020204" pitchFamily="34" charset="0"/>
              </a:rPr>
              <a:t>输入批注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E8C94C5-82A2-7964-640E-95CEBD9D61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77091" y="0"/>
            <a:ext cx="12469091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>
            <p:custDataLst>
              <p:tags r:id="rId2"/>
            </p:custDataLst>
          </p:nvPr>
        </p:nvSpPr>
        <p:spPr>
          <a:xfrm>
            <a:off x="457200" y="605482"/>
            <a:ext cx="11277600" cy="56441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27000" dist="38100" dir="5400000" algn="t" rotWithShape="0">
              <a:sysClr val="windowText" lastClr="000000">
                <a:lumMod val="95000"/>
                <a:lumOff val="5000"/>
                <a:alpha val="20000"/>
              </a:sysClr>
            </a:outerShdw>
          </a:effectLst>
        </p:spPr>
        <p:style>
          <a:lnRef idx="2">
            <a:srgbClr val="8590CA">
              <a:shade val="50000"/>
            </a:srgbClr>
          </a:lnRef>
          <a:fillRef idx="1">
            <a:srgbClr val="8590CA"/>
          </a:fillRef>
          <a:effectRef idx="0">
            <a:srgbClr val="8590CA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kumimoji="1" lang="zh-CN" altLang="en-US" sz="1600" b="1">
                <a:solidFill>
                  <a:sysClr val="window" lastClr="FFFFFF"/>
                </a:solidFill>
                <a:latin typeface="微软雅黑" panose="020B0503020204020204" charset="-122"/>
              </a:rPr>
              <a:t>类目选择错误会容易导致后期P4P和顶级展位出现板绑定不上</a:t>
            </a:r>
          </a:p>
        </p:txBody>
      </p:sp>
      <p:pic>
        <p:nvPicPr>
          <p:cNvPr id="6" name="图形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5"/>
          <a:stretch>
            <a:fillRect/>
          </a:stretch>
        </p:blipFill>
        <p:spPr>
          <a:xfrm rot="10800000">
            <a:off x="10087100" y="1253992"/>
            <a:ext cx="869950" cy="74693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BC1487F-4647-4A45-1E9A-6C8D696575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8545" y="0"/>
            <a:ext cx="12330545" cy="67818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7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4"/>
          <p:cNvSpPr txBox="1"/>
          <p:nvPr>
            <p:custDataLst>
              <p:tags r:id="rId2"/>
            </p:custDataLst>
          </p:nvPr>
        </p:nvSpPr>
        <p:spPr>
          <a:xfrm>
            <a:off x="419100" y="740410"/>
            <a:ext cx="11256010" cy="5377180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</a:pPr>
            <a:r>
              <a:rPr lang="zh-CN" altLang="en-US" sz="2400" b="1" dirty="0">
                <a:sym typeface="+mn-ea"/>
              </a:rPr>
              <a:t>1.产品标题= </a:t>
            </a:r>
            <a:r>
              <a:rPr lang="zh-CN" alt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sym typeface="+mn-ea"/>
              </a:rPr>
              <a:t>营销词</a:t>
            </a:r>
            <a:r>
              <a:rPr lang="zh-CN" altLang="en-US" sz="2400" b="1" dirty="0">
                <a:sym typeface="+mn-ea"/>
              </a:rPr>
              <a:t>+</a:t>
            </a:r>
            <a:r>
              <a:rPr lang="zh-CN" altLang="en-US" sz="2400" b="1" dirty="0">
                <a:solidFill>
                  <a:schemeClr val="accent5">
                    <a:lumMod val="25000"/>
                  </a:schemeClr>
                </a:solidFill>
                <a:sym typeface="+mn-ea"/>
              </a:rPr>
              <a:t>属性词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+产品中心词</a:t>
            </a:r>
            <a:r>
              <a:rPr lang="en-US" altLang="zh-CN" sz="2400" b="1" dirty="0">
                <a:solidFill>
                  <a:srgbClr val="FF0000"/>
                </a:solidFill>
                <a:sym typeface="+mn-ea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sym typeface="+mn-ea"/>
              </a:rPr>
              <a:t>核心词）</a:t>
            </a:r>
            <a:r>
              <a:rPr lang="zh-CN" altLang="en-US" sz="2400" b="1" dirty="0">
                <a:sym typeface="+mn-ea"/>
              </a:rPr>
              <a:t>+</a:t>
            </a:r>
            <a:r>
              <a:rPr lang="zh-CN" altLang="en-US" sz="2400" b="1" dirty="0">
                <a:solidFill>
                  <a:schemeClr val="accent4">
                    <a:lumMod val="75000"/>
                  </a:schemeClr>
                </a:solidFill>
                <a:sym typeface="+mn-ea"/>
              </a:rPr>
              <a:t>使用场景</a:t>
            </a:r>
            <a:r>
              <a:rPr lang="zh-CN" altLang="en-US" sz="2400" b="1" dirty="0">
                <a:solidFill>
                  <a:schemeClr val="bg1">
                    <a:lumMod val="50000"/>
                  </a:schemeClr>
                </a:solidFill>
                <a:sym typeface="+mn-ea"/>
              </a:rPr>
              <a:t>(</a:t>
            </a:r>
            <a:r>
              <a:rPr lang="zh-CN" altLang="en-US" sz="2400" b="1" dirty="0">
                <a:sym typeface="+mn-ea"/>
              </a:rPr>
              <a:t>最多128字符)</a:t>
            </a:r>
            <a:endParaRPr lang="en-US" altLang="zh-CN" sz="2400" b="1" dirty="0">
              <a:sym typeface="+mn-ea"/>
            </a:endParaRPr>
          </a:p>
          <a:p>
            <a:pPr>
              <a:lnSpc>
                <a:spcPct val="160000"/>
              </a:lnSpc>
            </a:pPr>
            <a:r>
              <a:rPr lang="en-US" altLang="zh-CN" sz="2400" b="0" i="0" u="none" strike="noStrike" dirty="0"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inherit"/>
              </a:rPr>
              <a:t>Factory cheap Supplier </a:t>
            </a:r>
            <a:r>
              <a:rPr lang="en-US" altLang="zh-CN" sz="2400" b="0" i="0" u="none" strike="noStrike" dirty="0">
                <a:solidFill>
                  <a:schemeClr val="accent5">
                    <a:lumMod val="25000"/>
                  </a:schemeClr>
                </a:solidFill>
                <a:effectLst/>
                <a:latin typeface="inherit"/>
              </a:rPr>
              <a:t>110kv 8000 </a:t>
            </a:r>
            <a:r>
              <a:rPr lang="en-US" altLang="zh-CN" sz="2400" b="0" i="0" u="none" strike="noStrike" dirty="0" err="1">
                <a:solidFill>
                  <a:schemeClr val="accent5">
                    <a:lumMod val="25000"/>
                  </a:schemeClr>
                </a:solidFill>
                <a:effectLst/>
                <a:latin typeface="inherit"/>
              </a:rPr>
              <a:t>kva</a:t>
            </a:r>
            <a:r>
              <a:rPr lang="en-US" altLang="zh-CN" sz="2400" b="0" i="0" u="none" strike="noStrike" dirty="0">
                <a:solidFill>
                  <a:schemeClr val="accent5">
                    <a:lumMod val="25000"/>
                  </a:schemeClr>
                </a:solidFill>
                <a:effectLst/>
                <a:latin typeface="inherit"/>
              </a:rPr>
              <a:t> </a:t>
            </a:r>
            <a:r>
              <a:rPr lang="en-US" altLang="zh-CN" sz="2400" b="1" i="0" u="none" strike="noStrike" dirty="0">
                <a:solidFill>
                  <a:schemeClr val="accent5">
                    <a:lumMod val="25000"/>
                  </a:schemeClr>
                </a:solidFill>
                <a:effectLst/>
                <a:latin typeface="inherit"/>
              </a:rPr>
              <a:t>Transformer</a:t>
            </a:r>
            <a:r>
              <a:rPr lang="en-US" altLang="zh-CN" sz="2400" b="0" i="0" u="none" strike="noStrike" dirty="0">
                <a:solidFill>
                  <a:schemeClr val="accent5">
                    <a:lumMod val="25000"/>
                  </a:schemeClr>
                </a:solidFill>
                <a:effectLst/>
                <a:latin typeface="inherit"/>
              </a:rPr>
              <a:t> </a:t>
            </a:r>
            <a:r>
              <a:rPr lang="en-US" altLang="zh-CN" sz="2400" b="1" i="0" u="none" strike="noStrike" dirty="0">
                <a:solidFill>
                  <a:srgbClr val="FF0000"/>
                </a:solidFill>
                <a:effectLst/>
                <a:latin typeface="inherit"/>
              </a:rPr>
              <a:t>Oil</a:t>
            </a:r>
            <a:r>
              <a:rPr lang="en-US" altLang="zh-CN" sz="2400" b="0" i="0" u="none" strike="noStrike" dirty="0">
                <a:solidFill>
                  <a:srgbClr val="FF0000"/>
                </a:solidFill>
                <a:effectLst/>
                <a:latin typeface="inherit"/>
              </a:rPr>
              <a:t> </a:t>
            </a:r>
            <a:r>
              <a:rPr lang="en-US" altLang="zh-CN" sz="2400" b="1" i="0" u="none" strike="noStrike" dirty="0">
                <a:solidFill>
                  <a:srgbClr val="FF0000"/>
                </a:solidFill>
                <a:effectLst/>
                <a:latin typeface="inherit"/>
              </a:rPr>
              <a:t>Type</a:t>
            </a:r>
            <a:r>
              <a:rPr lang="en-US" altLang="zh-CN" sz="2400" b="0" i="0" u="none" strike="noStrike" dirty="0">
                <a:solidFill>
                  <a:srgbClr val="FF0000"/>
                </a:solidFill>
                <a:effectLst/>
                <a:latin typeface="inherit"/>
              </a:rPr>
              <a:t> </a:t>
            </a:r>
            <a:r>
              <a:rPr lang="en-US" altLang="zh-CN" sz="2400" b="1" i="0" u="none" strike="noStrike" dirty="0">
                <a:solidFill>
                  <a:srgbClr val="FF0000"/>
                </a:solidFill>
                <a:effectLst/>
                <a:latin typeface="inherit"/>
              </a:rPr>
              <a:t>Transformer</a:t>
            </a:r>
            <a:r>
              <a:rPr lang="en-US" altLang="zh-CN" sz="2400" b="0" i="0" u="none" strike="noStrike" dirty="0">
                <a:solidFill>
                  <a:srgbClr val="FF0000"/>
                </a:solidFill>
                <a:effectLst/>
                <a:latin typeface="inherit"/>
              </a:rPr>
              <a:t> </a:t>
            </a:r>
            <a:r>
              <a:rPr lang="en-US" altLang="zh-CN" sz="2400" b="0" i="0" u="none" strike="noStrike" dirty="0">
                <a:solidFill>
                  <a:schemeClr val="accent4">
                    <a:lumMod val="75000"/>
                  </a:schemeClr>
                </a:solidFill>
                <a:effectLst/>
                <a:latin typeface="inherit"/>
              </a:rPr>
              <a:t>for outdoor </a:t>
            </a:r>
            <a:endParaRPr lang="en-US" altLang="zh-CN" sz="2400" b="0" i="0" dirty="0">
              <a:solidFill>
                <a:schemeClr val="accent4">
                  <a:lumMod val="75000"/>
                </a:schemeClr>
              </a:solidFill>
              <a:effectLst/>
              <a:latin typeface="OpenSans"/>
            </a:endParaRPr>
          </a:p>
          <a:p>
            <a:pPr>
              <a:lnSpc>
                <a:spcPct val="160000"/>
              </a:lnSpc>
            </a:pPr>
            <a:r>
              <a:rPr lang="zh-CN" altLang="en-US" sz="2400" b="1" dirty="0">
                <a:sym typeface="+mn-ea"/>
              </a:rPr>
              <a:t>2. 产品中心词(核心词)后置，放到标题最后面（介词不要乱加，系统会默认介词前是核心词）</a:t>
            </a:r>
            <a:endParaRPr lang="zh-CN" altLang="en-US" sz="2400" b="1" dirty="0"/>
          </a:p>
          <a:p>
            <a:pPr>
              <a:lnSpc>
                <a:spcPct val="160000"/>
              </a:lnSpc>
            </a:pPr>
            <a:r>
              <a:rPr lang="zh-CN" altLang="en-US" sz="2400" b="1" dirty="0">
                <a:sym typeface="+mn-ea"/>
              </a:rPr>
              <a:t>3. 属性词与产品中心词搭配起来的有搜索热度的情况下，才能获取更多的流量，流量越大的词越往后置。</a:t>
            </a:r>
            <a:endParaRPr lang="zh-CN" altLang="en-US" sz="2400" b="1" dirty="0"/>
          </a:p>
          <a:p>
            <a:pPr>
              <a:lnSpc>
                <a:spcPct val="160000"/>
              </a:lnSpc>
            </a:pPr>
            <a:r>
              <a:rPr lang="zh-CN" altLang="en-US" sz="2400" b="1" dirty="0">
                <a:sym typeface="+mn-ea"/>
              </a:rPr>
              <a:t>4.标题不出现堆砌，每个单词最好只出现一次</a:t>
            </a:r>
            <a:endParaRPr lang="zh-CN" altLang="en-US" sz="2400" b="1" dirty="0"/>
          </a:p>
          <a:p>
            <a:pPr>
              <a:lnSpc>
                <a:spcPct val="160000"/>
              </a:lnSpc>
            </a:pPr>
            <a:r>
              <a:rPr lang="zh-CN" altLang="en-US" sz="2400" b="1" dirty="0">
                <a:sym typeface="+mn-ea"/>
              </a:rPr>
              <a:t>5.没有授权的品牌词不能用入标题(产品任何一个文本角落都不能用。)</a:t>
            </a:r>
          </a:p>
          <a:p>
            <a:pPr>
              <a:lnSpc>
                <a:spcPct val="160000"/>
              </a:lnSpc>
            </a:pPr>
            <a:r>
              <a:rPr lang="en-US" altLang="zh-CN" sz="2400" b="1" dirty="0">
                <a:sym typeface="+mn-ea"/>
              </a:rPr>
              <a:t>6.</a:t>
            </a:r>
            <a:r>
              <a:rPr lang="zh-CN" altLang="en-US" sz="2400" b="1" dirty="0">
                <a:sym typeface="+mn-ea"/>
              </a:rPr>
              <a:t>For前面是产品中心词。</a:t>
            </a:r>
            <a:endParaRPr lang="zh-CN" altLang="en-US" sz="24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6" name="直接连接符 5"/>
          <p:cNvCxnSpPr/>
          <p:nvPr>
            <p:custDataLst>
              <p:tags r:id="rId3"/>
            </p:custDataLst>
          </p:nvPr>
        </p:nvCxnSpPr>
        <p:spPr>
          <a:xfrm>
            <a:off x="419100" y="1450975"/>
            <a:ext cx="0" cy="4483735"/>
          </a:xfrm>
          <a:prstGeom prst="line">
            <a:avLst/>
          </a:prstGeom>
          <a:ln w="19050">
            <a:solidFill>
              <a:schemeClr val="accent1">
                <a:alpha val="2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419100" y="124839"/>
            <a:ext cx="10429952" cy="79845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2400" b="1"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二 组成标题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C458B6E-A62F-08AF-C3BD-BB6524CD4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1946"/>
            <a:ext cx="13753010" cy="729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107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2594CF6-BA2E-D740-7A4A-DF08EC00B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701" y="-43698"/>
            <a:ext cx="6813290" cy="690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90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8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直接连接符 11"/>
          <p:cNvCxnSpPr/>
          <p:nvPr>
            <p:custDataLst>
              <p:tags r:id="rId2"/>
            </p:custDataLst>
          </p:nvPr>
        </p:nvCxnSpPr>
        <p:spPr>
          <a:xfrm>
            <a:off x="6096000" y="1924339"/>
            <a:ext cx="0" cy="3353146"/>
          </a:xfrm>
          <a:prstGeom prst="line">
            <a:avLst/>
          </a:prstGeom>
          <a:ln w="19050">
            <a:solidFill>
              <a:schemeClr val="accent1">
                <a:alpha val="2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874093" y="584300"/>
            <a:ext cx="10429952" cy="79845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2400" b="1"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注意事项：</a:t>
            </a:r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874711" y="1854200"/>
            <a:ext cx="5046025" cy="432117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marL="228600" indent="-228600">
              <a:lnSpc>
                <a:spcPct val="18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6858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b="1" dirty="0">
                <a:sym typeface="+mn-ea"/>
              </a:rPr>
              <a:t>主标题：</a:t>
            </a:r>
          </a:p>
          <a:p>
            <a:r>
              <a:rPr lang="zh-CN" altLang="en-US" b="1" dirty="0">
                <a:sym typeface="+mn-ea"/>
              </a:rPr>
              <a:t>1产品的标题字符多多益善，70</a:t>
            </a:r>
            <a:r>
              <a:rPr lang="en-US" altLang="zh-CN" b="1" dirty="0">
                <a:sym typeface="+mn-ea"/>
              </a:rPr>
              <a:t>-80</a:t>
            </a:r>
            <a:r>
              <a:rPr lang="zh-CN" altLang="en-US" b="1" dirty="0">
                <a:sym typeface="+mn-ea"/>
              </a:rPr>
              <a:t>是基本要求。</a:t>
            </a:r>
            <a:r>
              <a:rPr lang="en-US" altLang="zh-CN" b="1" dirty="0">
                <a:sym typeface="+mn-ea"/>
              </a:rPr>
              <a:t>(</a:t>
            </a:r>
            <a:r>
              <a:rPr lang="zh-CN" altLang="en-US" b="1" dirty="0">
                <a:sym typeface="+mn-ea"/>
              </a:rPr>
              <a:t>越多越好</a:t>
            </a:r>
            <a:r>
              <a:rPr lang="en-US" altLang="zh-CN" b="1" dirty="0">
                <a:sym typeface="+mn-ea"/>
              </a:rPr>
              <a:t>)</a:t>
            </a:r>
            <a:endParaRPr lang="zh-CN" altLang="en-US" b="1" dirty="0"/>
          </a:p>
          <a:p>
            <a:r>
              <a:rPr lang="zh-CN" altLang="en-US" b="1" dirty="0">
                <a:sym typeface="+mn-ea"/>
              </a:rPr>
              <a:t>2词的热度也要注意，核心词放在哪里也要把握好</a:t>
            </a:r>
            <a:endParaRPr lang="zh-CN" altLang="en-US" b="1" dirty="0"/>
          </a:p>
          <a:p>
            <a:r>
              <a:rPr lang="zh-CN" altLang="en-US" b="1" dirty="0">
                <a:sym typeface="+mn-ea"/>
              </a:rPr>
              <a:t>3下面三个关键词尽量要写多一点，这就是相当于副标题。</a:t>
            </a:r>
            <a:endParaRPr lang="zh-CN" altLang="en-US" b="1" dirty="0"/>
          </a:p>
          <a:p>
            <a:r>
              <a:rPr lang="zh-CN" altLang="en-US" b="1" dirty="0">
                <a:sym typeface="+mn-ea"/>
              </a:rPr>
              <a:t>4一个标题有一个核心词就好</a:t>
            </a:r>
            <a:endParaRPr lang="zh-CN" altLang="en-US" b="1" dirty="0"/>
          </a:p>
          <a:p>
            <a:endParaRPr lang="zh-CN" altLang="en-US" b="1" dirty="0"/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6284595" y="1854200"/>
            <a:ext cx="5185410" cy="451040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marL="228600" indent="-228600">
              <a:lnSpc>
                <a:spcPct val="18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6858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 b="1" dirty="0">
                <a:sym typeface="+mn-ea"/>
              </a:rPr>
              <a:t>三个关键词：</a:t>
            </a:r>
          </a:p>
          <a:p>
            <a:r>
              <a:rPr lang="zh-CN" altLang="en-US" b="1" dirty="0">
                <a:sym typeface="+mn-ea"/>
              </a:rPr>
              <a:t>1. 三个关键词位置有一定的匹配权重(比标题低)，可覆盖更多的长尾关键词，重要的关键词依旧覆盖在标题上，才能跟P4P和顶展匹配到。</a:t>
            </a:r>
            <a:endParaRPr lang="zh-CN" altLang="en-US" b="1" dirty="0"/>
          </a:p>
          <a:p>
            <a:r>
              <a:rPr lang="zh-CN" altLang="en-US" b="1" dirty="0">
                <a:sym typeface="+mn-ea"/>
              </a:rPr>
              <a:t>2.关键词和标题需要保持描述一 致，可保留产品中心词，不能有信息冲突。</a:t>
            </a:r>
            <a:endParaRPr lang="zh-CN" altLang="en-US" b="1" dirty="0"/>
          </a:p>
          <a:p>
            <a:r>
              <a:rPr lang="zh-CN" altLang="en-US" b="1" dirty="0">
                <a:sym typeface="+mn-ea"/>
              </a:rPr>
              <a:t>3. 三个关键词有流量拓展作用，尽量选择跟标题不一 样的属性词进行覆盖。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6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900128" y="584300"/>
            <a:ext cx="3834145" cy="79845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>
              <a:lnSpc>
                <a:spcPct val="130000"/>
              </a:lnSpc>
              <a:defRPr sz="2400" b="1"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rPr>
              <a:t>三 填写参数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900129" y="1720533"/>
            <a:ext cx="3834144" cy="46450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indent="0">
              <a:lnSpc>
                <a:spcPct val="180000"/>
              </a:lnSpc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6858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zh-CN" altLang="en-US"/>
              <a:t>根据我们的产品资料，阿里的提示填写完整。</a:t>
            </a:r>
            <a:r>
              <a:rPr lang="zh-CN" altLang="en-US">
                <a:sym typeface="Arial" panose="020B0604020202020204" pitchFamily="34" charset="0"/>
              </a:rPr>
              <a:t>商品属性请填写准确、完整地产品属性，以便买家迅速了解产品特征。</a:t>
            </a:r>
          </a:p>
          <a:p>
            <a:r>
              <a:rPr lang="zh-CN" altLang="en-US"/>
              <a:t>自定义属性要求全部填满（</a:t>
            </a:r>
            <a:r>
              <a:rPr lang="en-US" altLang="zh-CN"/>
              <a:t>10</a:t>
            </a:r>
            <a:r>
              <a:rPr lang="zh-CN" altLang="en-US"/>
              <a:t>个）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50" y="4272915"/>
            <a:ext cx="4834890" cy="12363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51350" y="836295"/>
            <a:ext cx="7680960" cy="57296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: 形状 8"/>
          <p:cNvSpPr/>
          <p:nvPr>
            <p:custDataLst>
              <p:tags r:id="rId2"/>
            </p:custDataLst>
          </p:nvPr>
        </p:nvSpPr>
        <p:spPr>
          <a:xfrm flipH="1">
            <a:off x="0" y="0"/>
            <a:ext cx="4559300" cy="6858000"/>
          </a:xfrm>
          <a:custGeom>
            <a:avLst/>
            <a:gdLst>
              <a:gd name="connsiteX0" fmla="*/ 2145499 w 4559300"/>
              <a:gd name="connsiteY0" fmla="*/ 0 h 6858000"/>
              <a:gd name="connsiteX1" fmla="*/ 4559300 w 4559300"/>
              <a:gd name="connsiteY1" fmla="*/ 0 h 6858000"/>
              <a:gd name="connsiteX2" fmla="*/ 4559300 w 4559300"/>
              <a:gd name="connsiteY2" fmla="*/ 1025287 h 6858000"/>
              <a:gd name="connsiteX3" fmla="*/ 4401256 w 4559300"/>
              <a:gd name="connsiteY3" fmla="*/ 984650 h 6858000"/>
              <a:gd name="connsiteX4" fmla="*/ 3889376 w 4559300"/>
              <a:gd name="connsiteY4" fmla="*/ 933048 h 6858000"/>
              <a:gd name="connsiteX5" fmla="*/ 1349470 w 4559300"/>
              <a:gd name="connsiteY5" fmla="*/ 3472955 h 6858000"/>
              <a:gd name="connsiteX6" fmla="*/ 3889376 w 4559300"/>
              <a:gd name="connsiteY6" fmla="*/ 6012861 h 6858000"/>
              <a:gd name="connsiteX7" fmla="*/ 4401256 w 4559300"/>
              <a:gd name="connsiteY7" fmla="*/ 5961259 h 6858000"/>
              <a:gd name="connsiteX8" fmla="*/ 4559300 w 4559300"/>
              <a:gd name="connsiteY8" fmla="*/ 5920622 h 6858000"/>
              <a:gd name="connsiteX9" fmla="*/ 4559300 w 4559300"/>
              <a:gd name="connsiteY9" fmla="*/ 6858000 h 6858000"/>
              <a:gd name="connsiteX10" fmla="*/ 1978018 w 4559300"/>
              <a:gd name="connsiteY10" fmla="*/ 6858000 h 6858000"/>
              <a:gd name="connsiteX11" fmla="*/ 1714789 w 4559300"/>
              <a:gd name="connsiteY11" fmla="*/ 6698084 h 6858000"/>
              <a:gd name="connsiteX12" fmla="*/ 0 w 4559300"/>
              <a:gd name="connsiteY12" fmla="*/ 3472953 h 6858000"/>
              <a:gd name="connsiteX13" fmla="*/ 2035468 w 4559300"/>
              <a:gd name="connsiteY13" fmla="*/ 530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559300" h="6858000">
                <a:moveTo>
                  <a:pt x="2145499" y="0"/>
                </a:moveTo>
                <a:lnTo>
                  <a:pt x="4559300" y="0"/>
                </a:lnTo>
                <a:lnTo>
                  <a:pt x="4559300" y="1025287"/>
                </a:lnTo>
                <a:lnTo>
                  <a:pt x="4401256" y="984650"/>
                </a:lnTo>
                <a:cubicBezTo>
                  <a:pt x="4235914" y="950816"/>
                  <a:pt x="4064720" y="933048"/>
                  <a:pt x="3889376" y="933048"/>
                </a:cubicBezTo>
                <a:cubicBezTo>
                  <a:pt x="2486625" y="933048"/>
                  <a:pt x="1349470" y="2070203"/>
                  <a:pt x="1349470" y="3472955"/>
                </a:cubicBezTo>
                <a:cubicBezTo>
                  <a:pt x="1349470" y="4875706"/>
                  <a:pt x="2486625" y="6012861"/>
                  <a:pt x="3889376" y="6012861"/>
                </a:cubicBezTo>
                <a:cubicBezTo>
                  <a:pt x="4064720" y="6012861"/>
                  <a:pt x="4235914" y="5995093"/>
                  <a:pt x="4401256" y="5961259"/>
                </a:cubicBezTo>
                <a:lnTo>
                  <a:pt x="4559300" y="5920622"/>
                </a:lnTo>
                <a:lnTo>
                  <a:pt x="4559300" y="6858000"/>
                </a:lnTo>
                <a:lnTo>
                  <a:pt x="1978018" y="6858000"/>
                </a:lnTo>
                <a:lnTo>
                  <a:pt x="1714789" y="6698084"/>
                </a:lnTo>
                <a:cubicBezTo>
                  <a:pt x="680209" y="5999136"/>
                  <a:pt x="0" y="4815480"/>
                  <a:pt x="0" y="3472953"/>
                </a:cubicBezTo>
                <a:cubicBezTo>
                  <a:pt x="0" y="1996174"/>
                  <a:pt x="823052" y="711629"/>
                  <a:pt x="2035468" y="53005"/>
                </a:cubicBezTo>
                <a:close/>
              </a:path>
            </a:pathLst>
          </a:custGeom>
          <a:solidFill>
            <a:srgbClr val="FFFFFF">
              <a:lumMod val="95000"/>
              <a:alpha val="80000"/>
            </a:srgbClr>
          </a:solidFill>
          <a:ln>
            <a:noFill/>
          </a:ln>
        </p:spPr>
        <p:style>
          <a:lnRef idx="2">
            <a:srgbClr val="1E6BC5">
              <a:shade val="50000"/>
            </a:srgbClr>
          </a:lnRef>
          <a:fillRef idx="1">
            <a:srgbClr val="1E6BC5"/>
          </a:fillRef>
          <a:effectRef idx="0">
            <a:srgbClr val="1E6BC5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313055" y="3143250"/>
            <a:ext cx="11228070" cy="3714115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65100" algn="ctr" rotWithShape="0">
              <a:srgbClr val="000000">
                <a:lumMod val="95000"/>
                <a:lumOff val="5000"/>
                <a:alpha val="18000"/>
              </a:srgbClr>
            </a:outerShdw>
          </a:effectLst>
        </p:spPr>
        <p:style>
          <a:lnRef idx="2">
            <a:srgbClr val="1E6BC5">
              <a:shade val="50000"/>
            </a:srgbClr>
          </a:lnRef>
          <a:fillRef idx="1">
            <a:srgbClr val="1E6BC5"/>
          </a:fillRef>
          <a:effectRef idx="0">
            <a:srgbClr val="1E6BC5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kumimoji="1" lang="zh-CN" altLang="en-US" sz="16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084401" y="820475"/>
            <a:ext cx="10193560" cy="645160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fontAlgn="auto"/>
            <a:r>
              <a:rPr lang="zh-CN" altLang="en-US" sz="3600" b="1" spc="300">
                <a:solidFill>
                  <a:srgbClr val="000000">
                    <a:lumMod val="85000"/>
                    <a:lumOff val="15000"/>
                  </a:srgbClr>
                </a:solidFill>
                <a:uFillTx/>
                <a:latin typeface="Arial" panose="020B0604020202020204" pitchFamily="34" charset="0"/>
                <a:ea typeface="微软雅黑" panose="020B0503020204020204" charset="-122"/>
              </a:rPr>
              <a:t>四 主图与详情页</a:t>
            </a:r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648970" y="1373505"/>
            <a:ext cx="10556240" cy="1769745"/>
          </a:xfrm>
          <a:prstGeom prst="rect">
            <a:avLst/>
          </a:prstGeom>
          <a:noFill/>
        </p:spPr>
        <p:txBody>
          <a:bodyPr wrap="square" lIns="90170" tIns="46990" rIns="90170" bIns="46990" rtlCol="0">
            <a:norm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r>
              <a:rPr lang="en-US" altLang="zh-CN" sz="1400" b="1" spc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图片：</a:t>
            </a:r>
          </a:p>
          <a:p>
            <a:r>
              <a:rPr lang="en-US" altLang="zh-CN" sz="1400" b="1" spc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1尺寸最好460*460以上</a:t>
            </a:r>
          </a:p>
          <a:p>
            <a:r>
              <a:rPr lang="en-US" altLang="zh-CN" sz="1400" b="1" spc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2必须是白底图</a:t>
            </a:r>
          </a:p>
          <a:p>
            <a:r>
              <a:rPr lang="en-US" altLang="zh-CN" sz="1400" b="1" spc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3图片大小</a:t>
            </a:r>
            <a:r>
              <a:rPr lang="zh-CN" altLang="en-US" sz="1400" b="1" spc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单张不超过</a:t>
            </a:r>
            <a:r>
              <a:rPr lang="en-US" altLang="zh-CN" sz="1400" b="1" spc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5M就可以</a:t>
            </a:r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585291" y="3143217"/>
            <a:ext cx="10193560" cy="3167271"/>
          </a:xfrm>
          <a:prstGeom prst="rect">
            <a:avLst/>
          </a:prstGeom>
        </p:spPr>
        <p:txBody>
          <a:bodyPr anchor="t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</a:defRPr>
            </a:lvl9pPr>
          </a:lstStyle>
          <a:p>
            <a:pPr algn="l">
              <a:lnSpc>
                <a:spcPct val="140000"/>
              </a:lnSpc>
              <a:spcAft>
                <a:spcPts val="1000"/>
              </a:spcAft>
              <a:buClr>
                <a:srgbClr val="1E6BC5"/>
              </a:buClr>
              <a:buSzTx/>
              <a:buNone/>
            </a:pPr>
            <a:r>
              <a:rPr lang="en-US" altLang="zh-CN" sz="1400" b="1"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视频：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  <a:buClr>
                <a:srgbClr val="1E6BC5"/>
              </a:buClr>
              <a:buSzTx/>
              <a:buNone/>
            </a:pPr>
            <a:r>
              <a:rPr lang="en-US" altLang="zh-CN" sz="1400" b="1">
                <a:latin typeface="Arial" panose="020B0604020202020204" pitchFamily="34" charset="0"/>
                <a:ea typeface="微软雅黑" panose="020B0503020204020204" charset="-122"/>
                <a:cs typeface="+mn-ea"/>
              </a:rPr>
              <a:t>1视频质量最好是良好/优秀，只有</a:t>
            </a:r>
            <a:r>
              <a:rPr lang="en-US" altLang="zh-CN" sz="1400" b="1">
                <a:cs typeface="+mn-ea"/>
                <a:sym typeface="+mn-ea"/>
              </a:rPr>
              <a:t>良好/优秀才有几率进入流量推荐区。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  <a:buClr>
                <a:srgbClr val="1E6BC5"/>
              </a:buClr>
              <a:buSzTx/>
              <a:buNone/>
            </a:pPr>
            <a:r>
              <a:rPr lang="en-US" altLang="zh-CN" sz="1400" b="1">
                <a:cs typeface="+mn-ea"/>
                <a:sym typeface="+mn-ea"/>
              </a:rPr>
              <a:t>2 尺寸要求 1：1 、16：9、4：3。</a:t>
            </a: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1E6BC5"/>
              </a:buClr>
            </a:pPr>
            <a:r>
              <a:rPr lang="en-US" altLang="zh-CN" sz="1400" b="1">
                <a:sym typeface="+mn-ea"/>
              </a:rPr>
              <a:t>3 </a:t>
            </a:r>
            <a:r>
              <a:rPr lang="zh-CN" altLang="en-US" sz="1400" b="1">
                <a:sym typeface="+mn-ea"/>
              </a:rPr>
              <a:t>官方要求</a:t>
            </a:r>
            <a:r>
              <a:rPr lang="en-US" altLang="zh-CN" sz="1400" b="1">
                <a:sym typeface="+mn-ea"/>
              </a:rPr>
              <a:t>45</a:t>
            </a:r>
            <a:r>
              <a:rPr lang="zh-CN" altLang="en-US" sz="1400" b="1">
                <a:sym typeface="+mn-ea"/>
              </a:rPr>
              <a:t>秒以下，建议</a:t>
            </a:r>
            <a:r>
              <a:rPr lang="en-US" altLang="zh-CN" sz="1400" b="1">
                <a:sym typeface="+mn-ea"/>
              </a:rPr>
              <a:t>15</a:t>
            </a:r>
            <a:r>
              <a:rPr lang="zh-CN" altLang="en-US" sz="1400" b="1">
                <a:sym typeface="+mn-ea"/>
              </a:rPr>
              <a:t>到</a:t>
            </a:r>
            <a:r>
              <a:rPr lang="en-US" altLang="zh-CN" sz="1400" b="1">
                <a:sym typeface="+mn-ea"/>
              </a:rPr>
              <a:t>20</a:t>
            </a:r>
            <a:r>
              <a:rPr lang="zh-CN" altLang="en-US" sz="1400" b="1">
                <a:sym typeface="+mn-ea"/>
              </a:rPr>
              <a:t>秒之间</a:t>
            </a: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1E6BC5"/>
              </a:buClr>
            </a:pPr>
            <a:r>
              <a:rPr lang="en-US" altLang="zh-CN" sz="1400" b="1">
                <a:sym typeface="+mn-ea"/>
              </a:rPr>
              <a:t>4 </a:t>
            </a:r>
            <a:r>
              <a:rPr lang="zh-CN" altLang="en-US" sz="1400" b="1">
                <a:sym typeface="+mn-ea"/>
              </a:rPr>
              <a:t>建议</a:t>
            </a:r>
            <a:r>
              <a:rPr lang="en-US" altLang="zh-CN" sz="1400" b="1">
                <a:sym typeface="+mn-ea"/>
              </a:rPr>
              <a:t>100M</a:t>
            </a:r>
            <a:r>
              <a:rPr lang="zh-CN" altLang="en-US" sz="1400" b="1">
                <a:sym typeface="+mn-ea"/>
              </a:rPr>
              <a:t>以下  建议</a:t>
            </a:r>
            <a:r>
              <a:rPr lang="en-US" altLang="zh-CN" sz="1400" b="1">
                <a:sym typeface="+mn-ea"/>
              </a:rPr>
              <a:t>6-8M</a:t>
            </a: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1E6BC5"/>
              </a:buClr>
            </a:pPr>
            <a:r>
              <a:rPr lang="en-US" altLang="zh-CN" sz="1400" b="1">
                <a:sym typeface="+mn-ea"/>
              </a:rPr>
              <a:t>5 </a:t>
            </a:r>
            <a:r>
              <a:rPr lang="zh-CN" altLang="en-US" sz="1400" b="1">
                <a:sym typeface="+mn-ea"/>
              </a:rPr>
              <a:t>尽量不要出现牛皮癣（水印特别大，故意加种</a:t>
            </a:r>
            <a:r>
              <a:rPr lang="en-US" altLang="zh-CN" sz="1400" b="1">
                <a:sym typeface="+mn-ea"/>
              </a:rPr>
              <a:t>logo</a:t>
            </a:r>
            <a:r>
              <a:rPr lang="zh-CN" altLang="en-US" sz="1400" b="1">
                <a:sym typeface="+mn-ea"/>
              </a:rPr>
              <a:t>，联系方式等）</a:t>
            </a:r>
            <a:endParaRPr lang="zh-CN" altLang="en-US" sz="1400" b="1" spc="150">
              <a:solidFill>
                <a:srgbClr val="000000">
                  <a:lumMod val="75000"/>
                  <a:lumOff val="25000"/>
                </a:srgbClr>
              </a:solidFill>
              <a:sym typeface="+mn-ea"/>
            </a:endParaRPr>
          </a:p>
          <a:p>
            <a:pPr>
              <a:lnSpc>
                <a:spcPct val="140000"/>
              </a:lnSpc>
              <a:spcAft>
                <a:spcPts val="1000"/>
              </a:spcAft>
              <a:buClr>
                <a:srgbClr val="1E6BC5"/>
              </a:buClr>
            </a:pPr>
            <a:endParaRPr lang="zh-CN" altLang="en-US" sz="1400" b="1" spc="15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8715" y="1256665"/>
            <a:ext cx="5963285" cy="529653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4623753" y="2041525"/>
            <a:ext cx="5199063" cy="2774950"/>
          </a:xfrm>
          <a:prstGeom prst="rect">
            <a:avLst/>
          </a:prstGeom>
          <a:noFill/>
        </p:spPr>
        <p:txBody>
          <a:bodyPr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Tx/>
              <a:buNone/>
            </a:pPr>
            <a:r>
              <a:rPr kumimoji="0" lang="en-US" altLang="zh-CN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1</a:t>
            </a: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图文并茂，文字和图片穿插进行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Tx/>
              <a:buNone/>
            </a:pPr>
            <a:r>
              <a:rPr kumimoji="0" lang="en-US" altLang="zh-CN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2</a:t>
            </a: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建议使用智能编辑，图片可以加超链接。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Tx/>
              <a:buNone/>
            </a:pP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普通编辑，</a:t>
            </a:r>
            <a:r>
              <a:rPr kumimoji="0" lang="en-US" altLang="zh-CN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app</a:t>
            </a: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客户无法跳转超链接</a:t>
            </a: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523875" y="2207579"/>
            <a:ext cx="2644775" cy="2094194"/>
          </a:xfrm>
          <a:prstGeom prst="rect">
            <a:avLst/>
          </a:prstGeom>
          <a:noFill/>
        </p:spPr>
        <p:txBody>
          <a:bodyPr lIns="91440" tIns="45720" rIns="91440" bIns="45720" anchor="ctr" anchorCtr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</a:pPr>
            <a:r>
              <a:rPr kumimoji="0" lang="zh-CN" altLang="en-US" sz="4000" b="1" i="0" u="none" strike="noStrike" kern="1200" cap="none" spc="30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详情页</a:t>
            </a: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754325" y="4301772"/>
            <a:ext cx="2157212" cy="125131"/>
          </a:xfrm>
          <a:prstGeom prst="rect">
            <a:avLst/>
          </a:prstGeom>
          <a:ln>
            <a:noFill/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2311400" y="946150"/>
            <a:ext cx="8893175" cy="4967288"/>
          </a:xfrm>
          <a:custGeom>
            <a:avLst/>
            <a:gdLst>
              <a:gd name="connsiteX0" fmla="*/ 5 w 14004"/>
              <a:gd name="connsiteY0" fmla="*/ 1622 h 7822"/>
              <a:gd name="connsiteX1" fmla="*/ 0 w 14004"/>
              <a:gd name="connsiteY1" fmla="*/ 0 h 7822"/>
              <a:gd name="connsiteX2" fmla="*/ 14004 w 14004"/>
              <a:gd name="connsiteY2" fmla="*/ 0 h 7822"/>
              <a:gd name="connsiteX3" fmla="*/ 14004 w 14004"/>
              <a:gd name="connsiteY3" fmla="*/ 7822 h 7822"/>
              <a:gd name="connsiteX4" fmla="*/ 0 w 14004"/>
              <a:gd name="connsiteY4" fmla="*/ 7822 h 7822"/>
              <a:gd name="connsiteX5" fmla="*/ 5 w 14004"/>
              <a:gd name="connsiteY5" fmla="*/ 6212 h 7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004" h="7822">
                <a:moveTo>
                  <a:pt x="5" y="1622"/>
                </a:moveTo>
                <a:lnTo>
                  <a:pt x="0" y="0"/>
                </a:lnTo>
                <a:lnTo>
                  <a:pt x="14004" y="0"/>
                </a:lnTo>
                <a:lnTo>
                  <a:pt x="14004" y="7822"/>
                </a:lnTo>
                <a:lnTo>
                  <a:pt x="0" y="7822"/>
                </a:lnTo>
                <a:lnTo>
                  <a:pt x="5" y="6212"/>
                </a:lnTo>
              </a:path>
            </a:pathLst>
          </a:custGeom>
          <a:noFill/>
          <a:ln w="19050">
            <a:solidFill>
              <a:sysClr val="window" lastClr="FFFFFF">
                <a:lumMod val="85000"/>
                <a:alpha val="75000"/>
              </a:sysClr>
            </a:solidFill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4158298" y="194945"/>
            <a:ext cx="5199063" cy="2774950"/>
          </a:xfrm>
          <a:prstGeom prst="rect">
            <a:avLst/>
          </a:prstGeom>
          <a:noFill/>
        </p:spPr>
        <p:txBody>
          <a:bodyPr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Tx/>
              <a:buNone/>
            </a:pPr>
            <a:r>
              <a:rPr lang="zh-CN" altLang="en-US" sz="2000" spc="15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提升产品信息质量分，避免出现低分产品。产品信息质量分注意必须</a:t>
            </a:r>
            <a:r>
              <a:rPr lang="en-US" altLang="zh-CN" sz="2000" spc="15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4.2</a:t>
            </a:r>
            <a:r>
              <a:rPr lang="zh-CN" altLang="en-US" sz="2000" spc="15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以上，</a:t>
            </a:r>
            <a:r>
              <a:rPr lang="en-US" altLang="zh-CN" sz="2000" spc="15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4.9</a:t>
            </a:r>
            <a:r>
              <a:rPr lang="zh-CN" altLang="en-US" sz="2000" spc="15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最好。目前去没有达到</a:t>
            </a:r>
            <a:r>
              <a:rPr lang="en-US" altLang="zh-CN" sz="2000" spc="15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5</a:t>
            </a:r>
            <a:r>
              <a:rPr lang="zh-CN" altLang="en-US" sz="2000" spc="15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分的产品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Tx/>
              <a:buNone/>
            </a:pPr>
            <a:endParaRPr kumimoji="0" lang="en-US" altLang="zh-CN" sz="2000" b="0" i="0" u="none" strike="noStrike" kern="1200" cap="none" spc="15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523875" y="2207579"/>
            <a:ext cx="2644775" cy="2094194"/>
          </a:xfrm>
          <a:prstGeom prst="rect">
            <a:avLst/>
          </a:prstGeom>
          <a:noFill/>
        </p:spPr>
        <p:txBody>
          <a:bodyPr lIns="91440" tIns="45720" rIns="91440" bIns="45720" anchor="ctr" anchorCtr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</a:pPr>
            <a:r>
              <a:rPr kumimoji="0" lang="zh-CN" altLang="en-US" sz="4000" b="1" i="0" u="none" strike="noStrike" kern="1200" cap="none" spc="30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五 完善其他信息</a:t>
            </a: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754325" y="4301772"/>
            <a:ext cx="2157212" cy="125131"/>
          </a:xfrm>
          <a:prstGeom prst="rect">
            <a:avLst/>
          </a:prstGeom>
          <a:ln>
            <a:noFill/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2371725" y="577215"/>
            <a:ext cx="8893175" cy="4967288"/>
          </a:xfrm>
          <a:custGeom>
            <a:avLst/>
            <a:gdLst>
              <a:gd name="connsiteX0" fmla="*/ 5 w 14004"/>
              <a:gd name="connsiteY0" fmla="*/ 1622 h 7822"/>
              <a:gd name="connsiteX1" fmla="*/ 0 w 14004"/>
              <a:gd name="connsiteY1" fmla="*/ 0 h 7822"/>
              <a:gd name="connsiteX2" fmla="*/ 14004 w 14004"/>
              <a:gd name="connsiteY2" fmla="*/ 0 h 7822"/>
              <a:gd name="connsiteX3" fmla="*/ 14004 w 14004"/>
              <a:gd name="connsiteY3" fmla="*/ 7822 h 7822"/>
              <a:gd name="connsiteX4" fmla="*/ 0 w 14004"/>
              <a:gd name="connsiteY4" fmla="*/ 7822 h 7822"/>
              <a:gd name="connsiteX5" fmla="*/ 5 w 14004"/>
              <a:gd name="connsiteY5" fmla="*/ 6212 h 7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004" h="7822">
                <a:moveTo>
                  <a:pt x="5" y="1622"/>
                </a:moveTo>
                <a:lnTo>
                  <a:pt x="0" y="0"/>
                </a:lnTo>
                <a:lnTo>
                  <a:pt x="14004" y="0"/>
                </a:lnTo>
                <a:lnTo>
                  <a:pt x="14004" y="7822"/>
                </a:lnTo>
                <a:lnTo>
                  <a:pt x="0" y="7822"/>
                </a:lnTo>
                <a:lnTo>
                  <a:pt x="5" y="6212"/>
                </a:lnTo>
              </a:path>
            </a:pathLst>
          </a:custGeom>
          <a:noFill/>
          <a:ln w="19050">
            <a:solidFill>
              <a:sysClr val="window" lastClr="FFFFFF">
                <a:lumMod val="85000"/>
                <a:alpha val="75000"/>
              </a:sysClr>
            </a:solidFill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9175" y="2207895"/>
            <a:ext cx="3352800" cy="34766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72275" y="2207895"/>
            <a:ext cx="3060065" cy="423227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5143500" y="0"/>
            <a:ext cx="7048500" cy="1770743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 b="1" dirty="0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9" name="图片 8" descr="D:\meihua_service_cache\jpg/fe685b76620e42a6dd93fff1f407c6aa.jpgfe685b76620e42a6dd93fff1f407c6aa"/>
          <p:cNvPicPr>
            <a:picLocks noChangeAspect="1"/>
          </p:cNvPicPr>
          <p:nvPr>
            <p:custDataLst>
              <p:tags r:id="rId3"/>
            </p:custDataLst>
          </p:nvPr>
        </p:nvPicPr>
        <p:blipFill rotWithShape="1">
          <a:blip r:embed="rId11"/>
          <a:srcRect l="28750" r="28750"/>
          <a:stretch>
            <a:fillRect/>
          </a:stretch>
        </p:blipFill>
        <p:spPr>
          <a:xfrm>
            <a:off x="0" y="-25"/>
            <a:ext cx="5181638" cy="6858051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160" h="10800">
                <a:moveTo>
                  <a:pt x="0" y="0"/>
                </a:moveTo>
                <a:lnTo>
                  <a:pt x="8160" y="0"/>
                </a:lnTo>
                <a:lnTo>
                  <a:pt x="8160" y="10800"/>
                </a:lnTo>
                <a:lnTo>
                  <a:pt x="0" y="1080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5791247" y="457175"/>
            <a:ext cx="5181638" cy="1058418"/>
          </a:xfrm>
          <a:prstGeom prst="rect">
            <a:avLst/>
          </a:prstGeom>
          <a:noFill/>
        </p:spPr>
        <p:txBody>
          <a:bodyPr wrap="square" lIns="63500" tIns="25400" rIns="63500" bIns="25400" rtlCol="0" anchor="ctr" anchorCtr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000" b="1" spc="16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收集关键词的方法</a:t>
            </a:r>
          </a:p>
        </p:txBody>
      </p:sp>
      <p:sp>
        <p:nvSpPr>
          <p:cNvPr id="11" name="Title 6"/>
          <p:cNvSpPr txBox="1"/>
          <p:nvPr>
            <p:custDataLst>
              <p:tags r:id="rId5"/>
            </p:custDataLst>
          </p:nvPr>
        </p:nvSpPr>
        <p:spPr>
          <a:xfrm>
            <a:off x="5791247" y="1972799"/>
            <a:ext cx="5638838" cy="4275696"/>
          </a:xfrm>
          <a:prstGeom prst="rect">
            <a:avLst/>
          </a:prstGeom>
          <a:noFill/>
          <a:ln w="3175">
            <a:noFill/>
            <a:prstDash val="dash"/>
          </a:ln>
        </p:spPr>
        <p:txBody>
          <a:bodyPr wrap="square" lIns="63500" tIns="25400" rIns="63500" bIns="25400" anchor="ctr" anchorCtr="0">
            <a:normAutofit/>
          </a:bodyPr>
          <a:lstStyle>
            <a:lvl1pPr algn="l" defTabSz="9137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45" b="0" kern="1200" cap="none" spc="-49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anose="020B0502040204020203" pitchFamily="34" charset="0"/>
              </a:defRPr>
            </a:lvl1pPr>
          </a:lstStyle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lang="zh-CN" altLang="en-US" sz="2000" b="1" spc="100">
                <a:ln w="3175">
                  <a:noFill/>
                  <a:prstDash val="dash"/>
                </a:ln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1关键词指数</a:t>
            </a:r>
            <a:endParaRPr lang="zh-CN" altLang="en-US" sz="2000" b="1" spc="100">
              <a:ln w="3175">
                <a:noFill/>
                <a:prstDash val="dash"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altLang="zh-CN" sz="2000" b="1" spc="100">
                <a:ln w="3175">
                  <a:noFill/>
                  <a:prstDash val="dash"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000" b="1" spc="100">
                <a:ln w="3175">
                  <a:noFill/>
                  <a:prstDash val="dash"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访客详情和</a:t>
            </a:r>
            <a:r>
              <a:rPr altLang="zh-CN" sz="2000" b="1" spc="100">
                <a:ln w="3175">
                  <a:noFill/>
                  <a:prstDash val="dash"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RFQ</a:t>
            </a:r>
            <a:endParaRPr lang="zh-CN" altLang="en-US" sz="2000" b="1" spc="100">
              <a:ln w="3175">
                <a:noFill/>
                <a:prstDash val="dash"/>
              </a:ln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altLang="zh-CN" sz="2000" b="1" spc="100">
                <a:ln w="3175">
                  <a:noFill/>
                  <a:prstDash val="dash"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b="1" spc="100">
                <a:ln w="3175">
                  <a:noFill/>
                  <a:prstDash val="dash"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阿里巴巴搜索下拉框</a:t>
            </a: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altLang="zh-CN" sz="2000" b="1" spc="100">
                <a:ln w="3175">
                  <a:noFill/>
                  <a:prstDash val="dash"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000" b="1" spc="100">
                <a:ln w="3175">
                  <a:noFill/>
                  <a:prstDash val="dash"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发布产品关键词下拉框</a:t>
            </a: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altLang="zh-CN" sz="2000" b="1" spc="100">
                <a:ln w="3175">
                  <a:noFill/>
                  <a:prstDash val="dash"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lang="zh-CN" altLang="en-US" sz="2000" b="1" spc="100">
                <a:ln w="3175">
                  <a:noFill/>
                  <a:prstDash val="dash"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直通车关键词工具</a:t>
            </a: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altLang="zh-CN" sz="2000" b="1" spc="100">
                <a:ln w="3175">
                  <a:noFill/>
                  <a:prstDash val="dash"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2000" b="1" spc="100">
                <a:ln w="3175">
                  <a:noFill/>
                  <a:prstDash val="dash"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产品分析</a:t>
            </a:r>
          </a:p>
          <a:p>
            <a:pPr marL="285750" lvl="0" indent="-285750" algn="l" font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Wingdings" panose="05000000000000000000" charset="0"/>
              <a:buChar char="l"/>
            </a:pPr>
            <a:r>
              <a:rPr altLang="zh-CN" sz="2000" b="1" spc="100">
                <a:ln w="3175">
                  <a:noFill/>
                  <a:prstDash val="dash"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r>
              <a:rPr lang="zh-CN" altLang="en-US" sz="2000" b="1" spc="100">
                <a:ln w="3175">
                  <a:noFill/>
                  <a:prstDash val="dash"/>
                </a:ln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引流关键词</a:t>
            </a:r>
          </a:p>
        </p:txBody>
      </p:sp>
      <p:grpSp>
        <p:nvGrpSpPr>
          <p:cNvPr id="5" name="组合 4"/>
          <p:cNvGrpSpPr/>
          <p:nvPr>
            <p:custDataLst>
              <p:tags r:id="rId6"/>
            </p:custDataLst>
          </p:nvPr>
        </p:nvGrpSpPr>
        <p:grpSpPr>
          <a:xfrm>
            <a:off x="11148568" y="428897"/>
            <a:ext cx="640660" cy="369389"/>
            <a:chOff x="5849303" y="3286760"/>
            <a:chExt cx="493395" cy="284480"/>
          </a:xfrm>
          <a:solidFill>
            <a:srgbClr val="FFFFFF"/>
          </a:solidFill>
        </p:grpSpPr>
        <p:sp>
          <p:nvSpPr>
            <p:cNvPr id="6" name="任意多边形: 形状 14"/>
            <p:cNvSpPr/>
            <p:nvPr>
              <p:custDataLst>
                <p:tags r:id="rId7"/>
              </p:custDataLst>
            </p:nvPr>
          </p:nvSpPr>
          <p:spPr>
            <a:xfrm>
              <a:off x="5849303" y="3286760"/>
              <a:ext cx="233045" cy="284480"/>
            </a:xfrm>
            <a:custGeom>
              <a:avLst/>
              <a:gdLst>
                <a:gd name="connsiteX0" fmla="*/ 58302 w 200540"/>
                <a:gd name="connsiteY0" fmla="*/ 0 h 245089"/>
                <a:gd name="connsiteX1" fmla="*/ 200540 w 200540"/>
                <a:gd name="connsiteY1" fmla="*/ 0 h 245089"/>
                <a:gd name="connsiteX2" fmla="*/ 97518 w 200540"/>
                <a:gd name="connsiteY2" fmla="*/ 245089 h 245089"/>
                <a:gd name="connsiteX3" fmla="*/ 0 w 200540"/>
                <a:gd name="connsiteY3" fmla="*/ 245089 h 245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40" h="245089">
                  <a:moveTo>
                    <a:pt x="58302" y="0"/>
                  </a:moveTo>
                  <a:lnTo>
                    <a:pt x="200540" y="0"/>
                  </a:lnTo>
                  <a:lnTo>
                    <a:pt x="97518" y="245089"/>
                  </a:lnTo>
                  <a:lnTo>
                    <a:pt x="0" y="24508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8" name="任意多边形: 形状 15"/>
            <p:cNvSpPr/>
            <p:nvPr>
              <p:custDataLst>
                <p:tags r:id="rId8"/>
              </p:custDataLst>
            </p:nvPr>
          </p:nvSpPr>
          <p:spPr>
            <a:xfrm>
              <a:off x="6109653" y="3286760"/>
              <a:ext cx="233045" cy="284480"/>
            </a:xfrm>
            <a:custGeom>
              <a:avLst/>
              <a:gdLst>
                <a:gd name="connsiteX0" fmla="*/ 58302 w 200540"/>
                <a:gd name="connsiteY0" fmla="*/ 0 h 245089"/>
                <a:gd name="connsiteX1" fmla="*/ 200540 w 200540"/>
                <a:gd name="connsiteY1" fmla="*/ 0 h 245089"/>
                <a:gd name="connsiteX2" fmla="*/ 97518 w 200540"/>
                <a:gd name="connsiteY2" fmla="*/ 245089 h 245089"/>
                <a:gd name="connsiteX3" fmla="*/ 0 w 200540"/>
                <a:gd name="connsiteY3" fmla="*/ 245089 h 245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0540" h="245089">
                  <a:moveTo>
                    <a:pt x="58302" y="0"/>
                  </a:moveTo>
                  <a:lnTo>
                    <a:pt x="200540" y="0"/>
                  </a:lnTo>
                  <a:lnTo>
                    <a:pt x="97518" y="245089"/>
                  </a:lnTo>
                  <a:lnTo>
                    <a:pt x="0" y="245089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1"/>
    </p:custDataLst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3050540" y="1175385"/>
            <a:ext cx="8749030" cy="4498975"/>
          </a:xfrm>
          <a:prstGeom prst="rect">
            <a:avLst/>
          </a:prstGeom>
          <a:noFill/>
        </p:spPr>
        <p:txBody>
          <a:bodyPr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Tx/>
              <a:buNone/>
            </a:pPr>
            <a:r>
              <a:rPr kumimoji="0" lang="en-US" altLang="zh-CN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1数据</a:t>
            </a: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参谋</a:t>
            </a:r>
            <a:r>
              <a:rPr kumimoji="0" lang="en-US" altLang="zh-CN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——关键词指数——热词榜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Tx/>
              <a:buNone/>
            </a:pPr>
            <a:r>
              <a:rPr kumimoji="0" lang="en-US" altLang="zh-CN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2T字代表产品标题里有这个词，K代表在下面三个关键词出现过。理论上讲最好这两个都出现，K和T都出现</a:t>
            </a: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。只出现</a:t>
            </a:r>
            <a:r>
              <a:rPr kumimoji="0" lang="en-US" altLang="zh-CN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T</a:t>
            </a: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也没问题。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Tx/>
              <a:buNone/>
            </a:pPr>
            <a:r>
              <a:rPr kumimoji="0" lang="en-US" altLang="zh-CN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3</a:t>
            </a: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、搜索热度高优先覆盖，热度低，只要不为0都需要覆盖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Tx/>
              <a:buNone/>
            </a:pPr>
            <a:r>
              <a:rPr kumimoji="0" lang="en-US" altLang="zh-CN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4</a:t>
            </a: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、去除品牌词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Tx/>
              <a:buNone/>
            </a:pPr>
            <a:r>
              <a:rPr kumimoji="0" lang="en-US" altLang="zh-CN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5</a:t>
            </a: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、去除跟行业不相关的词，材质、款式等不相关</a:t>
            </a: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286385" y="2586355"/>
            <a:ext cx="3093085" cy="1544955"/>
          </a:xfrm>
          <a:prstGeom prst="rect">
            <a:avLst/>
          </a:prstGeom>
          <a:noFill/>
        </p:spPr>
        <p:txBody>
          <a:bodyPr lIns="91440" tIns="45720" rIns="91440" bIns="45720" anchor="ctr" anchorCtr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</a:pPr>
            <a:r>
              <a:rPr kumimoji="0" lang="zh-CN" altLang="en-US" sz="4000" b="1" i="0" u="none" strike="noStrike" kern="1200" cap="none" spc="30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关键词指数</a:t>
            </a: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754325" y="4301772"/>
            <a:ext cx="2157212" cy="125131"/>
          </a:xfrm>
          <a:prstGeom prst="rect">
            <a:avLst/>
          </a:prstGeom>
          <a:ln>
            <a:noFill/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2311400" y="946150"/>
            <a:ext cx="8893175" cy="4967288"/>
          </a:xfrm>
          <a:custGeom>
            <a:avLst/>
            <a:gdLst>
              <a:gd name="connsiteX0" fmla="*/ 5 w 14004"/>
              <a:gd name="connsiteY0" fmla="*/ 1622 h 7822"/>
              <a:gd name="connsiteX1" fmla="*/ 0 w 14004"/>
              <a:gd name="connsiteY1" fmla="*/ 0 h 7822"/>
              <a:gd name="connsiteX2" fmla="*/ 14004 w 14004"/>
              <a:gd name="connsiteY2" fmla="*/ 0 h 7822"/>
              <a:gd name="connsiteX3" fmla="*/ 14004 w 14004"/>
              <a:gd name="connsiteY3" fmla="*/ 7822 h 7822"/>
              <a:gd name="connsiteX4" fmla="*/ 0 w 14004"/>
              <a:gd name="connsiteY4" fmla="*/ 7822 h 7822"/>
              <a:gd name="connsiteX5" fmla="*/ 5 w 14004"/>
              <a:gd name="connsiteY5" fmla="*/ 6212 h 7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004" h="7822">
                <a:moveTo>
                  <a:pt x="5" y="1622"/>
                </a:moveTo>
                <a:lnTo>
                  <a:pt x="0" y="0"/>
                </a:lnTo>
                <a:lnTo>
                  <a:pt x="14004" y="0"/>
                </a:lnTo>
                <a:lnTo>
                  <a:pt x="14004" y="7822"/>
                </a:lnTo>
                <a:lnTo>
                  <a:pt x="0" y="7822"/>
                </a:lnTo>
                <a:lnTo>
                  <a:pt x="5" y="6212"/>
                </a:lnTo>
              </a:path>
            </a:pathLst>
          </a:custGeom>
          <a:noFill/>
          <a:ln w="19050">
            <a:solidFill>
              <a:sysClr val="window" lastClr="FFFFFF">
                <a:lumMod val="85000"/>
                <a:alpha val="75000"/>
              </a:sysClr>
            </a:solidFill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3054350" y="3862070"/>
            <a:ext cx="8749030" cy="3211830"/>
          </a:xfrm>
          <a:prstGeom prst="rect">
            <a:avLst/>
          </a:prstGeom>
          <a:noFill/>
        </p:spPr>
        <p:txBody>
          <a:bodyPr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Tx/>
              <a:buNone/>
            </a:pP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数据参谋</a:t>
            </a:r>
            <a:r>
              <a:rPr kumimoji="0" lang="en-US" altLang="zh-CN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——</a:t>
            </a: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访客详情</a:t>
            </a:r>
            <a:r>
              <a:rPr kumimoji="0" lang="en-US" altLang="zh-CN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——</a:t>
            </a: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全站偏好关键词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Tx/>
              <a:buNone/>
            </a:pP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去除品牌词，</a:t>
            </a:r>
            <a:r>
              <a:rPr lang="zh-CN" altLang="en-US" sz="2000" spc="15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去除跟行业不相关的词，材质、款式等不相关的词</a:t>
            </a:r>
            <a:endParaRPr kumimoji="0" lang="zh-CN" altLang="en-US" sz="2000" b="0" i="0" u="none" strike="noStrike" kern="1200" cap="none" spc="15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Tx/>
              <a:buNone/>
            </a:pPr>
            <a:endParaRPr kumimoji="0" lang="zh-CN" altLang="en-US" sz="2000" b="0" i="0" u="none" strike="noStrike" kern="1200" cap="none" spc="15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Tx/>
              <a:buNone/>
            </a:pPr>
            <a:endParaRPr kumimoji="0" lang="zh-CN" altLang="en-US" sz="2000" b="0" i="0" u="none" strike="noStrike" kern="1200" cap="none" spc="15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226695" y="2556510"/>
            <a:ext cx="3093085" cy="1544955"/>
          </a:xfrm>
          <a:prstGeom prst="rect">
            <a:avLst/>
          </a:prstGeom>
          <a:noFill/>
        </p:spPr>
        <p:txBody>
          <a:bodyPr lIns="91440" tIns="45720" rIns="91440" bIns="45720" anchor="ctr" anchorCtr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</a:pPr>
            <a:r>
              <a:rPr kumimoji="0" lang="zh-CN" altLang="en-US" sz="4000" b="1" i="0" u="none" strike="noStrike" kern="1200" cap="none" spc="30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访客详情和</a:t>
            </a:r>
            <a:r>
              <a:rPr kumimoji="0" lang="en-US" altLang="zh-CN" sz="4000" b="1" i="0" u="none" strike="noStrike" kern="1200" cap="none" spc="30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RFQ</a:t>
            </a: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754325" y="4301772"/>
            <a:ext cx="2157212" cy="125131"/>
          </a:xfrm>
          <a:prstGeom prst="rect">
            <a:avLst/>
          </a:prstGeom>
          <a:ln>
            <a:noFill/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2311400" y="946150"/>
            <a:ext cx="8893175" cy="4967288"/>
          </a:xfrm>
          <a:custGeom>
            <a:avLst/>
            <a:gdLst>
              <a:gd name="connsiteX0" fmla="*/ 5 w 14004"/>
              <a:gd name="connsiteY0" fmla="*/ 1622 h 7822"/>
              <a:gd name="connsiteX1" fmla="*/ 0 w 14004"/>
              <a:gd name="connsiteY1" fmla="*/ 0 h 7822"/>
              <a:gd name="connsiteX2" fmla="*/ 14004 w 14004"/>
              <a:gd name="connsiteY2" fmla="*/ 0 h 7822"/>
              <a:gd name="connsiteX3" fmla="*/ 14004 w 14004"/>
              <a:gd name="connsiteY3" fmla="*/ 7822 h 7822"/>
              <a:gd name="connsiteX4" fmla="*/ 0 w 14004"/>
              <a:gd name="connsiteY4" fmla="*/ 7822 h 7822"/>
              <a:gd name="connsiteX5" fmla="*/ 5 w 14004"/>
              <a:gd name="connsiteY5" fmla="*/ 6212 h 7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004" h="7822">
                <a:moveTo>
                  <a:pt x="5" y="1622"/>
                </a:moveTo>
                <a:lnTo>
                  <a:pt x="0" y="0"/>
                </a:lnTo>
                <a:lnTo>
                  <a:pt x="14004" y="0"/>
                </a:lnTo>
                <a:lnTo>
                  <a:pt x="14004" y="7822"/>
                </a:lnTo>
                <a:lnTo>
                  <a:pt x="0" y="7822"/>
                </a:lnTo>
                <a:lnTo>
                  <a:pt x="5" y="6212"/>
                </a:lnTo>
              </a:path>
            </a:pathLst>
          </a:custGeom>
          <a:noFill/>
          <a:ln w="19050">
            <a:solidFill>
              <a:sysClr val="window" lastClr="FFFFFF">
                <a:lumMod val="85000"/>
                <a:alpha val="75000"/>
              </a:sysClr>
            </a:solidFill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26435" y="167640"/>
            <a:ext cx="8576945" cy="369443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4643438" y="2041525"/>
            <a:ext cx="5199063" cy="2774950"/>
          </a:xfrm>
          <a:prstGeom prst="rect">
            <a:avLst/>
          </a:prstGeom>
          <a:noFill/>
        </p:spPr>
        <p:txBody>
          <a:bodyPr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Tx/>
              <a:buNone/>
            </a:pPr>
            <a:r>
              <a:rPr kumimoji="0" lang="en-US" altLang="zh-CN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1</a:t>
            </a: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阿里巴巴前段搜索下拉框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Tx/>
              <a:buNone/>
            </a:pPr>
            <a:r>
              <a:rPr kumimoji="0" lang="en-US" altLang="zh-CN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2</a:t>
            </a: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发布产品下拉框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Tx/>
              <a:buNone/>
            </a:pP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（热度普遍低）</a:t>
            </a: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523875" y="2207579"/>
            <a:ext cx="2644775" cy="2094194"/>
          </a:xfrm>
          <a:prstGeom prst="rect">
            <a:avLst/>
          </a:prstGeom>
          <a:noFill/>
        </p:spPr>
        <p:txBody>
          <a:bodyPr lIns="91440" tIns="45720" rIns="91440" bIns="45720" anchor="ctr" anchorCtr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</a:pPr>
            <a:r>
              <a:rPr kumimoji="0" lang="zh-CN" altLang="en-US" sz="4000" b="1" i="0" u="none" strike="noStrike" kern="1200" cap="none" spc="30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下拉框</a:t>
            </a: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754325" y="4301772"/>
            <a:ext cx="2157212" cy="125131"/>
          </a:xfrm>
          <a:prstGeom prst="rect">
            <a:avLst/>
          </a:prstGeom>
          <a:ln>
            <a:noFill/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2311400" y="946150"/>
            <a:ext cx="8893175" cy="4967288"/>
          </a:xfrm>
          <a:custGeom>
            <a:avLst/>
            <a:gdLst>
              <a:gd name="connsiteX0" fmla="*/ 5 w 14004"/>
              <a:gd name="connsiteY0" fmla="*/ 1622 h 7822"/>
              <a:gd name="connsiteX1" fmla="*/ 0 w 14004"/>
              <a:gd name="connsiteY1" fmla="*/ 0 h 7822"/>
              <a:gd name="connsiteX2" fmla="*/ 14004 w 14004"/>
              <a:gd name="connsiteY2" fmla="*/ 0 h 7822"/>
              <a:gd name="connsiteX3" fmla="*/ 14004 w 14004"/>
              <a:gd name="connsiteY3" fmla="*/ 7822 h 7822"/>
              <a:gd name="connsiteX4" fmla="*/ 0 w 14004"/>
              <a:gd name="connsiteY4" fmla="*/ 7822 h 7822"/>
              <a:gd name="connsiteX5" fmla="*/ 5 w 14004"/>
              <a:gd name="connsiteY5" fmla="*/ 6212 h 7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004" h="7822">
                <a:moveTo>
                  <a:pt x="5" y="1622"/>
                </a:moveTo>
                <a:lnTo>
                  <a:pt x="0" y="0"/>
                </a:lnTo>
                <a:lnTo>
                  <a:pt x="14004" y="0"/>
                </a:lnTo>
                <a:lnTo>
                  <a:pt x="14004" y="7822"/>
                </a:lnTo>
                <a:lnTo>
                  <a:pt x="0" y="7822"/>
                </a:lnTo>
                <a:lnTo>
                  <a:pt x="5" y="6212"/>
                </a:lnTo>
              </a:path>
            </a:pathLst>
          </a:custGeom>
          <a:noFill/>
          <a:ln w="19050">
            <a:solidFill>
              <a:sysClr val="window" lastClr="FFFFFF">
                <a:lumMod val="85000"/>
                <a:alpha val="75000"/>
              </a:sysClr>
            </a:solidFill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3495993" y="2352040"/>
            <a:ext cx="5199063" cy="2774950"/>
          </a:xfrm>
          <a:prstGeom prst="rect">
            <a:avLst/>
          </a:prstGeom>
          <a:noFill/>
        </p:spPr>
        <p:txBody>
          <a:bodyPr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Tx/>
              <a:buNone/>
            </a:pP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主要目的是搜索延伸词，参考价值更大</a:t>
            </a: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523875" y="2207579"/>
            <a:ext cx="2644775" cy="2094194"/>
          </a:xfrm>
          <a:prstGeom prst="rect">
            <a:avLst/>
          </a:prstGeom>
          <a:noFill/>
        </p:spPr>
        <p:txBody>
          <a:bodyPr lIns="91440" tIns="45720" rIns="91440" bIns="45720" anchor="ctr" anchorCtr="1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</a:pPr>
            <a:r>
              <a:rPr kumimoji="0" lang="zh-CN" altLang="en-US" sz="4000" b="1" i="0" u="none" strike="noStrike" kern="1200" cap="none" spc="30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关键词推广相关推荐</a:t>
            </a: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754325" y="4301772"/>
            <a:ext cx="2157212" cy="125131"/>
          </a:xfrm>
          <a:prstGeom prst="rect">
            <a:avLst/>
          </a:prstGeom>
          <a:ln>
            <a:noFill/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2311400" y="946150"/>
            <a:ext cx="8893175" cy="4967288"/>
          </a:xfrm>
          <a:custGeom>
            <a:avLst/>
            <a:gdLst>
              <a:gd name="connsiteX0" fmla="*/ 5 w 14004"/>
              <a:gd name="connsiteY0" fmla="*/ 1622 h 7822"/>
              <a:gd name="connsiteX1" fmla="*/ 0 w 14004"/>
              <a:gd name="connsiteY1" fmla="*/ 0 h 7822"/>
              <a:gd name="connsiteX2" fmla="*/ 14004 w 14004"/>
              <a:gd name="connsiteY2" fmla="*/ 0 h 7822"/>
              <a:gd name="connsiteX3" fmla="*/ 14004 w 14004"/>
              <a:gd name="connsiteY3" fmla="*/ 7822 h 7822"/>
              <a:gd name="connsiteX4" fmla="*/ 0 w 14004"/>
              <a:gd name="connsiteY4" fmla="*/ 7822 h 7822"/>
              <a:gd name="connsiteX5" fmla="*/ 5 w 14004"/>
              <a:gd name="connsiteY5" fmla="*/ 6212 h 7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004" h="7822">
                <a:moveTo>
                  <a:pt x="5" y="1622"/>
                </a:moveTo>
                <a:lnTo>
                  <a:pt x="0" y="0"/>
                </a:lnTo>
                <a:lnTo>
                  <a:pt x="14004" y="0"/>
                </a:lnTo>
                <a:lnTo>
                  <a:pt x="14004" y="7822"/>
                </a:lnTo>
                <a:lnTo>
                  <a:pt x="0" y="7822"/>
                </a:lnTo>
                <a:lnTo>
                  <a:pt x="5" y="6212"/>
                </a:lnTo>
              </a:path>
            </a:pathLst>
          </a:custGeom>
          <a:noFill/>
          <a:ln w="19050">
            <a:solidFill>
              <a:sysClr val="window" lastClr="FFFFFF">
                <a:lumMod val="85000"/>
                <a:alpha val="75000"/>
              </a:sysClr>
            </a:solidFill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68650" y="1619885"/>
            <a:ext cx="8620125" cy="11811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4643438" y="2041525"/>
            <a:ext cx="5199063" cy="2774950"/>
          </a:xfrm>
          <a:prstGeom prst="rect">
            <a:avLst/>
          </a:prstGeom>
          <a:noFill/>
        </p:spPr>
        <p:txBody>
          <a:bodyPr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Tx/>
              <a:buNone/>
            </a:pP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这些词是我们已经覆盖过得词，通过关键词指数查看热度高的且没有新词，新词热度低的情况下，我们可以再拿来用。</a:t>
            </a: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523875" y="2207579"/>
            <a:ext cx="2644775" cy="2094194"/>
          </a:xfrm>
          <a:prstGeom prst="rect">
            <a:avLst/>
          </a:prstGeom>
          <a:noFill/>
        </p:spPr>
        <p:txBody>
          <a:bodyPr lIns="91440" tIns="45720" rIns="91440" bIns="45720" anchor="ctr" anchorCtr="1">
            <a:normAutofit fontScale="87500"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</a:pPr>
            <a:r>
              <a:rPr kumimoji="0" lang="zh-CN" altLang="en-US" sz="4000" b="1" i="0" u="none" strike="noStrike" kern="1200" cap="none" spc="30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产品分析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</a:pPr>
            <a:endParaRPr kumimoji="0" lang="zh-CN" altLang="en-US" sz="4000" b="1" i="0" u="none" strike="noStrike" kern="1200" cap="none" spc="30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</a:pPr>
            <a:r>
              <a:rPr kumimoji="0" lang="zh-CN" altLang="en-US" sz="4000" b="1" i="0" u="none" strike="noStrike" kern="1200" cap="none" spc="30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引流关键词</a:t>
            </a: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754325" y="4301772"/>
            <a:ext cx="2157212" cy="125131"/>
          </a:xfrm>
          <a:prstGeom prst="rect">
            <a:avLst/>
          </a:prstGeom>
          <a:ln>
            <a:noFill/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2311400" y="946150"/>
            <a:ext cx="8893175" cy="4967288"/>
          </a:xfrm>
          <a:custGeom>
            <a:avLst/>
            <a:gdLst>
              <a:gd name="connsiteX0" fmla="*/ 5 w 14004"/>
              <a:gd name="connsiteY0" fmla="*/ 1622 h 7822"/>
              <a:gd name="connsiteX1" fmla="*/ 0 w 14004"/>
              <a:gd name="connsiteY1" fmla="*/ 0 h 7822"/>
              <a:gd name="connsiteX2" fmla="*/ 14004 w 14004"/>
              <a:gd name="connsiteY2" fmla="*/ 0 h 7822"/>
              <a:gd name="connsiteX3" fmla="*/ 14004 w 14004"/>
              <a:gd name="connsiteY3" fmla="*/ 7822 h 7822"/>
              <a:gd name="connsiteX4" fmla="*/ 0 w 14004"/>
              <a:gd name="connsiteY4" fmla="*/ 7822 h 7822"/>
              <a:gd name="connsiteX5" fmla="*/ 5 w 14004"/>
              <a:gd name="connsiteY5" fmla="*/ 6212 h 7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004" h="7822">
                <a:moveTo>
                  <a:pt x="5" y="1622"/>
                </a:moveTo>
                <a:lnTo>
                  <a:pt x="0" y="0"/>
                </a:lnTo>
                <a:lnTo>
                  <a:pt x="14004" y="0"/>
                </a:lnTo>
                <a:lnTo>
                  <a:pt x="14004" y="7822"/>
                </a:lnTo>
                <a:lnTo>
                  <a:pt x="0" y="7822"/>
                </a:lnTo>
                <a:lnTo>
                  <a:pt x="5" y="6212"/>
                </a:lnTo>
              </a:path>
            </a:pathLst>
          </a:custGeom>
          <a:noFill/>
          <a:ln w="19050">
            <a:solidFill>
              <a:sysClr val="window" lastClr="FFFFFF">
                <a:lumMod val="85000"/>
                <a:alpha val="75000"/>
              </a:sysClr>
            </a:solidFill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>
            <p:custDataLst>
              <p:tags r:id="rId2"/>
            </p:custDataLst>
          </p:nvPr>
        </p:nvSpPr>
        <p:spPr>
          <a:xfrm>
            <a:off x="5118100" y="3350377"/>
            <a:ext cx="7073900" cy="3505359"/>
          </a:xfrm>
          <a:prstGeom prst="rect">
            <a:avLst/>
          </a:prstGeom>
          <a:solidFill>
            <a:srgbClr val="FFFFFF">
              <a:lumMod val="95000"/>
              <a:alpha val="40000"/>
            </a:srgbClr>
          </a:solidFill>
          <a:ln>
            <a:noFill/>
          </a:ln>
        </p:spPr>
        <p:style>
          <a:lnRef idx="2">
            <a:srgbClr val="1E6BC5">
              <a:shade val="50000"/>
            </a:srgbClr>
          </a:lnRef>
          <a:fillRef idx="1">
            <a:srgbClr val="1E6BC5"/>
          </a:fillRef>
          <a:effectRef idx="0">
            <a:srgbClr val="1E6BC5"/>
          </a:effectRef>
          <a:fontRef idx="minor">
            <a:srgbClr val="FFFFFF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kumimoji="1" lang="zh-CN" altLang="en-US" sz="16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3"/>
            </p:custDataLst>
          </p:nvPr>
        </p:nvSpPr>
        <p:spPr>
          <a:xfrm>
            <a:off x="0" y="2264"/>
            <a:ext cx="5118100" cy="6858000"/>
          </a:xfrm>
          <a:prstGeom prst="rect">
            <a:avLst/>
          </a:prstGeom>
          <a:pattFill prst="ltUpDiag">
            <a:fgClr>
              <a:srgbClr val="FFFFFF">
                <a:lumMod val="85000"/>
              </a:srgbClr>
            </a:fgClr>
            <a:bgClr>
              <a:srgbClr val="FFFFFF"/>
            </a:bgClr>
          </a:pattFill>
          <a:ln>
            <a:noFill/>
          </a:ln>
        </p:spPr>
        <p:style>
          <a:lnRef idx="2">
            <a:srgbClr val="1E6BC5">
              <a:shade val="50000"/>
            </a:srgbClr>
          </a:lnRef>
          <a:fillRef idx="1">
            <a:srgbClr val="1E6BC5"/>
          </a:fillRef>
          <a:effectRef idx="0">
            <a:srgbClr val="1E6BC5"/>
          </a:effectRef>
          <a:fontRef idx="minor">
            <a:srgbClr val="FFFFFF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819342" y="2351919"/>
            <a:ext cx="3479416" cy="1995054"/>
          </a:xfrm>
          <a:prstGeom prst="rect">
            <a:avLst/>
          </a:prstGeom>
          <a:noFill/>
        </p:spPr>
        <p:txBody>
          <a:bodyPr wrap="square" lIns="91440" tIns="45720" rIns="91440" bIns="45720" rtlCol="0" anchor="t" anchorCtr="0">
            <a:normAutofit/>
          </a:bodyPr>
          <a:lstStyle/>
          <a:p>
            <a:pPr fontAlgn="auto">
              <a:lnSpc>
                <a:spcPct val="120000"/>
              </a:lnSpc>
            </a:pPr>
            <a:r>
              <a:rPr lang="zh-CN" altLang="en-US" sz="4000" b="1" spc="300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品牌词</a:t>
            </a: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6056630" y="1043940"/>
            <a:ext cx="5367020" cy="2007870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360045" indent="-306070" fontAlgn="ctr">
              <a:lnSpc>
                <a:spcPct val="120000"/>
              </a:lnSpc>
              <a:spcAft>
                <a:spcPts val="0"/>
              </a:spcAft>
              <a:buClr>
                <a:srgbClr val="E34D4D">
                  <a:lumMod val="60000"/>
                  <a:lumOff val="40000"/>
                </a:srgbClr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如果我们用了品牌词，我们很容易被投诉，然后扣分甚至会有封店的风险。</a:t>
            </a:r>
            <a:endParaRPr lang="en-US" altLang="zh-CN" dirty="0"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6056599" y="582495"/>
            <a:ext cx="5367050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>
            <a:defPPr>
              <a:defRPr lang="zh-CN"/>
            </a:defPPr>
            <a:lvl1pPr>
              <a:defRPr sz="2400" spc="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fontAlgn="ctr">
              <a:lnSpc>
                <a:spcPct val="120000"/>
              </a:lnSpc>
              <a:buClr>
                <a:srgbClr val="E34D4D"/>
              </a:buClr>
              <a:buSzPct val="100000"/>
            </a:pPr>
            <a:r>
              <a:rPr lang="zh-CN" altLang="en-US" sz="2000" b="1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Arial" panose="020B0604020202020204" pitchFamily="34" charset="0"/>
                <a:sym typeface="Arial" panose="020B0604020202020204" pitchFamily="34" charset="0"/>
              </a:rPr>
              <a:t>品牌词的风险</a:t>
            </a:r>
          </a:p>
        </p:txBody>
      </p:sp>
      <p:sp>
        <p:nvSpPr>
          <p:cNvPr id="3" name="文本框 2"/>
          <p:cNvSpPr txBox="1"/>
          <p:nvPr>
            <p:custDataLst>
              <p:tags r:id="rId7"/>
            </p:custDataLst>
          </p:nvPr>
        </p:nvSpPr>
        <p:spPr>
          <a:xfrm>
            <a:off x="6056630" y="4110990"/>
            <a:ext cx="5367020" cy="2177415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360045" indent="-306070" fontAlgn="ctr">
              <a:lnSpc>
                <a:spcPct val="120000"/>
              </a:lnSpc>
              <a:spcAft>
                <a:spcPts val="0"/>
              </a:spcAft>
              <a:buClr>
                <a:srgbClr val="1E6BC5">
                  <a:lumMod val="60000"/>
                  <a:lumOff val="40000"/>
                </a:srgbClr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产品管理——管理产品——品牌检索工具。</a:t>
            </a:r>
          </a:p>
          <a:p>
            <a:pPr marL="360045" indent="-306070" fontAlgn="ctr">
              <a:lnSpc>
                <a:spcPct val="120000"/>
              </a:lnSpc>
              <a:spcAft>
                <a:spcPts val="0"/>
              </a:spcAft>
              <a:buClr>
                <a:srgbClr val="1E6BC5">
                  <a:lumMod val="60000"/>
                  <a:lumOff val="40000"/>
                </a:srgbClr>
              </a:buClr>
              <a:buSzPct val="80000"/>
              <a:buFont typeface="Wingdings" panose="05000000000000000000" pitchFamily="2" charset="2"/>
              <a:buChar char="l"/>
            </a:pPr>
            <a:r>
              <a:rPr lang="zh-CN" altLang="en-US" dirty="0"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不放心可以去百度 谷歌 查询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6056599" y="3649345"/>
            <a:ext cx="5367050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normAutofit/>
          </a:bodyPr>
          <a:lstStyle>
            <a:defPPr>
              <a:defRPr lang="zh-CN"/>
            </a:defPPr>
            <a:lvl1pPr>
              <a:defRPr sz="2400" spc="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fontAlgn="ctr">
              <a:lnSpc>
                <a:spcPct val="120000"/>
              </a:lnSpc>
              <a:buClr>
                <a:srgbClr val="1E6BC5"/>
              </a:buClr>
              <a:buSzPct val="100000"/>
            </a:pPr>
            <a:r>
              <a:rPr lang="zh-CN" altLang="en-US" sz="2000" b="1">
                <a:solidFill>
                  <a:srgbClr val="000000">
                    <a:lumMod val="75000"/>
                    <a:lumOff val="25000"/>
                  </a:srgbClr>
                </a:solidFill>
                <a:uFillTx/>
                <a:latin typeface="Arial" panose="020B0604020202020204" pitchFamily="34" charset="0"/>
                <a:sym typeface="Arial" panose="020B0604020202020204" pitchFamily="34" charset="0"/>
              </a:rPr>
              <a:t>如何确认其是不是品牌词</a:t>
            </a:r>
          </a:p>
        </p:txBody>
      </p:sp>
      <p:sp>
        <p:nvSpPr>
          <p:cNvPr id="12" name="任意多边形: 形状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4735727" y="251025"/>
            <a:ext cx="135675" cy="135675"/>
          </a:xfrm>
          <a:custGeom>
            <a:avLst/>
            <a:gdLst>
              <a:gd name="connsiteX0" fmla="*/ 60236 w 688240"/>
              <a:gd name="connsiteY0" fmla="*/ 149944 h 688240"/>
              <a:gd name="connsiteX1" fmla="*/ 538297 w 688240"/>
              <a:gd name="connsiteY1" fmla="*/ 628005 h 688240"/>
              <a:gd name="connsiteX2" fmla="*/ 536521 w 688240"/>
              <a:gd name="connsiteY2" fmla="*/ 629470 h 688240"/>
              <a:gd name="connsiteX3" fmla="*/ 344120 w 688240"/>
              <a:gd name="connsiteY3" fmla="*/ 688240 h 688240"/>
              <a:gd name="connsiteX4" fmla="*/ 0 w 688240"/>
              <a:gd name="connsiteY4" fmla="*/ 344120 h 688240"/>
              <a:gd name="connsiteX5" fmla="*/ 58770 w 688240"/>
              <a:gd name="connsiteY5" fmla="*/ 151719 h 688240"/>
              <a:gd name="connsiteX6" fmla="*/ 344120 w 688240"/>
              <a:gd name="connsiteY6" fmla="*/ 0 h 688240"/>
              <a:gd name="connsiteX7" fmla="*/ 688240 w 688240"/>
              <a:gd name="connsiteY7" fmla="*/ 344120 h 688240"/>
              <a:gd name="connsiteX8" fmla="*/ 629470 w 688240"/>
              <a:gd name="connsiteY8" fmla="*/ 536521 h 688240"/>
              <a:gd name="connsiteX9" fmla="*/ 628004 w 688240"/>
              <a:gd name="connsiteY9" fmla="*/ 538297 h 688240"/>
              <a:gd name="connsiteX10" fmla="*/ 149944 w 688240"/>
              <a:gd name="connsiteY10" fmla="*/ 60236 h 688240"/>
              <a:gd name="connsiteX11" fmla="*/ 151719 w 688240"/>
              <a:gd name="connsiteY11" fmla="*/ 58770 h 688240"/>
              <a:gd name="connsiteX12" fmla="*/ 344120 w 688240"/>
              <a:gd name="connsiteY12" fmla="*/ 0 h 688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240" h="688240">
                <a:moveTo>
                  <a:pt x="60236" y="149944"/>
                </a:moveTo>
                <a:lnTo>
                  <a:pt x="538297" y="628005"/>
                </a:lnTo>
                <a:lnTo>
                  <a:pt x="536521" y="629470"/>
                </a:lnTo>
                <a:cubicBezTo>
                  <a:pt x="481599" y="666574"/>
                  <a:pt x="415390" y="688240"/>
                  <a:pt x="344120" y="688240"/>
                </a:cubicBezTo>
                <a:cubicBezTo>
                  <a:pt x="154068" y="688240"/>
                  <a:pt x="0" y="534172"/>
                  <a:pt x="0" y="344120"/>
                </a:cubicBezTo>
                <a:cubicBezTo>
                  <a:pt x="0" y="272851"/>
                  <a:pt x="21666" y="206641"/>
                  <a:pt x="58770" y="151719"/>
                </a:cubicBezTo>
                <a:close/>
                <a:moveTo>
                  <a:pt x="344120" y="0"/>
                </a:moveTo>
                <a:cubicBezTo>
                  <a:pt x="534172" y="0"/>
                  <a:pt x="688240" y="154068"/>
                  <a:pt x="688240" y="344120"/>
                </a:cubicBezTo>
                <a:cubicBezTo>
                  <a:pt x="688240" y="415390"/>
                  <a:pt x="666574" y="481599"/>
                  <a:pt x="629470" y="536521"/>
                </a:cubicBezTo>
                <a:lnTo>
                  <a:pt x="628004" y="538297"/>
                </a:lnTo>
                <a:lnTo>
                  <a:pt x="149944" y="60236"/>
                </a:lnTo>
                <a:lnTo>
                  <a:pt x="151719" y="58770"/>
                </a:lnTo>
                <a:cubicBezTo>
                  <a:pt x="206641" y="21666"/>
                  <a:pt x="272851" y="0"/>
                  <a:pt x="344120" y="0"/>
                </a:cubicBezTo>
                <a:close/>
              </a:path>
            </a:pathLst>
          </a:custGeom>
          <a:solidFill>
            <a:srgbClr val="FFFFFF">
              <a:lumMod val="75000"/>
            </a:srgbClr>
          </a:solidFill>
          <a:ln>
            <a:noFill/>
          </a:ln>
        </p:spPr>
        <p:style>
          <a:lnRef idx="2">
            <a:srgbClr val="1E6BC5">
              <a:shade val="50000"/>
            </a:srgbClr>
          </a:lnRef>
          <a:fillRef idx="1">
            <a:srgbClr val="1E6BC5"/>
          </a:fillRef>
          <a:effectRef idx="0">
            <a:srgbClr val="1E6BC5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3" name="任意多边形: 形状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4735727" y="6471300"/>
            <a:ext cx="135675" cy="135675"/>
          </a:xfrm>
          <a:custGeom>
            <a:avLst/>
            <a:gdLst>
              <a:gd name="connsiteX0" fmla="*/ 60236 w 688240"/>
              <a:gd name="connsiteY0" fmla="*/ 149944 h 688240"/>
              <a:gd name="connsiteX1" fmla="*/ 538297 w 688240"/>
              <a:gd name="connsiteY1" fmla="*/ 628005 h 688240"/>
              <a:gd name="connsiteX2" fmla="*/ 536521 w 688240"/>
              <a:gd name="connsiteY2" fmla="*/ 629470 h 688240"/>
              <a:gd name="connsiteX3" fmla="*/ 344120 w 688240"/>
              <a:gd name="connsiteY3" fmla="*/ 688240 h 688240"/>
              <a:gd name="connsiteX4" fmla="*/ 0 w 688240"/>
              <a:gd name="connsiteY4" fmla="*/ 344120 h 688240"/>
              <a:gd name="connsiteX5" fmla="*/ 58770 w 688240"/>
              <a:gd name="connsiteY5" fmla="*/ 151719 h 688240"/>
              <a:gd name="connsiteX6" fmla="*/ 344120 w 688240"/>
              <a:gd name="connsiteY6" fmla="*/ 0 h 688240"/>
              <a:gd name="connsiteX7" fmla="*/ 688240 w 688240"/>
              <a:gd name="connsiteY7" fmla="*/ 344120 h 688240"/>
              <a:gd name="connsiteX8" fmla="*/ 629470 w 688240"/>
              <a:gd name="connsiteY8" fmla="*/ 536521 h 688240"/>
              <a:gd name="connsiteX9" fmla="*/ 628004 w 688240"/>
              <a:gd name="connsiteY9" fmla="*/ 538297 h 688240"/>
              <a:gd name="connsiteX10" fmla="*/ 149944 w 688240"/>
              <a:gd name="connsiteY10" fmla="*/ 60236 h 688240"/>
              <a:gd name="connsiteX11" fmla="*/ 151719 w 688240"/>
              <a:gd name="connsiteY11" fmla="*/ 58770 h 688240"/>
              <a:gd name="connsiteX12" fmla="*/ 344120 w 688240"/>
              <a:gd name="connsiteY12" fmla="*/ 0 h 688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240" h="688240">
                <a:moveTo>
                  <a:pt x="60236" y="149944"/>
                </a:moveTo>
                <a:lnTo>
                  <a:pt x="538297" y="628005"/>
                </a:lnTo>
                <a:lnTo>
                  <a:pt x="536521" y="629470"/>
                </a:lnTo>
                <a:cubicBezTo>
                  <a:pt x="481599" y="666574"/>
                  <a:pt x="415390" y="688240"/>
                  <a:pt x="344120" y="688240"/>
                </a:cubicBezTo>
                <a:cubicBezTo>
                  <a:pt x="154068" y="688240"/>
                  <a:pt x="0" y="534172"/>
                  <a:pt x="0" y="344120"/>
                </a:cubicBezTo>
                <a:cubicBezTo>
                  <a:pt x="0" y="272851"/>
                  <a:pt x="21666" y="206641"/>
                  <a:pt x="58770" y="151719"/>
                </a:cubicBezTo>
                <a:close/>
                <a:moveTo>
                  <a:pt x="344120" y="0"/>
                </a:moveTo>
                <a:cubicBezTo>
                  <a:pt x="534172" y="0"/>
                  <a:pt x="688240" y="154068"/>
                  <a:pt x="688240" y="344120"/>
                </a:cubicBezTo>
                <a:cubicBezTo>
                  <a:pt x="688240" y="415390"/>
                  <a:pt x="666574" y="481599"/>
                  <a:pt x="629470" y="536521"/>
                </a:cubicBezTo>
                <a:lnTo>
                  <a:pt x="628004" y="538297"/>
                </a:lnTo>
                <a:lnTo>
                  <a:pt x="149944" y="60236"/>
                </a:lnTo>
                <a:lnTo>
                  <a:pt x="151719" y="58770"/>
                </a:lnTo>
                <a:cubicBezTo>
                  <a:pt x="206641" y="21666"/>
                  <a:pt x="272851" y="0"/>
                  <a:pt x="344120" y="0"/>
                </a:cubicBezTo>
                <a:close/>
              </a:path>
            </a:pathLst>
          </a:custGeom>
          <a:solidFill>
            <a:srgbClr val="FFFFFF">
              <a:lumMod val="75000"/>
            </a:srgbClr>
          </a:solidFill>
          <a:ln>
            <a:noFill/>
          </a:ln>
        </p:spPr>
        <p:style>
          <a:lnRef idx="2">
            <a:srgbClr val="1E6BC5">
              <a:shade val="50000"/>
            </a:srgbClr>
          </a:lnRef>
          <a:fillRef idx="1">
            <a:srgbClr val="1E6BC5"/>
          </a:fillRef>
          <a:effectRef idx="0">
            <a:srgbClr val="1E6BC5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4" name="任意多边形: 形状 13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252974" y="225625"/>
            <a:ext cx="135675" cy="135675"/>
          </a:xfrm>
          <a:custGeom>
            <a:avLst/>
            <a:gdLst>
              <a:gd name="connsiteX0" fmla="*/ 60236 w 688240"/>
              <a:gd name="connsiteY0" fmla="*/ 149944 h 688240"/>
              <a:gd name="connsiteX1" fmla="*/ 538297 w 688240"/>
              <a:gd name="connsiteY1" fmla="*/ 628005 h 688240"/>
              <a:gd name="connsiteX2" fmla="*/ 536521 w 688240"/>
              <a:gd name="connsiteY2" fmla="*/ 629470 h 688240"/>
              <a:gd name="connsiteX3" fmla="*/ 344120 w 688240"/>
              <a:gd name="connsiteY3" fmla="*/ 688240 h 688240"/>
              <a:gd name="connsiteX4" fmla="*/ 0 w 688240"/>
              <a:gd name="connsiteY4" fmla="*/ 344120 h 688240"/>
              <a:gd name="connsiteX5" fmla="*/ 58770 w 688240"/>
              <a:gd name="connsiteY5" fmla="*/ 151719 h 688240"/>
              <a:gd name="connsiteX6" fmla="*/ 344120 w 688240"/>
              <a:gd name="connsiteY6" fmla="*/ 0 h 688240"/>
              <a:gd name="connsiteX7" fmla="*/ 688240 w 688240"/>
              <a:gd name="connsiteY7" fmla="*/ 344120 h 688240"/>
              <a:gd name="connsiteX8" fmla="*/ 629470 w 688240"/>
              <a:gd name="connsiteY8" fmla="*/ 536521 h 688240"/>
              <a:gd name="connsiteX9" fmla="*/ 628004 w 688240"/>
              <a:gd name="connsiteY9" fmla="*/ 538297 h 688240"/>
              <a:gd name="connsiteX10" fmla="*/ 149944 w 688240"/>
              <a:gd name="connsiteY10" fmla="*/ 60236 h 688240"/>
              <a:gd name="connsiteX11" fmla="*/ 151719 w 688240"/>
              <a:gd name="connsiteY11" fmla="*/ 58770 h 688240"/>
              <a:gd name="connsiteX12" fmla="*/ 344120 w 688240"/>
              <a:gd name="connsiteY12" fmla="*/ 0 h 688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240" h="688240">
                <a:moveTo>
                  <a:pt x="60236" y="149944"/>
                </a:moveTo>
                <a:lnTo>
                  <a:pt x="538297" y="628005"/>
                </a:lnTo>
                <a:lnTo>
                  <a:pt x="536521" y="629470"/>
                </a:lnTo>
                <a:cubicBezTo>
                  <a:pt x="481599" y="666574"/>
                  <a:pt x="415390" y="688240"/>
                  <a:pt x="344120" y="688240"/>
                </a:cubicBezTo>
                <a:cubicBezTo>
                  <a:pt x="154068" y="688240"/>
                  <a:pt x="0" y="534172"/>
                  <a:pt x="0" y="344120"/>
                </a:cubicBezTo>
                <a:cubicBezTo>
                  <a:pt x="0" y="272851"/>
                  <a:pt x="21666" y="206641"/>
                  <a:pt x="58770" y="151719"/>
                </a:cubicBezTo>
                <a:close/>
                <a:moveTo>
                  <a:pt x="344120" y="0"/>
                </a:moveTo>
                <a:cubicBezTo>
                  <a:pt x="534172" y="0"/>
                  <a:pt x="688240" y="154068"/>
                  <a:pt x="688240" y="344120"/>
                </a:cubicBezTo>
                <a:cubicBezTo>
                  <a:pt x="688240" y="415390"/>
                  <a:pt x="666574" y="481599"/>
                  <a:pt x="629470" y="536521"/>
                </a:cubicBezTo>
                <a:lnTo>
                  <a:pt x="628004" y="538297"/>
                </a:lnTo>
                <a:lnTo>
                  <a:pt x="149944" y="60236"/>
                </a:lnTo>
                <a:lnTo>
                  <a:pt x="151719" y="58770"/>
                </a:lnTo>
                <a:cubicBezTo>
                  <a:pt x="206641" y="21666"/>
                  <a:pt x="272851" y="0"/>
                  <a:pt x="344120" y="0"/>
                </a:cubicBezTo>
                <a:close/>
              </a:path>
            </a:pathLst>
          </a:custGeom>
          <a:solidFill>
            <a:srgbClr val="FFFFFF">
              <a:lumMod val="75000"/>
            </a:srgbClr>
          </a:solidFill>
          <a:ln>
            <a:noFill/>
          </a:ln>
        </p:spPr>
        <p:style>
          <a:lnRef idx="2">
            <a:srgbClr val="1E6BC5">
              <a:shade val="50000"/>
            </a:srgbClr>
          </a:lnRef>
          <a:fillRef idx="1">
            <a:srgbClr val="1E6BC5"/>
          </a:fillRef>
          <a:effectRef idx="0">
            <a:srgbClr val="1E6BC5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5" name="任意多边形: 形状 14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252974" y="6496700"/>
            <a:ext cx="135675" cy="135675"/>
          </a:xfrm>
          <a:custGeom>
            <a:avLst/>
            <a:gdLst>
              <a:gd name="connsiteX0" fmla="*/ 60236 w 688240"/>
              <a:gd name="connsiteY0" fmla="*/ 149944 h 688240"/>
              <a:gd name="connsiteX1" fmla="*/ 538297 w 688240"/>
              <a:gd name="connsiteY1" fmla="*/ 628005 h 688240"/>
              <a:gd name="connsiteX2" fmla="*/ 536521 w 688240"/>
              <a:gd name="connsiteY2" fmla="*/ 629470 h 688240"/>
              <a:gd name="connsiteX3" fmla="*/ 344120 w 688240"/>
              <a:gd name="connsiteY3" fmla="*/ 688240 h 688240"/>
              <a:gd name="connsiteX4" fmla="*/ 0 w 688240"/>
              <a:gd name="connsiteY4" fmla="*/ 344120 h 688240"/>
              <a:gd name="connsiteX5" fmla="*/ 58770 w 688240"/>
              <a:gd name="connsiteY5" fmla="*/ 151719 h 688240"/>
              <a:gd name="connsiteX6" fmla="*/ 344120 w 688240"/>
              <a:gd name="connsiteY6" fmla="*/ 0 h 688240"/>
              <a:gd name="connsiteX7" fmla="*/ 688240 w 688240"/>
              <a:gd name="connsiteY7" fmla="*/ 344120 h 688240"/>
              <a:gd name="connsiteX8" fmla="*/ 629470 w 688240"/>
              <a:gd name="connsiteY8" fmla="*/ 536521 h 688240"/>
              <a:gd name="connsiteX9" fmla="*/ 628004 w 688240"/>
              <a:gd name="connsiteY9" fmla="*/ 538297 h 688240"/>
              <a:gd name="connsiteX10" fmla="*/ 149944 w 688240"/>
              <a:gd name="connsiteY10" fmla="*/ 60236 h 688240"/>
              <a:gd name="connsiteX11" fmla="*/ 151719 w 688240"/>
              <a:gd name="connsiteY11" fmla="*/ 58770 h 688240"/>
              <a:gd name="connsiteX12" fmla="*/ 344120 w 688240"/>
              <a:gd name="connsiteY12" fmla="*/ 0 h 688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240" h="688240">
                <a:moveTo>
                  <a:pt x="60236" y="149944"/>
                </a:moveTo>
                <a:lnTo>
                  <a:pt x="538297" y="628005"/>
                </a:lnTo>
                <a:lnTo>
                  <a:pt x="536521" y="629470"/>
                </a:lnTo>
                <a:cubicBezTo>
                  <a:pt x="481599" y="666574"/>
                  <a:pt x="415390" y="688240"/>
                  <a:pt x="344120" y="688240"/>
                </a:cubicBezTo>
                <a:cubicBezTo>
                  <a:pt x="154068" y="688240"/>
                  <a:pt x="0" y="534172"/>
                  <a:pt x="0" y="344120"/>
                </a:cubicBezTo>
                <a:cubicBezTo>
                  <a:pt x="0" y="272851"/>
                  <a:pt x="21666" y="206641"/>
                  <a:pt x="58770" y="151719"/>
                </a:cubicBezTo>
                <a:close/>
                <a:moveTo>
                  <a:pt x="344120" y="0"/>
                </a:moveTo>
                <a:cubicBezTo>
                  <a:pt x="534172" y="0"/>
                  <a:pt x="688240" y="154068"/>
                  <a:pt x="688240" y="344120"/>
                </a:cubicBezTo>
                <a:cubicBezTo>
                  <a:pt x="688240" y="415390"/>
                  <a:pt x="666574" y="481599"/>
                  <a:pt x="629470" y="536521"/>
                </a:cubicBezTo>
                <a:lnTo>
                  <a:pt x="628004" y="538297"/>
                </a:lnTo>
                <a:lnTo>
                  <a:pt x="149944" y="60236"/>
                </a:lnTo>
                <a:lnTo>
                  <a:pt x="151719" y="58770"/>
                </a:lnTo>
                <a:cubicBezTo>
                  <a:pt x="206641" y="21666"/>
                  <a:pt x="272851" y="0"/>
                  <a:pt x="344120" y="0"/>
                </a:cubicBezTo>
                <a:close/>
              </a:path>
            </a:pathLst>
          </a:custGeom>
          <a:solidFill>
            <a:srgbClr val="FFFFFF">
              <a:lumMod val="75000"/>
            </a:srgbClr>
          </a:solidFill>
          <a:ln>
            <a:noFill/>
          </a:ln>
        </p:spPr>
        <p:style>
          <a:lnRef idx="2">
            <a:srgbClr val="1E6BC5">
              <a:shade val="50000"/>
            </a:srgbClr>
          </a:lnRef>
          <a:fillRef idx="1">
            <a:srgbClr val="1E6BC5"/>
          </a:fillRef>
          <a:effectRef idx="0">
            <a:srgbClr val="1E6BC5"/>
          </a:effectRef>
          <a:fontRef idx="minor">
            <a:srgbClr val="FFFFFF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2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16" name="组合 15"/>
          <p:cNvGrpSpPr>
            <a:grpSpLocks noChangeAspect="1"/>
          </p:cNvGrpSpPr>
          <p:nvPr>
            <p:custDataLst>
              <p:tags r:id="rId13"/>
            </p:custDataLst>
          </p:nvPr>
        </p:nvGrpSpPr>
        <p:grpSpPr>
          <a:xfrm>
            <a:off x="3501847" y="1635256"/>
            <a:ext cx="686077" cy="598672"/>
            <a:chOff x="3213087" y="1347855"/>
            <a:chExt cx="723914" cy="631689"/>
          </a:xfrm>
          <a:solidFill>
            <a:srgbClr val="FFFFFF">
              <a:lumMod val="85000"/>
            </a:srgbClr>
          </a:solidFill>
        </p:grpSpPr>
        <p:sp>
          <p:nvSpPr>
            <p:cNvPr id="17" name="任意多边形: 形状 16"/>
            <p:cNvSpPr>
              <a:spLocks noChangeAspect="1"/>
            </p:cNvSpPr>
            <p:nvPr>
              <p:custDataLst>
                <p:tags r:id="rId14"/>
              </p:custDataLst>
            </p:nvPr>
          </p:nvSpPr>
          <p:spPr>
            <a:xfrm>
              <a:off x="3213087" y="1347855"/>
              <a:ext cx="311295" cy="631688"/>
            </a:xfrm>
            <a:custGeom>
              <a:avLst/>
              <a:gdLst>
                <a:gd name="connsiteX0" fmla="*/ 0 w 311295"/>
                <a:gd name="connsiteY0" fmla="*/ 0 h 631688"/>
                <a:gd name="connsiteX1" fmla="*/ 311295 w 311295"/>
                <a:gd name="connsiteY1" fmla="*/ 0 h 631688"/>
                <a:gd name="connsiteX2" fmla="*/ 311295 w 311295"/>
                <a:gd name="connsiteY2" fmla="*/ 278573 h 631688"/>
                <a:gd name="connsiteX3" fmla="*/ 92015 w 311295"/>
                <a:gd name="connsiteY3" fmla="*/ 631688 h 631688"/>
                <a:gd name="connsiteX4" fmla="*/ 80962 w 311295"/>
                <a:gd name="connsiteY4" fmla="*/ 613739 h 631688"/>
                <a:gd name="connsiteX5" fmla="*/ 33054 w 311295"/>
                <a:gd name="connsiteY5" fmla="*/ 568483 h 631688"/>
                <a:gd name="connsiteX6" fmla="*/ 20355 w 311295"/>
                <a:gd name="connsiteY6" fmla="*/ 561364 h 631688"/>
                <a:gd name="connsiteX7" fmla="*/ 150652 w 311295"/>
                <a:gd name="connsiteY7" fmla="*/ 311295 h 631688"/>
                <a:gd name="connsiteX8" fmla="*/ 0 w 311295"/>
                <a:gd name="connsiteY8" fmla="*/ 311295 h 631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1295" h="631688">
                  <a:moveTo>
                    <a:pt x="0" y="0"/>
                  </a:moveTo>
                  <a:lnTo>
                    <a:pt x="311295" y="0"/>
                  </a:lnTo>
                  <a:lnTo>
                    <a:pt x="311295" y="278573"/>
                  </a:lnTo>
                  <a:cubicBezTo>
                    <a:pt x="300365" y="511936"/>
                    <a:pt x="92393" y="629207"/>
                    <a:pt x="92015" y="631688"/>
                  </a:cubicBezTo>
                  <a:lnTo>
                    <a:pt x="80962" y="613739"/>
                  </a:lnTo>
                  <a:cubicBezTo>
                    <a:pt x="67726" y="597568"/>
                    <a:pt x="51617" y="582153"/>
                    <a:pt x="33054" y="568483"/>
                  </a:cubicBezTo>
                  <a:lnTo>
                    <a:pt x="20355" y="561364"/>
                  </a:lnTo>
                  <a:cubicBezTo>
                    <a:pt x="21645" y="561467"/>
                    <a:pt x="135315" y="475631"/>
                    <a:pt x="150652" y="311295"/>
                  </a:cubicBezTo>
                  <a:lnTo>
                    <a:pt x="0" y="31129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E6BC5">
                <a:shade val="50000"/>
              </a:srgbClr>
            </a:lnRef>
            <a:fillRef idx="1">
              <a:srgbClr val="1E6BC5"/>
            </a:fillRef>
            <a:effectRef idx="0">
              <a:srgbClr val="1E6BC5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8" name="任意多边形: 形状 17"/>
            <p:cNvSpPr>
              <a:spLocks noChangeAspect="1"/>
            </p:cNvSpPr>
            <p:nvPr>
              <p:custDataLst>
                <p:tags r:id="rId15"/>
              </p:custDataLst>
            </p:nvPr>
          </p:nvSpPr>
          <p:spPr>
            <a:xfrm>
              <a:off x="3625706" y="1347856"/>
              <a:ext cx="311295" cy="631688"/>
            </a:xfrm>
            <a:custGeom>
              <a:avLst/>
              <a:gdLst>
                <a:gd name="connsiteX0" fmla="*/ 0 w 311295"/>
                <a:gd name="connsiteY0" fmla="*/ 0 h 631688"/>
                <a:gd name="connsiteX1" fmla="*/ 311295 w 311295"/>
                <a:gd name="connsiteY1" fmla="*/ 0 h 631688"/>
                <a:gd name="connsiteX2" fmla="*/ 311295 w 311295"/>
                <a:gd name="connsiteY2" fmla="*/ 278573 h 631688"/>
                <a:gd name="connsiteX3" fmla="*/ 92015 w 311295"/>
                <a:gd name="connsiteY3" fmla="*/ 631688 h 631688"/>
                <a:gd name="connsiteX4" fmla="*/ 80961 w 311295"/>
                <a:gd name="connsiteY4" fmla="*/ 613739 h 631688"/>
                <a:gd name="connsiteX5" fmla="*/ 33054 w 311295"/>
                <a:gd name="connsiteY5" fmla="*/ 568483 h 631688"/>
                <a:gd name="connsiteX6" fmla="*/ 20355 w 311295"/>
                <a:gd name="connsiteY6" fmla="*/ 561364 h 631688"/>
                <a:gd name="connsiteX7" fmla="*/ 150652 w 311295"/>
                <a:gd name="connsiteY7" fmla="*/ 311295 h 631688"/>
                <a:gd name="connsiteX8" fmla="*/ 0 w 311295"/>
                <a:gd name="connsiteY8" fmla="*/ 311295 h 631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1295" h="631688">
                  <a:moveTo>
                    <a:pt x="0" y="0"/>
                  </a:moveTo>
                  <a:lnTo>
                    <a:pt x="311295" y="0"/>
                  </a:lnTo>
                  <a:lnTo>
                    <a:pt x="311295" y="278573"/>
                  </a:lnTo>
                  <a:cubicBezTo>
                    <a:pt x="300365" y="511936"/>
                    <a:pt x="92393" y="629207"/>
                    <a:pt x="92015" y="631688"/>
                  </a:cubicBezTo>
                  <a:lnTo>
                    <a:pt x="80961" y="613739"/>
                  </a:lnTo>
                  <a:cubicBezTo>
                    <a:pt x="67726" y="597568"/>
                    <a:pt x="51617" y="582153"/>
                    <a:pt x="33054" y="568483"/>
                  </a:cubicBezTo>
                  <a:lnTo>
                    <a:pt x="20355" y="561364"/>
                  </a:lnTo>
                  <a:cubicBezTo>
                    <a:pt x="21645" y="561467"/>
                    <a:pt x="135315" y="475631"/>
                    <a:pt x="150652" y="311295"/>
                  </a:cubicBezTo>
                  <a:lnTo>
                    <a:pt x="0" y="311295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rgbClr val="1E6BC5">
                <a:shade val="50000"/>
              </a:srgbClr>
            </a:lnRef>
            <a:fillRef idx="1">
              <a:srgbClr val="1E6BC5"/>
            </a:fillRef>
            <a:effectRef idx="0">
              <a:srgbClr val="1E6BC5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20000"/>
                </a:lnSpc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访客营销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5446259" y="1959431"/>
            <a:ext cx="1273859" cy="1138615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/02</a:t>
            </a:r>
          </a:p>
        </p:txBody>
      </p:sp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3704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275185" cy="70186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4643755" y="2041525"/>
            <a:ext cx="5638800" cy="3383915"/>
          </a:xfrm>
          <a:prstGeom prst="rect">
            <a:avLst/>
          </a:prstGeom>
          <a:noFill/>
        </p:spPr>
        <p:txBody>
          <a:bodyPr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Tx/>
              <a:buNone/>
            </a:pPr>
            <a:r>
              <a:rPr kumimoji="0" lang="en-US" altLang="zh-CN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1 </a:t>
            </a: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访客营销中，在公司信息及主营介绍栏目中，最好写上公司的主营优势产品。这样对于客人来说更好的了解公司。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Tx/>
              <a:buNone/>
            </a:pPr>
            <a:r>
              <a:rPr kumimoji="0" lang="en-US" altLang="zh-CN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2 想访客推广的产品一定要是热销的产品，与客户需求相关的产品。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Tx/>
              <a:buNone/>
            </a:pPr>
            <a:endParaRPr kumimoji="0" lang="zh-CN" altLang="en-US" sz="2000" b="0" i="0" u="none" strike="noStrike" kern="1200" cap="none" spc="150" normalizeH="0" baseline="0" noProof="0" dirty="0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523875" y="2207579"/>
            <a:ext cx="2644775" cy="2094194"/>
          </a:xfrm>
          <a:prstGeom prst="rect">
            <a:avLst/>
          </a:prstGeom>
          <a:noFill/>
        </p:spPr>
        <p:txBody>
          <a:bodyPr lIns="91440" tIns="45720" rIns="91440" bIns="45720" anchor="ctr" anchorCtr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</a:pPr>
            <a:r>
              <a:rPr kumimoji="0" lang="zh-CN" altLang="en-US" sz="4000" b="1" i="0" u="none" strike="noStrike" kern="1200" cap="none" spc="30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注意事项</a:t>
            </a: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754325" y="4301772"/>
            <a:ext cx="2157212" cy="125131"/>
          </a:xfrm>
          <a:prstGeom prst="rect">
            <a:avLst/>
          </a:prstGeom>
          <a:ln>
            <a:noFill/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2311400" y="946150"/>
            <a:ext cx="8893175" cy="4967288"/>
          </a:xfrm>
          <a:custGeom>
            <a:avLst/>
            <a:gdLst>
              <a:gd name="connsiteX0" fmla="*/ 5 w 14004"/>
              <a:gd name="connsiteY0" fmla="*/ 1622 h 7822"/>
              <a:gd name="connsiteX1" fmla="*/ 0 w 14004"/>
              <a:gd name="connsiteY1" fmla="*/ 0 h 7822"/>
              <a:gd name="connsiteX2" fmla="*/ 14004 w 14004"/>
              <a:gd name="connsiteY2" fmla="*/ 0 h 7822"/>
              <a:gd name="connsiteX3" fmla="*/ 14004 w 14004"/>
              <a:gd name="connsiteY3" fmla="*/ 7822 h 7822"/>
              <a:gd name="connsiteX4" fmla="*/ 0 w 14004"/>
              <a:gd name="connsiteY4" fmla="*/ 7822 h 7822"/>
              <a:gd name="connsiteX5" fmla="*/ 5 w 14004"/>
              <a:gd name="connsiteY5" fmla="*/ 6212 h 7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004" h="7822">
                <a:moveTo>
                  <a:pt x="5" y="1622"/>
                </a:moveTo>
                <a:lnTo>
                  <a:pt x="0" y="0"/>
                </a:lnTo>
                <a:lnTo>
                  <a:pt x="14004" y="0"/>
                </a:lnTo>
                <a:lnTo>
                  <a:pt x="14004" y="7822"/>
                </a:lnTo>
                <a:lnTo>
                  <a:pt x="0" y="7822"/>
                </a:lnTo>
                <a:lnTo>
                  <a:pt x="5" y="6212"/>
                </a:lnTo>
              </a:path>
            </a:pathLst>
          </a:custGeom>
          <a:noFill/>
          <a:ln w="19050">
            <a:solidFill>
              <a:sysClr val="window" lastClr="FFFFFF">
                <a:lumMod val="85000"/>
                <a:alpha val="75000"/>
              </a:sysClr>
            </a:solidFill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RFQ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5446259" y="1959431"/>
            <a:ext cx="1273859" cy="1138615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/03</a:t>
            </a:r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1435" y="47625"/>
            <a:ext cx="12243435" cy="67621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0960"/>
            <a:ext cx="12228195" cy="673544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77395" cy="69780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365" cy="688086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3171190" y="3345180"/>
            <a:ext cx="6078220" cy="84455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公海客户盘活及粉丝通</a:t>
            </a: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5446259" y="1959431"/>
            <a:ext cx="1273859" cy="1138615"/>
          </a:xfrm>
          <a:prstGeom prst="rect">
            <a:avLst/>
          </a:prstGeom>
          <a:noFill/>
          <a:ln w="117475">
            <a:noFill/>
          </a:ln>
        </p:spPr>
        <p:txBody>
          <a:bodyPr wrap="none" rtlCol="0">
            <a:prstTxWarp prst="textPlain">
              <a:avLst/>
            </a:prstTxWarp>
            <a:spAutoFit/>
          </a:bodyPr>
          <a:lstStyle/>
          <a:p>
            <a:r>
              <a:rPr lang="en-US" altLang="zh-CN" spc="100" dirty="0">
                <a:solidFill>
                  <a:schemeClr val="accent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/04</a:t>
            </a:r>
          </a:p>
        </p:txBody>
      </p:sp>
    </p:spTree>
    <p:custDataLst>
      <p:tags r:id="rId1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4554538" y="2042795"/>
            <a:ext cx="5199063" cy="2774950"/>
          </a:xfrm>
          <a:prstGeom prst="rect">
            <a:avLst/>
          </a:prstGeom>
          <a:noFill/>
        </p:spPr>
        <p:txBody>
          <a:bodyPr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Tx/>
              <a:buNone/>
            </a:pPr>
            <a:r>
              <a:rPr kumimoji="0" lang="en-US" altLang="zh-CN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1 </a:t>
            </a: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粉丝客户批量交换名片（客户管理</a:t>
            </a:r>
            <a:r>
              <a:rPr kumimoji="0" lang="en-US" altLang="zh-CN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——</a:t>
            </a: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粉丝列表）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Tx/>
              <a:buNone/>
            </a:pPr>
            <a:r>
              <a:rPr kumimoji="0" lang="en-US" altLang="zh-CN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2 </a:t>
            </a: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公海客户盘活（客户管理</a:t>
            </a:r>
            <a:r>
              <a:rPr kumimoji="0" lang="en-US" altLang="zh-CN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—</a:t>
            </a:r>
            <a:r>
              <a:rPr lang="en-US" altLang="zh-CN" sz="2000" spc="15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—</a:t>
            </a:r>
            <a:r>
              <a:rPr lang="zh-CN" altLang="en-US" sz="2000" spc="15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公海客户</a:t>
            </a: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）</a:t>
            </a: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523875" y="2207579"/>
            <a:ext cx="2644775" cy="2094194"/>
          </a:xfrm>
          <a:prstGeom prst="rect">
            <a:avLst/>
          </a:prstGeom>
          <a:noFill/>
        </p:spPr>
        <p:txBody>
          <a:bodyPr lIns="91440" tIns="45720" rIns="91440" bIns="45720" anchor="ctr" anchorCtr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</a:pPr>
            <a:r>
              <a:rPr kumimoji="0" lang="zh-CN" altLang="en-US" sz="4000" b="1" i="0" u="none" strike="noStrike" kern="1200" cap="none" spc="30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客户通</a:t>
            </a: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754325" y="4301772"/>
            <a:ext cx="2157212" cy="125131"/>
          </a:xfrm>
          <a:prstGeom prst="rect">
            <a:avLst/>
          </a:prstGeom>
          <a:ln>
            <a:noFill/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2311400" y="946150"/>
            <a:ext cx="8893175" cy="4967288"/>
          </a:xfrm>
          <a:custGeom>
            <a:avLst/>
            <a:gdLst>
              <a:gd name="connsiteX0" fmla="*/ 5 w 14004"/>
              <a:gd name="connsiteY0" fmla="*/ 1622 h 7822"/>
              <a:gd name="connsiteX1" fmla="*/ 0 w 14004"/>
              <a:gd name="connsiteY1" fmla="*/ 0 h 7822"/>
              <a:gd name="connsiteX2" fmla="*/ 14004 w 14004"/>
              <a:gd name="connsiteY2" fmla="*/ 0 h 7822"/>
              <a:gd name="connsiteX3" fmla="*/ 14004 w 14004"/>
              <a:gd name="connsiteY3" fmla="*/ 7822 h 7822"/>
              <a:gd name="connsiteX4" fmla="*/ 0 w 14004"/>
              <a:gd name="connsiteY4" fmla="*/ 7822 h 7822"/>
              <a:gd name="connsiteX5" fmla="*/ 5 w 14004"/>
              <a:gd name="connsiteY5" fmla="*/ 6212 h 7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004" h="7822">
                <a:moveTo>
                  <a:pt x="5" y="1622"/>
                </a:moveTo>
                <a:lnTo>
                  <a:pt x="0" y="0"/>
                </a:lnTo>
                <a:lnTo>
                  <a:pt x="14004" y="0"/>
                </a:lnTo>
                <a:lnTo>
                  <a:pt x="14004" y="7822"/>
                </a:lnTo>
                <a:lnTo>
                  <a:pt x="0" y="7822"/>
                </a:lnTo>
                <a:lnTo>
                  <a:pt x="5" y="6212"/>
                </a:lnTo>
              </a:path>
            </a:pathLst>
          </a:custGeom>
          <a:noFill/>
          <a:ln w="19050">
            <a:solidFill>
              <a:sysClr val="window" lastClr="FFFFFF">
                <a:lumMod val="85000"/>
                <a:alpha val="75000"/>
              </a:sysClr>
            </a:solidFill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4663123" y="2041525"/>
            <a:ext cx="5199063" cy="2774950"/>
          </a:xfrm>
          <a:prstGeom prst="rect">
            <a:avLst/>
          </a:prstGeom>
          <a:noFill/>
        </p:spPr>
        <p:txBody>
          <a:bodyPr lIns="91440" tIns="45720" rIns="91440" bIns="4572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2000"/>
              </a:spcAft>
              <a:buClrTx/>
              <a:buSzPct val="100000"/>
              <a:buFontTx/>
              <a:buNone/>
            </a:pP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每天发三个视频，可重复，定时拍摄新视频。视频绑定的产品九个全部加满（媒体中心</a:t>
            </a:r>
            <a:r>
              <a:rPr kumimoji="0" lang="en-US" altLang="zh-CN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——</a:t>
            </a:r>
            <a:r>
              <a:rPr kumimoji="0" lang="zh-CN" altLang="en-US" sz="2000" b="0" i="0" u="none" strike="noStrike" kern="1200" cap="none" spc="15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视频发布）</a:t>
            </a:r>
          </a:p>
        </p:txBody>
      </p:sp>
      <p:sp>
        <p:nvSpPr>
          <p:cNvPr id="12" name="文本框 11"/>
          <p:cNvSpPr txBox="1"/>
          <p:nvPr>
            <p:custDataLst>
              <p:tags r:id="rId3"/>
            </p:custDataLst>
          </p:nvPr>
        </p:nvSpPr>
        <p:spPr>
          <a:xfrm>
            <a:off x="523875" y="2207579"/>
            <a:ext cx="2644775" cy="2094194"/>
          </a:xfrm>
          <a:prstGeom prst="rect">
            <a:avLst/>
          </a:prstGeom>
          <a:noFill/>
        </p:spPr>
        <p:txBody>
          <a:bodyPr lIns="91440" tIns="45720" rIns="91440" bIns="45720" anchor="ctr" anchorCtr="1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</a:pPr>
            <a:r>
              <a:rPr kumimoji="0" lang="zh-CN" altLang="en-US" sz="4000" b="1" i="0" u="none" strike="noStrike" kern="1200" cap="none" spc="300" normalizeH="0" baseline="0" noProof="0" dirty="0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粉丝通</a:t>
            </a:r>
          </a:p>
        </p:txBody>
      </p:sp>
      <p:sp>
        <p:nvSpPr>
          <p:cNvPr id="3" name="矩形 2"/>
          <p:cNvSpPr/>
          <p:nvPr>
            <p:custDataLst>
              <p:tags r:id="rId4"/>
            </p:custDataLst>
          </p:nvPr>
        </p:nvSpPr>
        <p:spPr>
          <a:xfrm>
            <a:off x="754325" y="4301772"/>
            <a:ext cx="2157212" cy="125131"/>
          </a:xfrm>
          <a:prstGeom prst="rect">
            <a:avLst/>
          </a:prstGeom>
          <a:ln>
            <a:noFill/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ysClr val="windowText" lastClr="000000">
                  <a:lumMod val="85000"/>
                  <a:lumOff val="1500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2311400" y="946150"/>
            <a:ext cx="8893175" cy="4967288"/>
          </a:xfrm>
          <a:custGeom>
            <a:avLst/>
            <a:gdLst>
              <a:gd name="connsiteX0" fmla="*/ 5 w 14004"/>
              <a:gd name="connsiteY0" fmla="*/ 1622 h 7822"/>
              <a:gd name="connsiteX1" fmla="*/ 0 w 14004"/>
              <a:gd name="connsiteY1" fmla="*/ 0 h 7822"/>
              <a:gd name="connsiteX2" fmla="*/ 14004 w 14004"/>
              <a:gd name="connsiteY2" fmla="*/ 0 h 7822"/>
              <a:gd name="connsiteX3" fmla="*/ 14004 w 14004"/>
              <a:gd name="connsiteY3" fmla="*/ 7822 h 7822"/>
              <a:gd name="connsiteX4" fmla="*/ 0 w 14004"/>
              <a:gd name="connsiteY4" fmla="*/ 7822 h 7822"/>
              <a:gd name="connsiteX5" fmla="*/ 5 w 14004"/>
              <a:gd name="connsiteY5" fmla="*/ 6212 h 7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004" h="7822">
                <a:moveTo>
                  <a:pt x="5" y="1622"/>
                </a:moveTo>
                <a:lnTo>
                  <a:pt x="0" y="0"/>
                </a:lnTo>
                <a:lnTo>
                  <a:pt x="14004" y="0"/>
                </a:lnTo>
                <a:lnTo>
                  <a:pt x="14004" y="7822"/>
                </a:lnTo>
                <a:lnTo>
                  <a:pt x="0" y="7822"/>
                </a:lnTo>
                <a:lnTo>
                  <a:pt x="5" y="6212"/>
                </a:lnTo>
              </a:path>
            </a:pathLst>
          </a:custGeom>
          <a:noFill/>
          <a:ln w="19050">
            <a:solidFill>
              <a:sysClr val="window" lastClr="FFFFFF">
                <a:lumMod val="85000"/>
                <a:alpha val="75000"/>
              </a:sysClr>
            </a:solidFill>
          </a:ln>
        </p:spPr>
        <p:style>
          <a:lnRef idx="2">
            <a:srgbClr val="0AA7FC">
              <a:shade val="50000"/>
            </a:srgbClr>
          </a:lnRef>
          <a:fillRef idx="1">
            <a:srgbClr val="0AA7FC"/>
          </a:fillRef>
          <a:effectRef idx="0">
            <a:srgbClr val="0AA7FC"/>
          </a:effectRef>
          <a:fontRef idx="minor">
            <a:sysClr val="window" lastClr="FFFFFF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Thanks.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122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122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224"/>
  <p:tag name="KSO_WM_TEMPLATE_THUMBS_INDEX" val="1、4、6、10、13、14、15、17、20、24、25"/>
  <p:tag name="KSO_WM_TEMPLATE_SUBCATEGORY" val="0"/>
  <p:tag name="KSO_WM_TEMPLATE_MASTER_TYPE" val="0"/>
  <p:tag name="KSO_WM_TEMPLATE_COLOR_TYPE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1224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1224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6、10、13、14、15、17、20、24、25"/>
  <p:tag name="KSO_WM_TEMPLATE_SUBCATEGORY" val="0"/>
  <p:tag name="KSO_WM_TEMPLATE_COLOR_TYPE" val="0"/>
  <p:tag name="KSO_WM_TAG_VERSION" val="1.0"/>
  <p:tag name="KSO_WM_BEAUTIFY_FLAG" val="#wm#"/>
  <p:tag name="KSO_WM_TEMPLATE_CATEGORY" val="custom"/>
  <p:tag name="KSO_WM_TEMPLATE_INDEX" val="20191224"/>
  <p:tag name="KSO_WM_TEMPLATE_MASTER_TYPE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USESOURCEFORMAT_APPLY" val="1"/>
  <p:tag name="KSO_WM_UNIT_FILL_FORE_SCHEMECOLOR_INDEX" val="5"/>
  <p:tag name="KSO_WM_UNIT_FILL_TYPE" val="1"/>
  <p:tag name="KSO_WM_UNIT_TEXT_FILL_FORE_SCHEMECOLOR_INDEX" val="2"/>
  <p:tag name="KSO_WM_UNIT_TEXT_FILL_TYPE" val="1"/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_12*m_h_i*1_1_1"/>
  <p:tag name="KSO_WM_UNIT_LAYERLEVEL" val="1_1_1"/>
  <p:tag name="KSO_WM_TAG_VERSION" val="1.0"/>
  <p:tag name="KSO_WM_BEAUTIFY_FLAG" val="#wm#"/>
  <p:tag name="KSO_WM_SLIDE_BACKGROUND_TYPE" val="general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" val="14"/>
  <p:tag name="KSO_WM_UNIT_LINE_FILL_TYPE" val="2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  <p:tag name="KSO_WM_SLIDE_BACKGROUND_TYPE" val="general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2*i*3"/>
  <p:tag name="KSO_WM_UNIT_LAYERLEVEL" val="1"/>
  <p:tag name="KSO_WM_TAG_VERSION" val="1.0"/>
  <p:tag name="KSO_WM_BEAUTIFY_FLAG" val="#wm#"/>
  <p:tag name="KSO_WM_SLIDE_BACKGROUND_TYPE" val="general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2*i*4"/>
  <p:tag name="KSO_WM_UNIT_LAYERLEVEL" val="1"/>
  <p:tag name="KSO_WM_TAG_VERSION" val="1.0"/>
  <p:tag name="KSO_WM_BEAUTIFY_FLAG" val="#wm#"/>
  <p:tag name="KSO_WM_SLIDE_BACKGROUND_TYPE" val="general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2*i*5"/>
  <p:tag name="KSO_WM_UNIT_LAYERLEVEL" val="1"/>
  <p:tag name="KSO_WM_TAG_VERSION" val="1.0"/>
  <p:tag name="KSO_WM_BEAUTIFY_FLAG" val="#wm#"/>
  <p:tag name="KSO_WM_SLIDE_BACKGROUND_TYPE" val="general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USESOURCEFORMAT_APPLY" val="1"/>
  <p:tag name="KSO_WM_UNIT_FILL_FORE_SCHEMECOLOR_INDEX" val="5"/>
  <p:tag name="KSO_WM_UNIT_FILL_TYPE" val="1"/>
  <p:tag name="KSO_WM_UNIT_TEXT_FILL_FORE_SCHEMECOLOR_INDEX" val="2"/>
  <p:tag name="KSO_WM_UNIT_TEXT_FILL_TYPE" val="1"/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_12*m_h_i*1_1_1"/>
  <p:tag name="KSO_WM_UNIT_LAYERLEVEL" val="1_1_1"/>
  <p:tag name="KSO_WM_TAG_VERSION" val="1.0"/>
  <p:tag name="KSO_WM_BEAUTIFY_FLAG" val="#wm#"/>
  <p:tag name="KSO_WM_SLIDE_BACKGROUND_TYPE" val="general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" val="14"/>
  <p:tag name="KSO_WM_UNIT_LINE_FILL_TYPE" val="2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4*i*2"/>
  <p:tag name="KSO_WM_UNIT_LAYERLEVEL" val="1"/>
  <p:tag name="KSO_WM_TAG_VERSION" val="1.0"/>
  <p:tag name="KSO_WM_BEAUTIFY_FLAG" val="#wm#"/>
  <p:tag name="KSO_WM_SLIDE_BACKGROUND_TYPE" val="general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4*i*3"/>
  <p:tag name="KSO_WM_UNIT_LAYERLEVEL" val="1"/>
  <p:tag name="KSO_WM_TAG_VERSION" val="1.0"/>
  <p:tag name="KSO_WM_BEAUTIFY_FLAG" val="#wm#"/>
  <p:tag name="KSO_WM_SLIDE_BACKGROUND_TYPE" val="leftRight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4*i*4"/>
  <p:tag name="KSO_WM_UNIT_LAYERLEVEL" val="1"/>
  <p:tag name="KSO_WM_TAG_VERSION" val="1.0"/>
  <p:tag name="KSO_WM_BEAUTIFY_FLAG" val="#wm#"/>
  <p:tag name="KSO_WM_SLIDE_BACKGROUND_TYPE" val="leftRight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4*i*5"/>
  <p:tag name="KSO_WM_UNIT_LAYERLEVEL" val="1"/>
  <p:tag name="KSO_WM_TAG_VERSION" val="1.0"/>
  <p:tag name="KSO_WM_BEAUTIFY_FLAG" val="#wm#"/>
  <p:tag name="KSO_WM_SLIDE_BACKGROUND_TYPE" val="leftRight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USESOURCEFORMAT_APPLY" val="1"/>
  <p:tag name="KSO_WM_UNIT_FILL_FORE_SCHEMECOLOR_INDEX" val="5"/>
  <p:tag name="KSO_WM_UNIT_FILL_TYPE" val="1"/>
  <p:tag name="KSO_WM_UNIT_TEXT_FILL_FORE_SCHEMECOLOR_INDEX" val="2"/>
  <p:tag name="KSO_WM_UNIT_TEXT_FILL_TYPE" val="1"/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_12*m_h_i*1_1_1"/>
  <p:tag name="KSO_WM_UNIT_LAYERLEVEL" val="1_1_1"/>
  <p:tag name="KSO_WM_TAG_VERSION" val="1.0"/>
  <p:tag name="KSO_WM_BEAUTIFY_FLAG" val="#wm#"/>
  <p:tag name="KSO_WM_SLIDE_BACKGROUND_TYPE" val="topBottom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" val="14"/>
  <p:tag name="KSO_WM_UNIT_LINE_FILL_TYPE" val="2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5*i*2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5*i*3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5*i*4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5*i*5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USESOURCEFORMAT_APPLY" val="1"/>
  <p:tag name="KSO_WM_UNIT_FILL_FORE_SCHEMECOLOR_INDEX" val="5"/>
  <p:tag name="KSO_WM_UNIT_FILL_TYPE" val="1"/>
  <p:tag name="KSO_WM_UNIT_TEXT_FILL_FORE_SCHEMECOLOR_INDEX" val="2"/>
  <p:tag name="KSO_WM_UNIT_TEXT_FILL_TYPE" val="1"/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_12*m_h_i*1_1_1"/>
  <p:tag name="KSO_WM_UNIT_LAYERLEVEL" val="1_1_1"/>
  <p:tag name="KSO_WM_TAG_VERSION" val="1.0"/>
  <p:tag name="KSO_WM_BEAUTIFY_FLAG" val="#wm#"/>
  <p:tag name="KSO_WM_SLIDE_BACKGROUND_TYPE" val="general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" val="14"/>
  <p:tag name="KSO_WM_UNIT_LINE_FILL_TYPE" val="2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  <p:tag name="KSO_WM_SLIDE_BACKGROUND_TYPE" val="general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  <p:tag name="KSO_WM_SLIDE_BACKGROUND_TYPE" val="bottomTop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6*i*4"/>
  <p:tag name="KSO_WM_UNIT_LAYERLEVEL" val="1"/>
  <p:tag name="KSO_WM_TAG_VERSION" val="1.0"/>
  <p:tag name="KSO_WM_BEAUTIFY_FLAG" val="#wm#"/>
  <p:tag name="KSO_WM_SLIDE_BACKGROUND_TYPE" val="bottomTop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6*i*5"/>
  <p:tag name="KSO_WM_UNIT_LAYERLEVEL" val="1"/>
  <p:tag name="KSO_WM_TAG_VERSION" val="1.0"/>
  <p:tag name="KSO_WM_BEAUTIFY_FLAG" val="#wm#"/>
  <p:tag name="KSO_WM_SLIDE_BACKGROUND_TYPE" val="bottomTop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USESOURCEFORMAT_APPLY" val="1"/>
  <p:tag name="KSO_WM_UNIT_FILL_FORE_SCHEMECOLOR_INDEX" val="5"/>
  <p:tag name="KSO_WM_UNIT_FILL_TYPE" val="1"/>
  <p:tag name="KSO_WM_UNIT_TEXT_FILL_FORE_SCHEMECOLOR_INDEX" val="2"/>
  <p:tag name="KSO_WM_UNIT_TEXT_FILL_TYPE" val="1"/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_12*m_h_i*1_1_1"/>
  <p:tag name="KSO_WM_UNIT_LAYERLEVEL" val="1_1_1"/>
  <p:tag name="KSO_WM_TAG_VERSION" val="1.0"/>
  <p:tag name="KSO_WM_BEAUTIFY_FLAG" val="#wm#"/>
  <p:tag name="KSO_WM_SLIDE_BACKGROUND_TYPE" val="general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USESOURCEFORMAT_APPLY" val="1"/>
  <p:tag name="KSO_WM_UNIT_FILL_FORE_SCHEMECOLOR_INDEX" val="5"/>
  <p:tag name="KSO_WM_UNIT_FILL_TYPE" val="1"/>
  <p:tag name="KSO_WM_UNIT_TEXT_FILL_FORE_SCHEMECOLOR_INDEX" val="2"/>
  <p:tag name="KSO_WM_UNIT_TEXT_FILL_TYPE" val="1"/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_12*m_h_i*1_1_1"/>
  <p:tag name="KSO_WM_UNIT_LAYERLEVEL" val="1_1_1"/>
  <p:tag name="KSO_WM_TAG_VERSION" val="1.0"/>
  <p:tag name="KSO_WM_BEAUTIFY_FLAG" val="#wm#"/>
  <p:tag name="KSO_WM_SLIDE_BACKGROUND_TYPE" val="bel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" val="14"/>
  <p:tag name="KSO_WM_UNIT_LINE_FILL_TYPE" val="2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8*i*2"/>
  <p:tag name="KSO_WM_UNIT_LAYERLEVEL" val="1"/>
  <p:tag name="KSO_WM_TAG_VERSION" val="1.0"/>
  <p:tag name="KSO_WM_BEAUTIFY_FLAG" val="#wm#"/>
  <p:tag name="KSO_WM_SLIDE_BACKGROUND_TYPE" val="belt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  <p:tag name="KSO_WM_SLIDE_BACKGROUND_TYPE" val="belt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  <p:tag name="KSO_WM_SLIDE_BACKGROUND_TYPE" val="belt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  <p:tag name="KSO_WM_SLIDE_BACKGROUND_TYPE" val="belt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6595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6595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6595"/>
  <p:tag name="KSO_WM_TAG_VERSION" val="1.0"/>
  <p:tag name="KSO_WM_TEMPLATE_THUMBS_INDEX" val="1、2、3、7、8、9、10、11、12、13、15"/>
  <p:tag name="KSO_WM_BEAUTIFY_FLAG" val="#wm#"/>
  <p:tag name="KSO_WM_TEMPLATE_SUBCATEGORY" val="0"/>
  <p:tag name="KSO_WM_TEMPLATE_MASTER_TYPE" val="1"/>
  <p:tag name="KSO_WM_TEMPLATE_COLOR_TYPE" val="0"/>
  <p:tag name="KSO_WM_TEMPLATE_MASTER_THUMB_INDEX" val="14"/>
  <p:tag name="KSO_WM_UNIT_SHOW_EDIT_AREA_INDICATION" val="0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5"/>
  <p:tag name="KSO_WM_UNIT_LAYERLEVEL" val="1"/>
  <p:tag name="KSO_WM_TAG_VERSION" val="1.0"/>
  <p:tag name="KSO_WM_BEAUTIFY_FLAG" val="#wm#"/>
  <p:tag name="KSO_WM_UNIT_TYPE" val="y"/>
  <p:tag name="KSO_WM_UNIT_INDEX" val="5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6"/>
  <p:tag name="KSO_WM_UNIT_LAYERLEVEL" val="1"/>
  <p:tag name="KSO_WM_TAG_VERSION" val="1.0"/>
  <p:tag name="KSO_WM_BEAUTIFY_FLAG" val="#wm#"/>
  <p:tag name="KSO_WM_UNIT_TYPE" val="y"/>
  <p:tag name="KSO_WM_UNIT_INDEX" val="6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7"/>
  <p:tag name="KSO_WM_UNIT_LAYERLEVEL" val="1"/>
  <p:tag name="KSO_WM_TAG_VERSION" val="1.0"/>
  <p:tag name="KSO_WM_BEAUTIFY_FLAG" val="#wm#"/>
  <p:tag name="KSO_WM_UNIT_TYPE" val="y"/>
  <p:tag name="KSO_WM_UNIT_INDEX" val="7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8"/>
  <p:tag name="KSO_WM_UNIT_LAYERLEVEL" val="1"/>
  <p:tag name="KSO_WM_TAG_VERSION" val="1.0"/>
  <p:tag name="KSO_WM_BEAUTIFY_FLAG" val="#wm#"/>
  <p:tag name="KSO_WM_UNIT_TYPE" val="y"/>
  <p:tag name="KSO_WM_UNIT_INDEX" val="8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9"/>
  <p:tag name="KSO_WM_UNIT_LAYERLEVEL" val="1"/>
  <p:tag name="KSO_WM_TAG_VERSION" val="1.0"/>
  <p:tag name="KSO_WM_BEAUTIFY_FLAG" val="#wm#"/>
  <p:tag name="KSO_WM_UNIT_TYPE" val="y"/>
  <p:tag name="KSO_WM_UNIT_INDEX" val="9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0"/>
  <p:tag name="KSO_WM_UNIT_LAYERLEVEL" val="1"/>
  <p:tag name="KSO_WM_TAG_VERSION" val="1.0"/>
  <p:tag name="KSO_WM_BEAUTIFY_FLAG" val="#wm#"/>
  <p:tag name="KSO_WM_UNIT_TYPE" val="y"/>
  <p:tag name="KSO_WM_UNIT_INDEX" val="10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1"/>
  <p:tag name="KSO_WM_UNIT_LAYERLEVEL" val="1"/>
  <p:tag name="KSO_WM_TAG_VERSION" val="1.0"/>
  <p:tag name="KSO_WM_BEAUTIFY_FLAG" val="#wm#"/>
  <p:tag name="KSO_WM_UNIT_TYPE" val="y"/>
  <p:tag name="KSO_WM_UNIT_INDEX" val="11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2"/>
  <p:tag name="KSO_WM_UNIT_LAYERLEVEL" val="1"/>
  <p:tag name="KSO_WM_TAG_VERSION" val="1.0"/>
  <p:tag name="KSO_WM_BEAUTIFY_FLAG" val="#wm#"/>
  <p:tag name="KSO_WM_UNIT_TYPE" val="y"/>
  <p:tag name="KSO_WM_UNIT_INDEX" val="12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3"/>
  <p:tag name="KSO_WM_UNIT_LAYERLEVEL" val="1"/>
  <p:tag name="KSO_WM_TAG_VERSION" val="1.0"/>
  <p:tag name="KSO_WM_BEAUTIFY_FLAG" val="#wm#"/>
  <p:tag name="KSO_WM_UNIT_TYPE" val="y"/>
  <p:tag name="KSO_WM_UNIT_INDEX" val="13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q"/>
  <p:tag name="KSO_WM_UNIT_TYPE" val="i"/>
  <p:tag name="KSO_WM_UNIT_INDEX" val="1"/>
  <p:tag name="KSO_WM_UNIT_ID" val="_1*i*1"/>
  <p:tag name="KSO_WM_UNIT_LAYERLEVEL" val="1"/>
  <p:tag name="KSO_WM_TAG_VERSION" val="1.0"/>
  <p:tag name="KSO_WM_BEAUTIFY_FLAG" val="#wm#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0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2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3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4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5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6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general"/>
  <p:tag name="KSO_WM_SLIDE_BK_DARK_LIGHT" val="2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general"/>
  <p:tag name="KSO_WM_SLIDE_BK_DARK_LIGHT" val="2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general"/>
  <p:tag name="KSO_WM_SLIDE_BK_DARK_LIGHT" val="2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general"/>
  <p:tag name="KSO_WM_SLIDE_BK_DARK_LIGHT" val="2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general"/>
  <p:tag name="KSO_WM_SLIDE_BK_DARK_LIGHT" val="2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general"/>
  <p:tag name="KSO_WM_SLIDE_BK_DARK_LIGHT" val="2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frame"/>
  <p:tag name="KSO_WM_SLIDE_BK_DARK_LIGHT" val="2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frame"/>
  <p:tag name="KSO_WM_SLIDE_BK_DARK_LIGHT" val="2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frame"/>
  <p:tag name="KSO_WM_SLIDE_BK_DARK_LIGHT" val="2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  <p:tag name="KSO_WM_SLIDE_BACKGROUND_TYPE" val="frame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frame"/>
  <p:tag name="KSO_WM_SLIDE_BK_DARK_LIGHT" val="2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frame"/>
  <p:tag name="KSO_WM_SLIDE_BK_DARK_LIGHT" val="2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frame"/>
  <p:tag name="KSO_WM_SLIDE_BK_DARK_LIGHT" val="2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leftRight"/>
  <p:tag name="KSO_WM_SLIDE_BK_DARK_LIGHT" val="2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leftRight"/>
  <p:tag name="KSO_WM_SLIDE_BK_DARK_LIGHT" val="2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leftRight"/>
  <p:tag name="KSO_WM_SLIDE_BK_DARK_LIGHT" val="2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leftRight"/>
  <p:tag name="KSO_WM_SLIDE_BK_DARK_LIGHT" val="2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5*i*4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topBottom"/>
  <p:tag name="KSO_WM_SLIDE_BK_DARK_LIGHT" val="2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topBottom"/>
  <p:tag name="KSO_WM_SLIDE_BK_DARK_LIGHT" val="2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topBottom"/>
  <p:tag name="KSO_WM_SLIDE_BK_DARK_LIGHT" val="2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6*i*4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ottomTop"/>
  <p:tag name="KSO_WM_SLIDE_BK_DARK_LIGHT" val="2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ottomTop"/>
  <p:tag name="KSO_WM_SLIDE_BK_DARK_LIGHT" val="2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ottomTop"/>
  <p:tag name="KSO_WM_SLIDE_BK_DARK_LIGHT" val="2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8"/>
  <p:tag name="KSO_WM_UNIT_LAYERLEVEL" val="1"/>
  <p:tag name="KSO_WM_TAG_VERSION" val="1.0"/>
  <p:tag name="KSO_WM_BEAUTIFY_FLAG" val="#wm#"/>
  <p:tag name="KSO_WM_UNIT_TYPE" val="i"/>
  <p:tag name="KSO_WM_UNIT_INDEX" val="8"/>
  <p:tag name="KSO_WM_SLIDE_BACKGROUND_TYPE" val="belt"/>
  <p:tag name="KSO_WM_SLIDE_BK_DARK_LIGHT" val="2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SLIDE_BACKGROUND_TYPE" val="belt"/>
  <p:tag name="KSO_WM_SLIDE_BK_DARK_LIGHT" val="1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5"/>
  <p:tag name="KSO_WM_UNIT_LAYERLEVEL" val="1"/>
  <p:tag name="KSO_WM_TAG_VERSION" val="1.0"/>
  <p:tag name="KSO_WM_BEAUTIFY_FLAG" val="#wm#"/>
  <p:tag name="KSO_WM_UNIT_TYPE" val="i"/>
  <p:tag name="KSO_WM_UNIT_INDEX" val="5"/>
  <p:tag name="KSO_WM_SLIDE_BACKGROUND_TYPE" val="belt"/>
  <p:tag name="KSO_WM_SLIDE_BK_DARK_LIGHT" val="1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6"/>
  <p:tag name="KSO_WM_UNIT_LAYERLEVEL" val="1"/>
  <p:tag name="KSO_WM_TAG_VERSION" val="1.0"/>
  <p:tag name="KSO_WM_BEAUTIFY_FLAG" val="#wm#"/>
  <p:tag name="KSO_WM_UNIT_TYPE" val="i"/>
  <p:tag name="KSO_WM_UNIT_INDEX" val="6"/>
  <p:tag name="KSO_WM_SLIDE_BACKGROUND_TYPE" val="belt"/>
  <p:tag name="KSO_WM_SLIDE_BK_DARK_LIGHT" val="2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7"/>
  <p:tag name="KSO_WM_UNIT_LAYERLEVEL" val="1"/>
  <p:tag name="KSO_WM_TAG_VERSION" val="1.0"/>
  <p:tag name="KSO_WM_BEAUTIFY_FLAG" val="#wm#"/>
  <p:tag name="KSO_WM_UNIT_TYPE" val="i"/>
  <p:tag name="KSO_WM_UNIT_INDEX" val="7"/>
  <p:tag name="KSO_WM_SLIDE_BACKGROUND_TYPE" val="belt"/>
  <p:tag name="KSO_WM_SLIDE_BK_DARK_LIGHT" val="2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8"/>
  <p:tag name="KSO_WM_UNIT_LAYERLEVEL" val="1"/>
  <p:tag name="KSO_WM_TAG_VERSION" val="1.0"/>
  <p:tag name="KSO_WM_BEAUTIFY_FLAG" val="#wm#"/>
  <p:tag name="KSO_WM_UNIT_TYPE" val="i"/>
  <p:tag name="KSO_WM_UNIT_INDEX" val="8"/>
  <p:tag name="KSO_WM_SLIDE_BACKGROUND_TYPE" val="belt"/>
  <p:tag name="KSO_WM_SLIDE_BK_DARK_LIGHT" val="2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UNIT_TYPE" val="i"/>
  <p:tag name="KSO_WM_UNIT_INDEX" val="2"/>
  <p:tag name="KSO_WM_SLIDE_BACKGROUND_TYPE" val="belt"/>
  <p:tag name="KSO_WM_SLIDE_BK_DARK_LIGHT" val="2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3"/>
  <p:tag name="KSO_WM_UNIT_LAYERLEVEL" val="1"/>
  <p:tag name="KSO_WM_TAG_VERSION" val="1.0"/>
  <p:tag name="KSO_WM_BEAUTIFY_FLAG" val="#wm#"/>
  <p:tag name="KSO_WM_UNIT_TYPE" val="i"/>
  <p:tag name="KSO_WM_UNIT_INDEX" val="3"/>
  <p:tag name="KSO_WM_SLIDE_BACKGROUND_TYPE" val="belt"/>
  <p:tag name="KSO_WM_SLIDE_BK_DARK_LIGHT" val="2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4"/>
  <p:tag name="KSO_WM_UNIT_LAYERLEVEL" val="1"/>
  <p:tag name="KSO_WM_TAG_VERSION" val="1.0"/>
  <p:tag name="KSO_WM_BEAUTIFY_FLAG" val="#wm#"/>
  <p:tag name="KSO_WM_UNIT_TYPE" val="i"/>
  <p:tag name="KSO_WM_UNIT_INDEX" val="4"/>
  <p:tag name="KSO_WM_SLIDE_BACKGROUND_TYPE" val="belt"/>
  <p:tag name="KSO_WM_SLIDE_BK_DARK_LIGHT" val="2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224_1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224"/>
  <p:tag name="KSO_WM_SLIDE_LAYOUT" val="a_b"/>
  <p:tag name="KSO_WM_SLIDE_LAYOUT_CNT" val="1_3"/>
  <p:tag name="KSO_WM_SLIDE_TYPE" val="title"/>
  <p:tag name="KSO_WM_SLIDE_SUBTYPE" val="pureTxt"/>
  <p:tag name="KSO_WM_TEMPLATE_THUMBS_INDEX" val="1、4、6、10、13、14、15、17、20、24、25"/>
  <p:tag name="KSO_WM_TEMPLATE_SUBCATEGORY" val="0"/>
  <p:tag name="KSO_WM_TEMPLATE_MASTER_TYPE" val="0"/>
  <p:tag name="KSO_WM_TEMPLATE_COLOR_TYPE" val="0"/>
  <p:tag name="KSO_WM_SPECIAL_SOURCE" val="jmoperation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副标题"/>
  <p:tag name="KSO_WM_UNIT_VALUE" val="17"/>
  <p:tag name="KSO_WM_UNIT_HIGHLIGHT" val="0"/>
  <p:tag name="KSO_WM_UNIT_COMPATIBLE" val="0"/>
  <p:tag name="KSO_WM_UNIT_TYPE" val="b"/>
  <p:tag name="KSO_WM_UNIT_INDEX" val="1"/>
  <p:tag name="KSO_WM_UNIT_ID" val="custom20191224_1*b*1"/>
  <p:tag name="KSO_WM_TEMPLATE_CATEGORY" val="custom"/>
  <p:tag name="KSO_WM_TEMPLATE_INDEX" val="20191224"/>
  <p:tag name="KSO_WM_UNIT_LAYERLEVEL" val="1"/>
  <p:tag name="KSO_WM_TAG_VERSION" val="1.0"/>
  <p:tag name="KSO_WM_BEAUTIFY_FLAG" val="#wm#"/>
  <p:tag name="KSO_WM_UNIT_NOCLEAR" val="0"/>
  <p:tag name="KSO_WM_UNIT_DIAGRAM_ISNUMVISUAL" val="0"/>
  <p:tag name="KSO_WM_UNIT_DIAGRAM_ISREFERUNIT" val="0"/>
  <p:tag name="KSO_WM_UNIT_ISNUMDGMTITLE" val="0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企业培训"/>
  <p:tag name="KSO_WM_UNIT_VALUE" val="8"/>
  <p:tag name="KSO_WM_UNIT_HIGHLIGHT" val="0"/>
  <p:tag name="KSO_WM_UNIT_COMPATIBLE" val="0"/>
  <p:tag name="KSO_WM_UNIT_TYPE" val="a"/>
  <p:tag name="KSO_WM_UNIT_INDEX" val="1"/>
  <p:tag name="KSO_WM_UNIT_ID" val="custom20191224_1*a*1"/>
  <p:tag name="KSO_WM_TEMPLATE_CATEGORY" val="custom"/>
  <p:tag name="KSO_WM_TEMPLATE_INDEX" val="20191224"/>
  <p:tag name="KSO_WM_UNIT_LAYERLEVEL" val="1"/>
  <p:tag name="KSO_WM_TAG_VERSION" val="1.0"/>
  <p:tag name="KSO_WM_BEAUTIFY_FLAG" val="#wm#"/>
  <p:tag name="KSO_WM_UNIT_NOCLEAR" val="0"/>
  <p:tag name="KSO_WM_UNIT_DIAGRAM_ISNUMVISUAL" val="0"/>
  <p:tag name="KSO_WM_UNIT_DIAGRAM_ISREFERUNIT" val="0"/>
  <p:tag name="KSO_WM_UNIT_ISNUMDGMTITLE" val="0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汇报日期"/>
  <p:tag name="KSO_WM_UNIT_VALUE" val="10"/>
  <p:tag name="KSO_WM_UNIT_HIGHLIGHT" val="0"/>
  <p:tag name="KSO_WM_UNIT_COMPATIBLE" val="0"/>
  <p:tag name="KSO_WM_UNIT_TYPE" val="b"/>
  <p:tag name="KSO_WM_UNIT_INDEX" val="3"/>
  <p:tag name="KSO_WM_UNIT_ID" val="custom20191224_1*b*3"/>
  <p:tag name="KSO_WM_TEMPLATE_CATEGORY" val="custom"/>
  <p:tag name="KSO_WM_TEMPLATE_INDEX" val="20191224"/>
  <p:tag name="KSO_WM_UNIT_LAYERLEVEL" val="1"/>
  <p:tag name="KSO_WM_TAG_VERSION" val="1.0"/>
  <p:tag name="KSO_WM_BEAUTIFY_FLAG" val="#wm#"/>
  <p:tag name="KSO_WM_UNIT_NOCLEAR" val="0"/>
  <p:tag name="KSO_WM_UNIT_DIAGRAM_ISNUMVISUAL" val="0"/>
  <p:tag name="KSO_WM_UNIT_DIAGRAM_ISREFERUNIT" val="0"/>
  <p:tag name="KSO_WM_UNIT_ISNUMDGMTITLE" val="0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224_4"/>
  <p:tag name="KSO_WM_TEMPLATE_SUBCATEGORY" val="0"/>
  <p:tag name="KSO_WM_TEMPLATE_MASTER_TYPE" val="0"/>
  <p:tag name="KSO_WM_TEMPLATE_COLOR_TYPE" val="1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224"/>
  <p:tag name="KSO_WM_SLIDE_LAYOUT" val="a_b_l"/>
  <p:tag name="KSO_WM_SLIDE_LAYOUT_CNT" val="1_1_1"/>
  <p:tag name="KSO_WM_SPECIAL_SOURCE" val="jmoperation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1"/>
  <p:tag name="KSO_WM_UNIT_ID" val="custom20191224_4*l_i*1_1"/>
  <p:tag name="KSO_WM_TEMPLATE_CATEGORY" val="custom"/>
  <p:tag name="KSO_WM_TEMPLATE_INDEX" val="20191224"/>
  <p:tag name="KSO_WM_UNIT_LAYERLEVEL" val="1_1"/>
  <p:tag name="KSO_WM_TAG_VERSION" val="1.0"/>
  <p:tag name="KSO_WM_BEAUTIFY_FLAG" val="#wm#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" val="13"/>
  <p:tag name="KSO_WM_UNIT_TEXT_FILL_TYPE" val="1"/>
  <p:tag name="KSO_WM_UNIT_USESOURCEFORMAT_APPLY" val="1"/>
  <p:tag name="KSO_WM_UNIT_ISCONTENTSTITLE" val="0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b"/>
  <p:tag name="KSO_WM_UNIT_INDEX" val="1"/>
  <p:tag name="KSO_WM_UNIT_ID" val="custom20191224_4*b*1"/>
  <p:tag name="KSO_WM_TEMPLATE_CATEGORY" val="custom"/>
  <p:tag name="KSO_WM_TEMPLATE_INDEX" val="20191224"/>
  <p:tag name="KSO_WM_UNIT_LAYERLEVEL" val="1"/>
  <p:tag name="KSO_WM_TAG_VERSION" val="1.0"/>
  <p:tag name="KSO_WM_BEAUTIFY_FLAG" val="#wm#"/>
  <p:tag name="KSO_WM_UNIT_PRESET_TEXT" val="/ Contents"/>
  <p:tag name="KSO_WM_UNIT_ISNUMDGMTITLE" val="0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" val="13"/>
  <p:tag name="KSO_WM_UNIT_TEXT_FILL_TYPE" val="1"/>
  <p:tag name="KSO_WM_UNIT_USESOURCEFORMAT_APPLY" val="1"/>
  <p:tag name="KSO_WM_UNIT_ISCONTENTSTITLE" val="1"/>
  <p:tag name="KSO_WM_UNIT_NOCLEAR" val="0"/>
  <p:tag name="KSO_WM_UNIT_VALUE" val="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191224_4*a*1"/>
  <p:tag name="KSO_WM_TEMPLATE_CATEGORY" val="custom"/>
  <p:tag name="KSO_WM_TEMPLATE_INDEX" val="20191224"/>
  <p:tag name="KSO_WM_UNIT_LAYERLEVEL" val="1"/>
  <p:tag name="KSO_WM_TAG_VERSION" val="1.0"/>
  <p:tag name="KSO_WM_BEAUTIFY_FLAG" val="#wm#"/>
  <p:tag name="KSO_WM_UNIT_PRESET_TEXT" val="目 录"/>
  <p:tag name="KSO_WM_UNIT_ISNUMDGMTITLE" val="0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custom20191224_4*l_h_i*1_3_1"/>
  <p:tag name="KSO_WM_TEMPLATE_CATEGORY" val="custom"/>
  <p:tag name="KSO_WM_TEMPLATE_INDEX" val="20191224"/>
  <p:tag name="KSO_WM_UNIT_LAYERLEVEL" val="1_1_1"/>
  <p:tag name="KSO_WM_TAG_VERSION" val="1.0"/>
  <p:tag name="KSO_WM_BEAUTIFY_FLAG" val="#wm#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" val="13"/>
  <p:tag name="KSO_WM_UNIT_TEXT_FILL_TYPE" val="1"/>
  <p:tag name="KSO_WM_UNIT_USESOURCEFORMAT_APPLY" val="1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custom20191224_4*l_h_a*1_3_1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PRESET_TEXT" val="单击此处添加标题"/>
  <p:tag name="KSO_WM_UNIT_ISNUMDGMTITLE" val="0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" val="13"/>
  <p:tag name="KSO_WM_UNIT_TEXT_FILL_TYPE" val="1"/>
  <p:tag name="KSO_WM_UNIT_USESOURCEFORMAT_APPLY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191224_4*l_h_f*1_3_1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PRESET_TEXT" val="单击此处输入你的正文，文字是您思想的提炼，请尽量言简意赅的阐述观点"/>
  <p:tag name="KSO_WM_UNIT_SUBTYPE" val="a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" val="5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2"/>
  <p:tag name="KSO_WM_UNIT_ID" val="custom20191224_4*l_h_i*1_3_2"/>
  <p:tag name="KSO_WM_TEMPLATE_CATEGORY" val="custom"/>
  <p:tag name="KSO_WM_TEMPLATE_INDEX" val="20191224"/>
  <p:tag name="KSO_WM_UNIT_LAYERLEVEL" val="1_1_1"/>
  <p:tag name="KSO_WM_TAG_VERSION" val="1.0"/>
  <p:tag name="KSO_WM_BEAUTIFY_FLAG" val="#wm#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1"/>
  <p:tag name="KSO_WM_UNIT_ID" val="custom20191224_4*l_h_i*1_4_1"/>
  <p:tag name="KSO_WM_TEMPLATE_CATEGORY" val="custom"/>
  <p:tag name="KSO_WM_TEMPLATE_INDEX" val="20191224"/>
  <p:tag name="KSO_WM_UNIT_LAYERLEVEL" val="1_1_1"/>
  <p:tag name="KSO_WM_TAG_VERSION" val="1.0"/>
  <p:tag name="KSO_WM_BEAUTIFY_FLAG" val="#wm#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" val="13"/>
  <p:tag name="KSO_WM_UNIT_TEXT_FILL_TYPE" val="1"/>
  <p:tag name="KSO_WM_UNIT_USESOURCEFORMAT_APPLY" val="1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custom20191224_4*l_h_a*1_4_1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PRESET_TEXT" val="单击此处添加标题"/>
  <p:tag name="KSO_WM_UNIT_ISNUMDGMTITLE" val="0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" val="13"/>
  <p:tag name="KSO_WM_UNIT_TEXT_FILL_TYPE" val="1"/>
  <p:tag name="KSO_WM_UNIT_USESOURCEFORMAT_APPLY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191224_4*l_h_f*1_4_1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PRESET_TEXT" val="单击此处输入你的正文，文字是您思想的提炼，请尽量言简意赅的阐述观点"/>
  <p:tag name="KSO_WM_UNIT_SUBTYPE" val="a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" val="5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2"/>
  <p:tag name="KSO_WM_UNIT_ID" val="custom20191224_4*l_h_i*1_4_2"/>
  <p:tag name="KSO_WM_TEMPLATE_CATEGORY" val="custom"/>
  <p:tag name="KSO_WM_TEMPLATE_INDEX" val="20191224"/>
  <p:tag name="KSO_WM_UNIT_LAYERLEVEL" val="1_1_1"/>
  <p:tag name="KSO_WM_TAG_VERSION" val="1.0"/>
  <p:tag name="KSO_WM_BEAUTIFY_FLAG" val="#wm#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custom20191224_4*l_h_i*1_1_1"/>
  <p:tag name="KSO_WM_TEMPLATE_CATEGORY" val="custom"/>
  <p:tag name="KSO_WM_TEMPLATE_INDEX" val="20191224"/>
  <p:tag name="KSO_WM_UNIT_LAYERLEVEL" val="1_1_1"/>
  <p:tag name="KSO_WM_TAG_VERSION" val="1.0"/>
  <p:tag name="KSO_WM_BEAUTIFY_FLAG" val="#wm#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" val="13"/>
  <p:tag name="KSO_WM_UNIT_TEXT_FILL_TYPE" val="1"/>
  <p:tag name="KSO_WM_UNIT_USESOURCEFORMAT_APPLY" val="1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custom20191224_4*l_h_a*1_1_1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PRESET_TEXT" val="单击此处添加标题"/>
  <p:tag name="KSO_WM_UNIT_ISNUMDGMTITLE" val="0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" val="13"/>
  <p:tag name="KSO_WM_UNIT_TEXT_FILL_TYPE" val="1"/>
  <p:tag name="KSO_WM_UNIT_USESOURCEFORMAT_APPLY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191224_4*l_h_f*1_1_1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PRESET_TEXT" val="单击此处输入你的正文，文字是您思想的提炼，请尽量言简意赅的阐述观点"/>
  <p:tag name="KSO_WM_UNIT_SUBTYPE" val="a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" val="5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2"/>
  <p:tag name="KSO_WM_UNIT_ID" val="custom20191224_4*l_h_i*1_1_2"/>
  <p:tag name="KSO_WM_TEMPLATE_CATEGORY" val="custom"/>
  <p:tag name="KSO_WM_TEMPLATE_INDEX" val="20191224"/>
  <p:tag name="KSO_WM_UNIT_LAYERLEVEL" val="1_1_1"/>
  <p:tag name="KSO_WM_TAG_VERSION" val="1.0"/>
  <p:tag name="KSO_WM_BEAUTIFY_FLAG" val="#wm#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custom20191224_4*l_h_i*1_2_1"/>
  <p:tag name="KSO_WM_TEMPLATE_CATEGORY" val="custom"/>
  <p:tag name="KSO_WM_TEMPLATE_INDEX" val="20191224"/>
  <p:tag name="KSO_WM_UNIT_LAYERLEVEL" val="1_1_1"/>
  <p:tag name="KSO_WM_TAG_VERSION" val="1.0"/>
  <p:tag name="KSO_WM_BEAUTIFY_FLAG" val="#wm#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" val="13"/>
  <p:tag name="KSO_WM_UNIT_TEXT_FILL_TYPE" val="1"/>
  <p:tag name="KSO_WM_UNIT_USESOURCEFORMAT_APPLY" val="1"/>
  <p:tag name="KSO_WM_UNIT_ISCONTENTS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custom20191224_4*l_h_a*1_2_1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PRESET_TEXT" val="单击此处添加标题"/>
  <p:tag name="KSO_WM_UNIT_ISNUMDGMTITLE" val="0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" val="13"/>
  <p:tag name="KSO_WM_UNIT_TEXT_FILL_TYPE" val="1"/>
  <p:tag name="KSO_WM_UNIT_USESOURCEFORMAT_APPLY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191224_4*l_h_f*1_2_1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PRESET_TEXT" val="单击此处输入你的正文，文字是您思想的提炼，请尽量言简意赅的阐述观点"/>
  <p:tag name="KSO_WM_UNIT_SUBTYPE" val="a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" val="5"/>
  <p:tag name="KSO_WM_UNIT_TEXT_FILL_TYPE" val="1"/>
  <p:tag name="KSO_WM_UNIT_USESOURCEFORMAT_APPLY" val="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2"/>
  <p:tag name="KSO_WM_UNIT_ID" val="custom20191224_4*l_h_i*1_2_2"/>
  <p:tag name="KSO_WM_TEMPLATE_CATEGORY" val="custom"/>
  <p:tag name="KSO_WM_TEMPLATE_INDEX" val="20191224"/>
  <p:tag name="KSO_WM_UNIT_LAYERLEVEL" val="1_1_1"/>
  <p:tag name="KSO_WM_TAG_VERSION" val="1.0"/>
  <p:tag name="KSO_WM_BEAUTIFY_FLAG" val="#wm#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224_6"/>
  <p:tag name="KSO_WM_SLIDE_ITEM_CNT" val="0"/>
  <p:tag name="KSO_WM_SLIDE_INDEX" val="6"/>
  <p:tag name="KSO_WM_TAG_VERSION" val="1.0"/>
  <p:tag name="KSO_WM_BEAUTIFY_FLAG" val="#wm#"/>
  <p:tag name="KSO_WM_TEMPLATE_CATEGORY" val="custom"/>
  <p:tag name="KSO_WM_TEMPLATE_INDEX" val="20191224"/>
  <p:tag name="KSO_WM_SLIDE_LAYOUT" val="a_b_e"/>
  <p:tag name="KSO_WM_SLIDE_LAYOUT_CNT" val="1_1_1"/>
  <p:tag name="KSO_WM_SLIDE_TYPE" val="sectionTitle"/>
  <p:tag name="KSO_WM_SLIDE_SUBTYPE" val="pureTxt"/>
  <p:tag name="KSO_WM_TEMPLATE_SUBCATEGORY" val="0"/>
  <p:tag name="KSO_WM_TEMPLATE_MASTER_TYPE" val="0"/>
  <p:tag name="KSO_WM_TEMPLATE_COLOR_TYPE" val="0"/>
  <p:tag name="KSO_WM_SPECIAL_SOURCE" val="jmoperation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标题"/>
  <p:tag name="KSO_WM_UNIT_VALUE" val="9"/>
  <p:tag name="KSO_WM_UNIT_HIGHLIGHT" val="0"/>
  <p:tag name="KSO_WM_UNIT_COMPATIBLE" val="0"/>
  <p:tag name="KSO_WM_UNIT_TYPE" val="a"/>
  <p:tag name="KSO_WM_UNIT_INDEX" val="1"/>
  <p:tag name="KSO_WM_UNIT_ID" val="custom20191224_6*a*1"/>
  <p:tag name="KSO_WM_TEMPLATE_CATEGORY" val="custom"/>
  <p:tag name="KSO_WM_TEMPLATE_INDEX" val="20191224"/>
  <p:tag name="KSO_WM_UNIT_LAYERLEVEL" val="1"/>
  <p:tag name="KSO_WM_TAG_VERSION" val="1.0"/>
  <p:tag name="KSO_WM_BEAUTIFY_FLAG" val="#wm#"/>
  <p:tag name="KSO_WM_UNIT_NOCLEAR" val="0"/>
  <p:tag name="KSO_WM_UNIT_DIAGRAM_ISNUMVISUAL" val="0"/>
  <p:tag name="KSO_WM_UNIT_DIAGRAM_ISREFERUNIT" val="0"/>
  <p:tag name="KSO_WM_UNIT_ISNUMDGMTITLE" val="0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/01"/>
  <p:tag name="KSO_WM_UNIT_VALUE" val="16"/>
  <p:tag name="KSO_WM_UNIT_HIGHLIGHT" val="0"/>
  <p:tag name="KSO_WM_UNIT_COMPATIBLE" val="0"/>
  <p:tag name="KSO_WM_UNIT_TYPE" val="e"/>
  <p:tag name="KSO_WM_UNIT_INDEX" val="1"/>
  <p:tag name="KSO_WM_UNIT_ID" val="custom20191224_6*e*1"/>
  <p:tag name="KSO_WM_TEMPLATE_CATEGORY" val="custom"/>
  <p:tag name="KSO_WM_TEMPLATE_INDEX" val="20191224"/>
  <p:tag name="KSO_WM_UNIT_LAYERLEVEL" val="1"/>
  <p:tag name="KSO_WM_TAG_VERSION" val="1.0"/>
  <p:tag name="KSO_WM_BEAUTIFY_FLAG" val="#wm#"/>
  <p:tag name="KSO_WM_UNIT_NOCLEAR" val="0"/>
  <p:tag name="KSO_WM_UNIT_DIAGRAM_ISNUMVISUAL" val="0"/>
  <p:tag name="KSO_WM_UNIT_DIAGRAM_ISREFERUNIT" val="0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91224"/>
  <p:tag name="KSO_WM_CHIP_INFOS" val="{&quot;width&quot;:855.119,&quot;height&quot;:300.792,&quot;tags&quot;:{&quot;style&quot;:[&quot;商务&quot;,&quot;简约&quot;],&quot;coloring&quot;:[&quot;多彩色&quot;]},&quot;slide_type&quot;:[&quot;text&quot;],&quot;text&quot;:{&quot;align&quot;:[&quot;cm&quot;],&quot;direction&quot;:[&quot;horizontal&quot;]},&quot;type&quot;:&quot;diagram&quot;,&quot;match_code&quot;:&quot;m(h(a_f)h(a_f)h(a_f)h(a_f))&quot;,&quot;adjust_rule&quot;:{&quot;width_max&quot;:1026.14282,&quot;width_min&quot;:855.119,&quot;height_max&quot;:360.950378,&quot;height_min&quot;:300.792},&quot;zoom_adjust&quot;:20,&quot;fill_rule&quot;:{&quot;fill_mode&quot;:&quot;adaptive&quot;,&quot;fill_align&quot;:[&quot;cm&quot;]},&quot;adapt_layouttype&quot;:[&quot;topbottom&quot;,&quot;leftright&quot;,&quot;navigation&quot;,&quot;full&quot;]}"/>
  <p:tag name="KSO_WM_CHIP_XID" val="5ea8f909b578bff8f7541ad0"/>
  <p:tag name="KSO_WM_SLIDE_ID" val="custom20191224_11"/>
  <p:tag name="KSO_WM_TEMPLATE_SUBCATEGORY" val="0"/>
  <p:tag name="KSO_WM_TEMPLATE_MASTER_TYPE" val="0"/>
  <p:tag name="KSO_WM_TEMPLATE_COLOR_TYPE" val="1"/>
  <p:tag name="KSO_WM_SLIDE_TYPE" val="text"/>
  <p:tag name="KSO_WM_SLIDE_SUBTYPE" val="diag"/>
  <p:tag name="KSO_WM_SLIDE_ITEM_CNT" val="5"/>
  <p:tag name="KSO_WM_SLIDE_INDEX" val="11"/>
  <p:tag name="KSO_WM_SLIDE_SIZE" val="910*417"/>
  <p:tag name="KSO_WM_SLIDE_POSITION" val="0*53"/>
  <p:tag name="KSO_WM_DIAGRAM_GROUP_CODE" val="m1-1"/>
  <p:tag name="KSO_WM_SLIDE_DIAGTYPE" val="m"/>
  <p:tag name="KSO_WM_TAG_VERSION" val="1.0"/>
  <p:tag name="KSO_WM_SLIDE_LAYOUT" val="a_m"/>
  <p:tag name="KSO_WM_SLIDE_LAYOUT_CNT" val="1_1"/>
  <p:tag name="KSO_WM_SPECIAL_SOURCE" val="jmoperation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3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a"/>
  <p:tag name="KSO_WM_UNIT_INDEX" val="1"/>
  <p:tag name="KSO_WM_UNIT_ID" val="custom20191224_11*a*1"/>
  <p:tag name="KSO_WM_TEMPLATE_CATEGORY" val="custom"/>
  <p:tag name="KSO_WM_TEMPLATE_INDEX" val="20191224"/>
  <p:tag name="KSO_WM_UNIT_LAYERLEVEL" val="1"/>
  <p:tag name="KSO_WM_TAG_VERSION" val="1.0"/>
  <p:tag name="KSO_WM_BEAUTIFY_FLAG" val="#wm#"/>
  <p:tag name="KSO_WM_UNIT_PRESET_TEXT" val="流程规划"/>
  <p:tag name="KSO_WM_UNIT_TEXT_FILL_FORE_SCHEMECOLOR_INDEX" val="13"/>
  <p:tag name="KSO_WM_UNIT_TEXT_FILL_TYPE" val="1"/>
  <p:tag name="KSO_WM_UNIT_USESOURCEFORMAT_APPLY" val="1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i"/>
  <p:tag name="KSO_WM_UNIT_INDEX" val="1"/>
  <p:tag name="KSO_WM_UNIT_ID" val="custom20191224_11*i*1"/>
  <p:tag name="KSO_WM_TEMPLATE_CATEGORY" val="custom"/>
  <p:tag name="KSO_WM_TEMPLATE_INDEX" val="20191224"/>
  <p:tag name="KSO_WM_UNIT_LAYERLEVEL" val="1"/>
  <p:tag name="KSO_WM_TAG_VERSION" val="1.0"/>
  <p:tag name="KSO_WM_BEAUTIFY_FLAG" val="#wm#"/>
  <p:tag name="KSO_WM_UNIT_FILL_FORE_SCHEMECOLOR_INDEX" val="13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i"/>
  <p:tag name="KSO_WM_UNIT_INDEX" val="2"/>
  <p:tag name="KSO_WM_UNIT_ID" val="custom20191224_11*i*2"/>
  <p:tag name="KSO_WM_TEMPLATE_CATEGORY" val="custom"/>
  <p:tag name="KSO_WM_TEMPLATE_INDEX" val="20191224"/>
  <p:tag name="KSO_WM_UNIT_LAYERLEVEL" val="1"/>
  <p:tag name="KSO_WM_TAG_VERSION" val="1.0"/>
  <p:tag name="KSO_WM_BEAUTIFY_FLAG" val="#wm#"/>
  <p:tag name="KSO_WM_UNIT_LINE_FORE_SCHEMECOLOR_INDEX" val="14"/>
  <p:tag name="KSO_WM_UNIT_LINE_FILL_TYPE" val="2"/>
  <p:tag name="KSO_WM_UNIT_USESOURCEFORMAT_APPLY" val="1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custom20191224_11*m_h_i*1_1_1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USESOURCEFORMAT_APPLY" val="1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2"/>
  <p:tag name="KSO_WM_UNIT_ID" val="custom20191224_11*m_h_i*1_1_2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USESOURCEFORMAT_APPLY" val="1"/>
  <p:tag name="KSO_WM_UNIT_TEXT_FILL_FORE_SCHEMECOLOR_INDEX" val="14"/>
  <p:tag name="KSO_WM_UNIT_TEXT_FILL_TYPE" val="1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numdgm"/>
  <p:tag name="KSO_WM_UNIT_ISCONTENTSTITLE" val="0"/>
  <p:tag name="KSO_WM_UNIT_ISNUMDGMTITLE" val="0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1_1"/>
  <p:tag name="KSO_WM_UNIT_ID" val="custom20191224_11*m_h_a*1_1_1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PRESET_TEXT" val="添加标题"/>
  <p:tag name="KSO_WM_UNIT_USESOURCEFORMAT_APPLY" val="1"/>
  <p:tag name="KSO_WM_UNIT_TEXT_FILL_FORE_SCHEMECOLOR_INDEX" val="14"/>
  <p:tag name="KSO_WM_UNIT_TEXT_FILL_TYPE" val="1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numdgm"/>
  <p:tag name="KSO_WM_UNIT_SUBTYPE" val="a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custom20191224_11*m_h_f*1_1_1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USESOURCEFORMAT_APPLY" val="1"/>
  <p:tag name="KSO_WM_UNIT_TEXT_FILL_FORE_SCHEMECOLOR_INDEX" val="13"/>
  <p:tag name="KSO_WM_UNIT_TEXT_FILL_TYPE" val="1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custom20191224_11*m_h_i*1_2_1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USESOURCEFORMAT_APPLY" val="1"/>
  <p:tag name="KSO_WM_UNIT_FILL_FORE_SCHEMECOLOR_INDEX" val="6"/>
  <p:tag name="KSO_WM_UNIT_FILL_TYPE" val="1"/>
  <p:tag name="KSO_WM_UNIT_TEXT_FILL_FORE_SCHEMECOLOR_INDEX" val="2"/>
  <p:tag name="KSO_WM_UNIT_TEXT_FILL_TYPE" val="1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2"/>
  <p:tag name="KSO_WM_UNIT_ID" val="custom20191224_11*m_h_i*1_2_2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USESOURCEFORMAT_APPLY" val="1"/>
  <p:tag name="KSO_WM_UNIT_TEXT_FILL_FORE_SCHEMECOLOR_INDEX" val="14"/>
  <p:tag name="KSO_WM_UNIT_TEXT_FILL_TYPE" val="1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numdgm"/>
  <p:tag name="KSO_WM_UNIT_ISCONTENTSTITLE" val="0"/>
  <p:tag name="KSO_WM_UNIT_ISNUMDGMTITLE" val="0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2_1"/>
  <p:tag name="KSO_WM_UNIT_ID" val="custom20191224_11*m_h_a*1_2_1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PRESET_TEXT" val="添加标题"/>
  <p:tag name="KSO_WM_UNIT_USESOURCEFORMAT_APPLY" val="1"/>
  <p:tag name="KSO_WM_UNIT_TEXT_FILL_FORE_SCHEMECOLOR_INDEX" val="14"/>
  <p:tag name="KSO_WM_UNIT_TEXT_FILL_TYPE" val="1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numdgm"/>
  <p:tag name="KSO_WM_UNIT_SUBTYPE" val="a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custom20191224_11*m_h_f*1_2_1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USESOURCEFORMAT_APPLY" val="1"/>
  <p:tag name="KSO_WM_UNIT_TEXT_FILL_FORE_SCHEMECOLOR_INDEX" val="13"/>
  <p:tag name="KSO_WM_UNIT_TEXT_FILL_TYPE" val="1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custom20191224_11*m_h_i*1_3_1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USESOURCEFORMAT_APPLY" val="1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2"/>
  <p:tag name="KSO_WM_UNIT_ID" val="custom20191224_11*m_h_i*1_3_2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USESOURCEFORMAT_APPLY" val="1"/>
  <p:tag name="KSO_WM_UNIT_TEXT_FILL_FORE_SCHEMECOLOR_INDEX" val="14"/>
  <p:tag name="KSO_WM_UNIT_TEXT_FILL_TYPE" val="1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numdgm"/>
  <p:tag name="KSO_WM_UNIT_ISCONTENTSTITLE" val="0"/>
  <p:tag name="KSO_WM_UNIT_ISNUMDGMTITLE" val="0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3_1"/>
  <p:tag name="KSO_WM_UNIT_ID" val="custom20191224_11*m_h_a*1_3_1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PRESET_TEXT" val="添加标题"/>
  <p:tag name="KSO_WM_UNIT_USESOURCEFORMAT_APPLY" val="1"/>
  <p:tag name="KSO_WM_UNIT_TEXT_FILL_FORE_SCHEMECOLOR_INDEX" val="14"/>
  <p:tag name="KSO_WM_UNIT_TEXT_FILL_TYPE" val="1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numdgm"/>
  <p:tag name="KSO_WM_UNIT_SUBTYPE" val="a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custom20191224_11*m_h_f*1_3_1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USESOURCEFORMAT_APPLY" val="1"/>
  <p:tag name="KSO_WM_UNIT_TEXT_FILL_FORE_SCHEMECOLOR_INDEX" val="13"/>
  <p:tag name="KSO_WM_UNIT_TEXT_FILL_TYPE" val="1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1"/>
  <p:tag name="KSO_WM_UNIT_ID" val="custom20191224_11*m_h_i*1_4_1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USESOURCEFORMAT_APPLY" val="1"/>
  <p:tag name="KSO_WM_UNIT_FILL_FORE_SCHEMECOLOR_INDEX" val="8"/>
  <p:tag name="KSO_WM_UNIT_FILL_TYPE" val="1"/>
  <p:tag name="KSO_WM_UNIT_TEXT_FILL_FORE_SCHEMECOLOR_INDEX" val="2"/>
  <p:tag name="KSO_WM_UNIT_TEXT_FILL_TYPE" val="1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2"/>
  <p:tag name="KSO_WM_UNIT_ID" val="custom20191224_11*m_h_i*1_4_2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USESOURCEFORMAT_APPLY" val="1"/>
  <p:tag name="KSO_WM_UNIT_TEXT_FILL_FORE_SCHEMECOLOR_INDEX" val="14"/>
  <p:tag name="KSO_WM_UNIT_TEXT_FILL_TYPE" val="1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numdgm"/>
  <p:tag name="KSO_WM_UNIT_ISCONTENTSTITLE" val="0"/>
  <p:tag name="KSO_WM_UNIT_ISNUMDGMTITLE" val="0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4_1"/>
  <p:tag name="KSO_WM_UNIT_ID" val="custom20191224_11*m_h_a*1_4_1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PRESET_TEXT" val="添加标题"/>
  <p:tag name="KSO_WM_UNIT_USESOURCEFORMAT_APPLY" val="1"/>
  <p:tag name="KSO_WM_UNIT_TEXT_FILL_FORE_SCHEMECOLOR_INDEX" val="14"/>
  <p:tag name="KSO_WM_UNIT_TEXT_FILL_TYPE" val="1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numdgm"/>
  <p:tag name="KSO_WM_UNIT_SUBTYPE" val="a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4_1"/>
  <p:tag name="KSO_WM_UNIT_ID" val="custom20191224_11*m_h_f*1_4_1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USESOURCEFORMAT_APPLY" val="1"/>
  <p:tag name="KSO_WM_UNIT_TEXT_FILL_FORE_SCHEMECOLOR_INDEX" val="13"/>
  <p:tag name="KSO_WM_UNIT_TEXT_FILL_TYPE" val="1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1"/>
  <p:tag name="KSO_WM_UNIT_ID" val="custom20191224_11*m_i*1_1"/>
  <p:tag name="KSO_WM_TEMPLATE_CATEGORY" val="custom"/>
  <p:tag name="KSO_WM_TEMPLATE_INDEX" val="20191224"/>
  <p:tag name="KSO_WM_UNIT_LAYERLEVEL" val="1_1"/>
  <p:tag name="KSO_WM_TAG_VERSION" val="1.0"/>
  <p:tag name="KSO_WM_BEAUTIFY_FLAG" val="#wm#"/>
  <p:tag name="KSO_WM_UNIT_USESOURCEFORMAT_APPLY" val="1"/>
  <p:tag name="KSO_WM_UNIT_LINE_FORE_SCHEMECOLOR_INDEX" val="14"/>
  <p:tag name="KSO_WM_UNIT_LINE_FILL_TYPE" val="2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2"/>
  <p:tag name="KSO_WM_UNIT_ID" val="custom20191224_11*m_i*1_2"/>
  <p:tag name="KSO_WM_TEMPLATE_CATEGORY" val="custom"/>
  <p:tag name="KSO_WM_TEMPLATE_INDEX" val="20191224"/>
  <p:tag name="KSO_WM_UNIT_LAYERLEVEL" val="1_1"/>
  <p:tag name="KSO_WM_TAG_VERSION" val="1.0"/>
  <p:tag name="KSO_WM_BEAUTIFY_FLAG" val="#wm#"/>
  <p:tag name="KSO_WM_UNIT_USESOURCEFORMAT_APPLY" val="1"/>
  <p:tag name="KSO_WM_UNIT_LINE_FORE_SCHEMECOLOR_INDEX" val="14"/>
  <p:tag name="KSO_WM_UNIT_LINE_FILL_TYPE" val="2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3"/>
  <p:tag name="KSO_WM_UNIT_ID" val="custom20191224_11*m_i*1_3"/>
  <p:tag name="KSO_WM_TEMPLATE_CATEGORY" val="custom"/>
  <p:tag name="KSO_WM_TEMPLATE_INDEX" val="20191224"/>
  <p:tag name="KSO_WM_UNIT_LAYERLEVEL" val="1_1"/>
  <p:tag name="KSO_WM_TAG_VERSION" val="1.0"/>
  <p:tag name="KSO_WM_BEAUTIFY_FLAG" val="#wm#"/>
  <p:tag name="KSO_WM_UNIT_USESOURCEFORMAT_APPLY" val="1"/>
  <p:tag name="KSO_WM_UNIT_LINE_FORE_SCHEMECOLOR_INDEX" val="14"/>
  <p:tag name="KSO_WM_UNIT_LINE_FILL_TYPE" val="2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5_1"/>
  <p:tag name="KSO_WM_UNIT_ID" val="custom20191224_11*m_h_i*1_5_1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USESOURCEFORMAT_APPLY" val="1"/>
  <p:tag name="KSO_WM_UNIT_FILL_FORE_SCHEMECOLOR_INDEX" val="9"/>
  <p:tag name="KSO_WM_UNIT_FILL_TYPE" val="1"/>
  <p:tag name="KSO_WM_UNIT_TEXT_FILL_FORE_SCHEMECOLOR_INDEX" val="2"/>
  <p:tag name="KSO_WM_UNIT_TEXT_FILL_TYPE" val="1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5_2"/>
  <p:tag name="KSO_WM_UNIT_ID" val="custom20191224_11*m_h_i*1_5_2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USESOURCEFORMAT_APPLY" val="1"/>
  <p:tag name="KSO_WM_UNIT_TEXT_FILL_FORE_SCHEMECOLOR_INDEX" val="14"/>
  <p:tag name="KSO_WM_UNIT_TEXT_FILL_TYPE" val="1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numdgm"/>
  <p:tag name="KSO_WM_UNIT_ISCONTENTSTITLE" val="0"/>
  <p:tag name="KSO_WM_UNIT_ISNUMDGMTITLE" val="0"/>
  <p:tag name="KSO_WM_UNIT_NOCLEAR" val="0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a"/>
  <p:tag name="KSO_WM_UNIT_INDEX" val="1_5_1"/>
  <p:tag name="KSO_WM_UNIT_ID" val="custom20191224_11*m_h_a*1_5_1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PRESET_TEXT" val="添加标题"/>
  <p:tag name="KSO_WM_UNIT_USESOURCEFORMAT_APPLY" val="1"/>
  <p:tag name="KSO_WM_UNIT_TEXT_FILL_FORE_SCHEMECOLOR_INDEX" val="14"/>
  <p:tag name="KSO_WM_UNIT_TEXT_FILL_TYPE" val="1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numdgm"/>
  <p:tag name="KSO_WM_UNIT_SUBTYPE" val="a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5_1"/>
  <p:tag name="KSO_WM_UNIT_ID" val="custom20191224_11*m_h_f*1_5_1"/>
  <p:tag name="KSO_WM_TEMPLATE_CATEGORY" val="custom"/>
  <p:tag name="KSO_WM_TEMPLATE_INDEX" val="20191224"/>
  <p:tag name="KSO_WM_UNIT_LAYERLEVEL" val="1_1_1"/>
  <p:tag name="KSO_WM_TAG_VERSION" val="1.0"/>
  <p:tag name="KSO_WM_BEAUTIFY_FLAG" val="#wm#"/>
  <p:tag name="KSO_WM_UNIT_PRESET_TEXT" val="单击此处添加文本具体内容，简明扼要的阐述您的观点。"/>
  <p:tag name="KSO_WM_UNIT_USESOURCEFORMAT_APPLY" val="1"/>
  <p:tag name="KSO_WM_UNIT_TEXT_FILL_FORE_SCHEMECOLOR_INDEX" val="13"/>
  <p:tag name="KSO_WM_UNIT_TEXT_FILL_TYPE" val="1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numdgm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4"/>
  <p:tag name="KSO_WM_UNIT_ID" val="custom20191224_11*m_i*1_4"/>
  <p:tag name="KSO_WM_TEMPLATE_CATEGORY" val="custom"/>
  <p:tag name="KSO_WM_TEMPLATE_INDEX" val="20191224"/>
  <p:tag name="KSO_WM_UNIT_LAYERLEVEL" val="1_1"/>
  <p:tag name="KSO_WM_TAG_VERSION" val="1.0"/>
  <p:tag name="KSO_WM_BEAUTIFY_FLAG" val="#wm#"/>
  <p:tag name="KSO_WM_UNIT_USESOURCEFORMAT_APPLY" val="1"/>
  <p:tag name="KSO_WM_UNIT_LINE_FORE_SCHEMECOLOR_INDEX" val="14"/>
  <p:tag name="KSO_WM_UNIT_LINE_FILL_TYPE" val="2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i"/>
  <p:tag name="KSO_WM_UNIT_INDEX" val="3"/>
  <p:tag name="KSO_WM_UNIT_ID" val="custom20191224_11*i*3"/>
  <p:tag name="KSO_WM_TEMPLATE_CATEGORY" val="custom"/>
  <p:tag name="KSO_WM_TEMPLATE_INDEX" val="20191224"/>
  <p:tag name="KSO_WM_UNIT_LAYERLEVEL" val="1"/>
  <p:tag name="KSO_WM_TAG_VERSION" val="1.0"/>
  <p:tag name="KSO_WM_BEAUTIFY_FLAG" val="#wm#"/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i"/>
  <p:tag name="KSO_WM_UNIT_INDEX" val="4"/>
  <p:tag name="KSO_WM_UNIT_ID" val="custom20191224_11*i*4"/>
  <p:tag name="KSO_WM_TEMPLATE_CATEGORY" val="custom"/>
  <p:tag name="KSO_WM_TEMPLATE_INDEX" val="20191224"/>
  <p:tag name="KSO_WM_UNIT_LAYERLEVEL" val="1"/>
  <p:tag name="KSO_WM_TAG_VERSION" val="1.0"/>
  <p:tag name="KSO_WM_BEAUTIFY_FLAG" val="#wm#"/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i"/>
  <p:tag name="KSO_WM_UNIT_INDEX" val="5"/>
  <p:tag name="KSO_WM_UNIT_ID" val="custom20191224_11*i*5"/>
  <p:tag name="KSO_WM_TEMPLATE_CATEGORY" val="custom"/>
  <p:tag name="KSO_WM_TEMPLATE_INDEX" val="20191224"/>
  <p:tag name="KSO_WM_UNIT_LAYERLEVEL" val="1"/>
  <p:tag name="KSO_WM_TAG_VERSION" val="1.0"/>
  <p:tag name="KSO_WM_BEAUTIFY_FLAG" val="#wm#"/>
  <p:tag name="KSO_WM_UNIT_LINE_FORE_SCHEMECOLOR_INDEX" val="14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224_16"/>
  <p:tag name="KSO_WM_TEMPLATE_SUBCATEGORY" val="0"/>
  <p:tag name="KSO_WM_TEMPLATE_MASTER_TYPE" val="1"/>
  <p:tag name="KSO_WM_TEMPLATE_COLOR_TYPE" val="0"/>
  <p:tag name="KSO_WM_SLIDE_TYPE" val="text"/>
  <p:tag name="KSO_WM_SLIDE_SUBTYPE" val="picTxt"/>
  <p:tag name="KSO_WM_SLIDE_ITEM_CNT" val="0"/>
  <p:tag name="KSO_WM_SLIDE_INDEX" val="16"/>
  <p:tag name="KSO_WM_SLIDE_SIZE" val="820*459"/>
  <p:tag name="KSO_WM_SLIDE_POSITION" val="70*40"/>
  <p:tag name="KSO_WM_TAG_VERSION" val="1.0"/>
  <p:tag name="KSO_WM_BEAUTIFY_FLAG" val="#wm#"/>
  <p:tag name="KSO_WM_TEMPLATE_CATEGORY" val="custom"/>
  <p:tag name="KSO_WM_TEMPLATE_INDEX" val="20191224"/>
  <p:tag name="KSO_WM_SLIDE_LAYOUT" val="a_d_f"/>
  <p:tag name="KSO_WM_SLIDE_LAYOUT_CNT" val="1_1_1"/>
  <p:tag name="KSO_WM_SPECIAL_SOURCE" val="bdnull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619*1699"/>
  <p:tag name="KSO_WM_UNIT_HIGHLIGHT" val="0"/>
  <p:tag name="KSO_WM_UNIT_COMPATIBLE" val="0"/>
  <p:tag name="KSO_WM_UNIT_DIAGRAM_ISNUMVISUAL" val="0"/>
  <p:tag name="KSO_WM_UNIT_DIAGRAM_ISREFERUNIT" val="0"/>
  <p:tag name="KSO_WM_UNIT_TYPE" val="d"/>
  <p:tag name="KSO_WM_UNIT_INDEX" val="1"/>
  <p:tag name="KSO_WM_UNIT_ID" val="custom20191224_16*d*1"/>
  <p:tag name="KSO_WM_TEMPLATE_CATEGORY" val="custom"/>
  <p:tag name="KSO_WM_TEMPLATE_INDEX" val="20191224"/>
  <p:tag name="KSO_WM_UNIT_LAYERLEVEL" val="1"/>
  <p:tag name="KSO_WM_TAG_VERSION" val="1.0"/>
  <p:tag name="KSO_WM_BEAUTIFY_FLAG" val="#wm#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224_16*a*1"/>
  <p:tag name="KSO_WM_TEMPLATE_CATEGORY" val="custom"/>
  <p:tag name="KSO_WM_TEMPLATE_INDEX" val="20191224"/>
  <p:tag name="KSO_WM_UNIT_LAYERLEVEL" val="1"/>
  <p:tag name="KSO_WM_TAG_VERSION" val="1.0"/>
  <p:tag name="KSO_WM_BEAUTIFY_FLAG" val="#wm#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文本具体内容，简明扼要的阐述您的观点。&#10;根据需要可酌情增减文字，以便观者准确的理解您传达的思想。"/>
  <p:tag name="KSO_WM_UNIT_NOCLEAR" val="0"/>
  <p:tag name="KSO_WM_UNIT_VALUE" val="19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191224_16*f*1"/>
  <p:tag name="KSO_WM_TEMPLATE_CATEGORY" val="custom"/>
  <p:tag name="KSO_WM_TEMPLATE_INDEX" val="20191224"/>
  <p:tag name="KSO_WM_UNIT_LAYERLEVEL" val="1"/>
  <p:tag name="KSO_WM_TAG_VERSION" val="1.0"/>
  <p:tag name="KSO_WM_BEAUTIFY_FLAG" val="#wm#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1134"/>
  <p:tag name="KSO_WM_SLIDE_LAYOUT_INFO" val="{&quot;direction&quot;:0,&quot;horizontalAlign&quot;:-1,&quot;verticalAlign&quot;:-1,&quot;type&quot;:1,&quot;diagramDirection&quot;:0,&quot;canSetOverLayout&quot;:0,&quot;isOverLayout&quot;:0,&quot;backgroundInfo&quot;:[{&quot;type&quot;:&quot;general&quot;,&quot;left&quot;:&quot;NaN&quot;,&quot;top&quot;:&quot;NaN&quot;,&quot;right&quot;:&quot;NaN&quot;,&quot;bottom&quot;:&quot;NaN&quot;}]}"/>
  <p:tag name="KSO_WM_SLIDE_BACKGROUND" val="[&quot;general&quot;]"/>
  <p:tag name="KSO_WM_SLIDE_RATIO" val="1.777778"/>
  <p:tag name="KSO_WM_SLIDE_CAN_ADD_NAVIGATION" val="1"/>
  <p:tag name="KSO_WM_SLIDE_ID" val="diagram20201134_1"/>
  <p:tag name="KSO_WM_TEMPLATE_SUBCATEGORY" val="0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UNIT_SHOW_EDIT_AREA_INDICATION" val="1"/>
  <p:tag name="KSO_WM_SLIDE_SIZE" val="706.525*540"/>
  <p:tag name="KSO_WM_SLIDE_POSITION" val="27.9865*0"/>
  <p:tag name="KSO_WM_TAG_VERSION" val="1.0"/>
  <p:tag name="KSO_WM_SLIDE_LAYOUT" val="a_h"/>
  <p:tag name="KSO_WM_SLIDE_LAYOUT_CNT" val="1_1"/>
  <p:tag name="KSO_WM_SPECIAL_SOURCE" val="bdnull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0;0;0"/>
  <p:tag name="KSO_WM_UNIT_BLOCK" val="0"/>
  <p:tag name="KSO_WM_UNIT_PLACING_PICTURE" val="43649.4238686574"/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1_1"/>
  <p:tag name="KSO_WM_UNIT_ID" val="diagram20201134_1*h_i*1_1"/>
  <p:tag name="KSO_WM_TEMPLATE_CATEGORY" val="diagram"/>
  <p:tag name="KSO_WM_TEMPLATE_INDEX" val="20201134"/>
  <p:tag name="KSO_WM_UNIT_LAYERLEVEL" val="1_1"/>
  <p:tag name="KSO_WM_TAG_VERSION" val="1.0"/>
  <p:tag name="KSO_WM_BEAUTIFY_FLAG" val="#wm#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0;0;0"/>
  <p:tag name="KSO_WM_UNIT_BLOCK" val="0"/>
  <p:tag name="KSO_WM_UNIT_PLACING_PICTURE" val="43649.4238686574"/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1_3"/>
  <p:tag name="KSO_WM_UNIT_ID" val="diagram20201134_1*h_i*1_3"/>
  <p:tag name="KSO_WM_TEMPLATE_CATEGORY" val="diagram"/>
  <p:tag name="KSO_WM_TEMPLATE_INDEX" val="20201134"/>
  <p:tag name="KSO_WM_UNIT_LAYERLEVEL" val="1_1"/>
  <p:tag name="KSO_WM_TAG_VERSION" val="1.0"/>
  <p:tag name="KSO_WM_BEAUTIFY_FLAG" val="#wm#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0;0;0"/>
  <p:tag name="KSO_WM_UNIT_BLOCK" val="0"/>
  <p:tag name="KSO_WM_UNIT_PLACING_PICTURE" val="43649.4238686574"/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1_6"/>
  <p:tag name="KSO_WM_UNIT_ID" val="diagram20201134_1*h_i*1_6"/>
  <p:tag name="KSO_WM_TEMPLATE_CATEGORY" val="diagram"/>
  <p:tag name="KSO_WM_TEMPLATE_INDEX" val="20201134"/>
  <p:tag name="KSO_WM_UNIT_LAYERLEVEL" val="1_1"/>
  <p:tag name="KSO_WM_TAG_VERSION" val="1.0"/>
  <p:tag name="KSO_WM_BEAUTIFY_FLAG" val="#wm#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0;0;0"/>
  <p:tag name="KSO_WM_UNIT_BLOCK" val="0"/>
  <p:tag name="KSO_WM_UNIT_PLACING_PICTURE" val="43649.4238686574"/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1_7"/>
  <p:tag name="KSO_WM_UNIT_ID" val="diagram20201134_1*h_i*1_7"/>
  <p:tag name="KSO_WM_TEMPLATE_CATEGORY" val="diagram"/>
  <p:tag name="KSO_WM_TEMPLATE_INDEX" val="20201134"/>
  <p:tag name="KSO_WM_UNIT_LAYERLEVEL" val="1_1"/>
  <p:tag name="KSO_WM_TAG_VERSION" val="1.0"/>
  <p:tag name="KSO_WM_BEAUTIFY_FLAG" val="#wm#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0;0;0"/>
  <p:tag name="KSO_WM_UNIT_BLOCK" val="0"/>
  <p:tag name="KSO_WM_UNIT_PLACING_PICTURE" val="43649.4238686574"/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1_2"/>
  <p:tag name="KSO_WM_UNIT_ID" val="diagram20201134_1*h_i*1_2"/>
  <p:tag name="KSO_WM_TEMPLATE_CATEGORY" val="diagram"/>
  <p:tag name="KSO_WM_TEMPLATE_INDEX" val="20201134"/>
  <p:tag name="KSO_WM_UNIT_LAYERLEVEL" val="1_1"/>
  <p:tag name="KSO_WM_TAG_VERSION" val="1.0"/>
  <p:tag name="KSO_WM_BEAUTIFY_FLAG" val="#wm#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0;0;0"/>
  <p:tag name="KSO_WM_UNIT_BLOCK" val="0"/>
  <p:tag name="KSO_WM_UNIT_PLACING_PICTURE" val="43649.4238686574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h_g"/>
  <p:tag name="KSO_WM_UNIT_INDEX" val="1_1"/>
  <p:tag name="KSO_WM_UNIT_ID" val="diagram20201134_1*h_g*1_1"/>
  <p:tag name="KSO_WM_TEMPLATE_CATEGORY" val="diagram"/>
  <p:tag name="KSO_WM_TEMPLATE_INDEX" val="20201134"/>
  <p:tag name="KSO_WM_UNIT_LAYERLEVEL" val="1_1"/>
  <p:tag name="KSO_WM_TAG_VERSION" val="1.0"/>
  <p:tag name="KSO_WM_BEAUTIFY_FLAG" val="#wm#"/>
  <p:tag name="KSO_WM_UNIT_PRESET_TEXT" val="输入批注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1_4"/>
  <p:tag name="KSO_WM_UNIT_ID" val="diagram20201134_1*h_i*1_4"/>
  <p:tag name="KSO_WM_TEMPLATE_CATEGORY" val="diagram"/>
  <p:tag name="KSO_WM_TEMPLATE_INDEX" val="20201134"/>
  <p:tag name="KSO_WM_UNIT_LAYERLEVEL" val="1_1"/>
  <p:tag name="KSO_WM_TAG_VERSION" val="1.0"/>
  <p:tag name="KSO_WM_BEAUTIFY_FLAG" val="#wm#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h_i"/>
  <p:tag name="KSO_WM_UNIT_INDEX" val="1_5"/>
  <p:tag name="KSO_WM_UNIT_ID" val="diagram20201134_1*h_i*1_5"/>
  <p:tag name="KSO_WM_TEMPLATE_CATEGORY" val="diagram"/>
  <p:tag name="KSO_WM_TEMPLATE_INDEX" val="20201134"/>
  <p:tag name="KSO_WM_UNIT_LAYERLEVEL" val="1_1"/>
  <p:tag name="KSO_WM_TAG_VERSION" val="1.0"/>
  <p:tag name="KSO_WM_BEAUTIFY_FLAG" val="#wm#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0328"/>
  <p:tag name="KSO_WM_SLIDE_ID" val="diagram20200328_1"/>
  <p:tag name="KSO_WM_TEMPLATE_SUBCATEGORY" val="1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888*444"/>
  <p:tag name="KSO_WM_SLIDE_POSITION" val="36*47"/>
  <p:tag name="KSO_WM_TAG_VERSION" val="1.0"/>
  <p:tag name="KSO_WM_SLIDE_LAYOUT" val="a_d"/>
  <p:tag name="KSO_WM_SLIDE_LAYOUT_CNT" val="1_1"/>
  <p:tag name="KSO_WM_UNIT_SHOW_EDIT_AREA_INDICATION" val="1"/>
  <p:tag name="KSO_WM_SLIDE_LAYOUT_INFO" val="{&quot;direction&quot;:1,&quot;horizontalAlign&quot;:-1,&quot;verticalAlign&quot;:-1,&quot;type&quot;:0,&quot;diagramDirection&quot;:0,&quot;canSetOverLayout&quot;:0,&quot;isOverLayout&quot;:0,&quot;margin&quot;:{&quot;left&quot;:1.27,&quot;top&quot;:1.69,&quot;right&quot;:1.27,&quot;bottom&quot;:1.69},&quot;normalSize&quot;:{&quot;size1&quot;:50.1},&quot;minSize&quot;:{&quot;size1&quot;:38.4},&quot;maxSize&quot;:{&quot;size1&quot;:64.0},&quot;edge&quot;:{&quot;left&quot;:true,&quot;top&quot;:true,&quot;right&quot;:true,&quot;bottom&quot;:true},&quot;backgroundInfo&quot;:[{&quot;type&quot;:&quot;general&quot;,&quot;left&quot;:0.0,&quot;top&quot;:0.0,&quot;right&quot;:0.0,&quot;bottom&quot;:0.0,&quot;leftAbs&quot;:false,&quot;topAbs&quot;:false,&quot;rightAbs&quot;:false,&quot;bottomAbs&quot;:false},{&quot;type&quot;:&quot;frame&quot;,&quot;left&quot;:0.0,&quot;top&quot;:0.0,&quot;right&quot;:0.0,&quot;bottom&quot;:0.0,&quot;leftAbs&quot;:false,&quot;topAbs&quot;:false,&quot;rightAbs&quot;:false,&quot;bottomAbs&quot;:false}],&quot;subLayout&quot;:[{&quot;direction&quot;:0,&quot;horizontalAlign&quot;:2,&quot;verticalAlign&quot;:1,&quot;type&quot;:0,&quot;diagramDirection&quot;:0,&quot;canSetOverLayout&quot;:0,&quot;isOverLayout&quot;:0,&quot;margin&quot;:{&quot;left&quot;:1.27,&quot;top&quot;:1.69,&quot;right&quot;:0.026,&quot;bottom&quot;:1.69},&quot;edge&quot;:{&quot;left&quot;:true,&quot;top&quot;:true,&quot;right&quot;:false,&quot;bottom&quot;:true},&quot;backgroundInfo&quot;:[{&quot;type&quot;:&quot;leftRight&quot;,&quot;left&quot;:0.0,&quot;top&quot;:0.0,&quot;right&quot;:0.336604685,&quot;bottom&quot;:0.0,&quot;leftAbs&quot;:false,&quot;topAbs&quot;:false,&quot;rightAbs&quot;:false,&quot;bottomAbs&quot;:false}]},{&quot;direction&quot;:0,&quot;horizontalAlign&quot;:-1,&quot;verticalAlign&quot;:-1,&quot;type&quot;:0,&quot;diagramDirection&quot;:0,&quot;canSetOverLayout&quot;:0,&quot;isOverLayout&quot;:0,&quot;margin&quot;:{&quot;left&quot;:2.17,&quot;top&quot;:5.28,&quot;right&quot;:3.43,&quot;bottom&quot;:5.28},&quot;edge&quot;:{&quot;left&quot;:false,&quot;top&quot;:true,&quot;right&quot;:true,&quot;bottom&quot;:true}}]}"/>
  <p:tag name="KSO_WM_SLIDE_CAN_ADD_NAVIGATION" val="1"/>
  <p:tag name="KSO_WM_SLIDE_BACKGROUND" val="[&quot;general&quot;,&quot;frame&quot;,&quot;leftRight&quot;]"/>
  <p:tag name="KSO_WM_SLIDE_RATIO" val="1.777778"/>
  <p:tag name="KSO_WM_SPECIAL_SOURCE" val="bdnull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00328_1*i*3"/>
  <p:tag name="KSO_WM_TEMPLATE_CATEGORY" val="diagram"/>
  <p:tag name="KSO_WM_TEMPLATE_INDEX" val="20200328"/>
  <p:tag name="KSO_WM_UNIT_LAYERLEVEL" val="1"/>
  <p:tag name="KSO_WM_TAG_VERSION" val="1.0"/>
  <p:tag name="KSO_WM_BEAUTIFY_FLAG" val="#wm#"/>
  <p:tag name="KSO_WM_UNIT_BLOCK" val="0"/>
  <p:tag name="KSO_WM_UNIT_SM_LIMIT_TYPE" val="1"/>
  <p:tag name="KSO_WM_UNIT_DECORATE_INFO" val="{&quot;DecorateInfoX&quot;:{&quot;IsLeft&quot;:true,&quot;IsRight&quot;:false,&quot;IsAbs&quot;:true},&quot;DecorateInfoY&quot;:{&quot;IsTop&quot;:true,&quot;IsBottom&quot;:false,&quot;IsAbs&quot;:true}}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0328_1*i*2"/>
  <p:tag name="KSO_WM_TEMPLATE_CATEGORY" val="diagram"/>
  <p:tag name="KSO_WM_TEMPLATE_INDEX" val="20200328"/>
  <p:tag name="KSO_WM_UNIT_LAYERLEVEL" val="1"/>
  <p:tag name="KSO_WM_TAG_VERSION" val="1.0"/>
  <p:tag name="KSO_WM_BEAUTIFY_FLAG" val="#wm#"/>
  <p:tag name="KSO_WM_UNIT_PLACING_PICTURE_MD4" val="0"/>
  <p:tag name="KSO_WM_UNIT_BLOCK" val="0"/>
  <p:tag name="KSO_WM_UNIT_SM_LIMIT_TYPE" val="1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91224"/>
  <p:tag name="KSO_WM_TAG_VERSION" val="1.0"/>
  <p:tag name="KSO_WM_SLIDE_ID" val="custom20191224_12"/>
  <p:tag name="KSO_WM_SLIDE_INDEX" val="12"/>
  <p:tag name="KSO_WM_SLIDE_ITEM_CNT" val="0"/>
  <p:tag name="KSO_WM_SLIDE_LAYOUT" val="a_f"/>
  <p:tag name="KSO_WM_SLIDE_LAYOUT_CNT" val="1_1"/>
  <p:tag name="KSO_WM_SLIDE_TYPE" val="text"/>
  <p:tag name="KSO_WM_SLIDE_SUBTYPE" val="pureTxt"/>
  <p:tag name="KSO_WM_BEAUTIFY_FLAG" val="#wm#"/>
  <p:tag name="KSO_WM_SLIDE_POSITION" val="70*46"/>
  <p:tag name="KSO_WM_SLIDE_SIZE" val="821*321"/>
  <p:tag name="KSO_WM_TEMPLATE_SUBCATEGORY" val="0"/>
  <p:tag name="KSO_WM_TEMPLATE_MASTER_TYPE" val="0"/>
  <p:tag name="KSO_WM_TEMPLATE_COLOR_TYPE" val="0"/>
  <p:tag name="KSO_WM_SPECIAL_SOURCE" val="jmoperation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91224"/>
  <p:tag name="KSO_WM_UNIT_TYPE" val="f"/>
  <p:tag name="KSO_WM_UNIT_INDEX" val="1"/>
  <p:tag name="KSO_WM_UNIT_ID" val="custom20191224_12*f*1"/>
  <p:tag name="KSO_WM_UNIT_LAYERLEVEL" val="1"/>
  <p:tag name="KSO_WM_UNIT_VALUE" val="189"/>
  <p:tag name="KSO_WM_UNIT_HIGHLIGHT" val="0"/>
  <p:tag name="KSO_WM_UNIT_COMPATIBLE" val="0"/>
  <p:tag name="KSO_WM_BEAUTIFY_FLAG" val="#wm#"/>
  <p:tag name="KSO_WM_TAG_VERSION" val="1.0"/>
  <p:tag name="KSO_WM_UNIT_PRESET_TEXT" val="单击此处添加文本具体内容，简明扼要的阐述您的观点。根据需要可酌情增减文字，以便观者准确的理解您传达的思想。&#10;单击此处添加文本具体内容，简明扼要的阐述您的观点。根据需要可酌情增减文字，以便观者准确的理解您传达的思想。&#10;单击此处添加文本具体内容，简明扼要的阐述您的观点。根据需要可酌情增减文字，以便观者准确的理解您传达的思想。"/>
  <p:tag name="KSO_WM_UNIT_DIAGRAM_ISNUMVISUAL" val="0"/>
  <p:tag name="KSO_WM_UNIT_DIAGRAM_ISREFERUNIT" val="0"/>
  <p:tag name="KSO_WM_UNIT_NOCLEAR" val="0"/>
  <p:tag name="KSO_WM_UNIT_SUBTYPE" val="a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TYPE" val="i"/>
  <p:tag name="KSO_WM_UNIT_ID" val="custom20191224_12*i*1"/>
  <p:tag name="KSO_WM_TEMPLATE_CATEGORY" val="custom"/>
  <p:tag name="KSO_WM_TEMPLATE_INDEX" val="20191224"/>
  <p:tag name="KSO_WM_UNIT_INDEX" val="1"/>
  <p:tag name="KSO_WM_UNIT_HIGHLIGHT" val="0"/>
  <p:tag name="KSO_WM_UNIT_COMPATIBLE" val="0"/>
  <p:tag name="KSO_WM_UNIT_DIAGRAM_ISNUMVISUAL" val="0"/>
  <p:tag name="KSO_WM_UNIT_DIAGRAM_ISREFERUNIT" val="0"/>
  <p:tag name="KSO_WM_UNIT_LAYERLEVEL" val="1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91224"/>
  <p:tag name="KSO_WM_UNIT_TYPE" val="a"/>
  <p:tag name="KSO_WM_UNIT_INDEX" val="1"/>
  <p:tag name="KSO_WM_UNIT_ID" val="custom20191224_12*a*1"/>
  <p:tag name="KSO_WM_UNIT_LAYERLEVEL" val="1"/>
  <p:tag name="KSO_WM_UNIT_VALUE" val="14"/>
  <p:tag name="KSO_WM_UNIT_ISCONTENTSTITLE" val="0"/>
  <p:tag name="KSO_WM_UNIT_HIGHLIGHT" val="0"/>
  <p:tag name="KSO_WM_UNIT_COMPATIBLE" val="0"/>
  <p:tag name="KSO_WM_BEAUTIFY_FLAG" val="#wm#"/>
  <p:tag name="KSO_WM_TAG_VERSION" val="1.0"/>
  <p:tag name="KSO_WM_UNIT_PRESET_TEXT" val="单击此处添加标题"/>
  <p:tag name="KSO_WM_UNIT_DIAGRAM_ISNUMVISUAL" val="0"/>
  <p:tag name="KSO_WM_UNIT_DIAGRAM_ISREFERUNIT" val="0"/>
  <p:tag name="KSO_WM_UNIT_NOCLEAR" val="0"/>
  <p:tag name="KSO_WM_UNIT_ISNUMDGMTITLE" val="0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224_13"/>
  <p:tag name="KSO_WM_SLIDE_TYPE" val="text"/>
  <p:tag name="KSO_WM_SLIDE_SUBTYPE" val="pureTxt"/>
  <p:tag name="KSO_WM_SLIDE_ITEM_CNT" val="0"/>
  <p:tag name="KSO_WM_SLIDE_INDEX" val="13"/>
  <p:tag name="KSO_WM_SLIDE_SIZE" val="823*440"/>
  <p:tag name="KSO_WM_SLIDE_POSITION" val="68*46"/>
  <p:tag name="KSO_WM_TAG_VERSION" val="1.0"/>
  <p:tag name="KSO_WM_BEAUTIFY_FLAG" val="#wm#"/>
  <p:tag name="KSO_WM_TEMPLATE_CATEGORY" val="custom"/>
  <p:tag name="KSO_WM_TEMPLATE_INDEX" val="20191224"/>
  <p:tag name="KSO_WM_SLIDE_LAYOUT" val="a_f"/>
  <p:tag name="KSO_WM_SLIDE_LAYOUT_CNT" val="1_2"/>
  <p:tag name="KSO_WM_TEMPLATE_SUBCATEGORY" val="0"/>
  <p:tag name="KSO_WM_TEMPLATE_MASTER_TYPE" val="0"/>
  <p:tag name="KSO_WM_TEMPLATE_COLOR_TYPE" val="0"/>
  <p:tag name="KSO_WM_SPECIAL_SOURCE" val="jmoperation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COMPATIBLE" val="0"/>
  <p:tag name="KSO_WM_UNIT_LAYERLEVEL" val="1"/>
  <p:tag name="KSO_WM_TAG_VERSION" val="1.0"/>
  <p:tag name="KSO_WM_BEAUTIFY_FLAG" val="#wm#"/>
  <p:tag name="KSO_WM_UNIT_TYPE" val="i"/>
  <p:tag name="KSO_WM_UNIT_ID" val="custom20191224_13*i*1"/>
  <p:tag name="KSO_WM_TEMPLATE_CATEGORY" val="custom"/>
  <p:tag name="KSO_WM_TEMPLATE_INDEX" val="20191224"/>
  <p:tag name="KSO_WM_UNIT_INDEX" val="1"/>
  <p:tag name="KSO_WM_UNIT_HIGHLIGHT" val="0"/>
  <p:tag name="KSO_WM_UNIT_DIAGRAM_ISNUMVISUAL" val="0"/>
  <p:tag name="KSO_WM_UNIT_DIAGRAM_ISREFERUNIT" val="0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91224"/>
  <p:tag name="KSO_WM_UNIT_TYPE" val="a"/>
  <p:tag name="KSO_WM_UNIT_INDEX" val="1"/>
  <p:tag name="KSO_WM_UNIT_ID" val="custom20191224_13*a*1"/>
  <p:tag name="KSO_WM_UNIT_LAYERLEVEL" val="1"/>
  <p:tag name="KSO_WM_UNIT_VALUE" val="14"/>
  <p:tag name="KSO_WM_UNIT_ISCONTENTSTITLE" val="0"/>
  <p:tag name="KSO_WM_UNIT_HIGHLIGHT" val="0"/>
  <p:tag name="KSO_WM_UNIT_COMPATIBLE" val="0"/>
  <p:tag name="KSO_WM_BEAUTIFY_FLAG" val="#wm#"/>
  <p:tag name="KSO_WM_TAG_VERSION" val="1.0"/>
  <p:tag name="KSO_WM_UNIT_PRESET_TEXT" val="单击此处添加标题"/>
  <p:tag name="KSO_WM_UNIT_DIAGRAM_ISNUMVISUAL" val="0"/>
  <p:tag name="KSO_WM_UNIT_DIAGRAM_ISREFERUNIT" val="0"/>
  <p:tag name="KSO_WM_UNIT_NOCLEAR" val="0"/>
  <p:tag name="KSO_WM_UNIT_ISNUMDGMTITLE" val="0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91224"/>
  <p:tag name="KSO_WM_UNIT_TYPE" val="f"/>
  <p:tag name="KSO_WM_UNIT_INDEX" val="1"/>
  <p:tag name="KSO_WM_UNIT_ID" val="custom20191224_13*f*1"/>
  <p:tag name="KSO_WM_UNIT_LAYERLEVEL" val="1"/>
  <p:tag name="KSO_WM_UNIT_VALUE" val="171"/>
  <p:tag name="KSO_WM_UNIT_HIGHLIGHT" val="0"/>
  <p:tag name="KSO_WM_UNIT_COMPATIBLE" val="0"/>
  <p:tag name="KSO_WM_BEAUTIFY_FLAG" val="#wm#"/>
  <p:tag name="KSO_WM_TAG_VERSION" val="1.0"/>
  <p:tag name="KSO_WM_UNIT_PRESET_TEXT" val="单击此处添加文本具体内容，简明扼要的阐述您的观点。&#10;根据需要可酌情增减文字，以便观者准确的理解您传达的思想。"/>
  <p:tag name="KSO_WM_UNIT_DIAGRAM_ISNUMVISUAL" val="0"/>
  <p:tag name="KSO_WM_UNIT_DIAGRAM_ISREFERUNIT" val="0"/>
  <p:tag name="KSO_WM_UNIT_NOCLEAR" val="0"/>
  <p:tag name="KSO_WM_UNIT_SUBTYPE" val="a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91224"/>
  <p:tag name="KSO_WM_UNIT_TYPE" val="f"/>
  <p:tag name="KSO_WM_UNIT_INDEX" val="2"/>
  <p:tag name="KSO_WM_UNIT_ID" val="custom20191224_13*f*2"/>
  <p:tag name="KSO_WM_UNIT_LAYERLEVEL" val="1"/>
  <p:tag name="KSO_WM_UNIT_VALUE" val="171"/>
  <p:tag name="KSO_WM_UNIT_HIGHLIGHT" val="0"/>
  <p:tag name="KSO_WM_UNIT_COMPATIBLE" val="0"/>
  <p:tag name="KSO_WM_BEAUTIFY_FLAG" val="#wm#"/>
  <p:tag name="KSO_WM_TAG_VERSION" val="1.0"/>
  <p:tag name="KSO_WM_UNIT_PRESET_TEXT" val="单击此处添加文本具体内容，简明扼要的阐述您的观点。根据需要可酌情增减文字，以便观者准确的理解您传达的思想。"/>
  <p:tag name="KSO_WM_UNIT_DIAGRAM_ISNUMVISUAL" val="0"/>
  <p:tag name="KSO_WM_UNIT_DIAGRAM_ISREFERUNIT" val="0"/>
  <p:tag name="KSO_WM_UNIT_NOCLEAR" val="0"/>
  <p:tag name="KSO_WM_UNIT_SUBTYPE" val="a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224_15"/>
  <p:tag name="KSO_WM_SLIDE_TYPE" val="text"/>
  <p:tag name="KSO_WM_SLIDE_SUBTYPE" val="picTxt"/>
  <p:tag name="KSO_WM_SLIDE_ITEM_CNT" val="0"/>
  <p:tag name="KSO_WM_SLIDE_INDEX" val="15"/>
  <p:tag name="KSO_WM_SLIDE_SIZE" val="820*459"/>
  <p:tag name="KSO_WM_SLIDE_POSITION" val="70*40"/>
  <p:tag name="KSO_WM_TAG_VERSION" val="1.0"/>
  <p:tag name="KSO_WM_BEAUTIFY_FLAG" val="#wm#"/>
  <p:tag name="KSO_WM_TEMPLATE_CATEGORY" val="custom"/>
  <p:tag name="KSO_WM_TEMPLATE_INDEX" val="20191224"/>
  <p:tag name="KSO_WM_SLIDE_LAYOUT" val="a_d_f"/>
  <p:tag name="KSO_WM_SLIDE_LAYOUT_CNT" val="1_1_1"/>
  <p:tag name="KSO_WM_TEMPLATE_SUBCATEGORY" val="0"/>
  <p:tag name="KSO_WM_TEMPLATE_MASTER_TYPE" val="0"/>
  <p:tag name="KSO_WM_TEMPLATE_COLOR_TYPE" val="0"/>
  <p:tag name="KSO_WM_SPECIAL_SOURCE" val="jmoperation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91224"/>
  <p:tag name="KSO_WM_UNIT_TYPE" val="a"/>
  <p:tag name="KSO_WM_UNIT_INDEX" val="1"/>
  <p:tag name="KSO_WM_UNIT_ID" val="custom20191224_15*a*1"/>
  <p:tag name="KSO_WM_UNIT_LAYERLEVEL" val="1"/>
  <p:tag name="KSO_WM_UNIT_VALUE" val="14"/>
  <p:tag name="KSO_WM_UNIT_ISCONTENTSTITLE" val="0"/>
  <p:tag name="KSO_WM_UNIT_HIGHLIGHT" val="0"/>
  <p:tag name="KSO_WM_UNIT_COMPATIBLE" val="0"/>
  <p:tag name="KSO_WM_BEAUTIFY_FLAG" val="#wm#"/>
  <p:tag name="KSO_WM_TAG_VERSION" val="1.0"/>
  <p:tag name="KSO_WM_UNIT_PRESET_TEXT" val="单击此处添加标题"/>
  <p:tag name="KSO_WM_UNIT_DIAGRAM_ISNUMVISUAL" val="0"/>
  <p:tag name="KSO_WM_UNIT_DIAGRAM_ISREFERUNIT" val="0"/>
  <p:tag name="KSO_WM_UNIT_NOCLEAR" val="0"/>
  <p:tag name="KSO_WM_UNIT_ISNUMDGMTITLE" val="0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91224"/>
  <p:tag name="KSO_WM_UNIT_TYPE" val="f"/>
  <p:tag name="KSO_WM_UNIT_INDEX" val="1"/>
  <p:tag name="KSO_WM_UNIT_ID" val="custom20191224_15*f*1"/>
  <p:tag name="KSO_WM_UNIT_LAYERLEVEL" val="1"/>
  <p:tag name="KSO_WM_UNIT_VALUE" val="190"/>
  <p:tag name="KSO_WM_UNIT_HIGHLIGHT" val="0"/>
  <p:tag name="KSO_WM_UNIT_COMPATIBLE" val="0"/>
  <p:tag name="KSO_WM_BEAUTIFY_FLAG" val="#wm#"/>
  <p:tag name="KSO_WM_TAG_VERSION" val="1.0"/>
  <p:tag name="KSO_WM_UNIT_PRESET_TEXT" val="单击此处添加文本具体内容，简明扼要的阐述您的观点。&#10;根据需要可酌情增减文字，以便观者准确的理解您传达的思想。"/>
  <p:tag name="KSO_WM_UNIT_DIAGRAM_ISNUMVISUAL" val="0"/>
  <p:tag name="KSO_WM_UNIT_DIAGRAM_ISREFERUNIT" val="0"/>
  <p:tag name="KSO_WM_UNIT_NOCLEAR" val="0"/>
  <p:tag name="KSO_WM_UNIT_SUBTYPE" val="a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567"/>
  <p:tag name="KSO_WM_SLIDE_ID" val="diagram20202567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914*540"/>
  <p:tag name="KSO_WM_SLIDE_POSITION" val="0*0"/>
  <p:tag name="KSO_WM_TAG_VERSION" val="1.0"/>
  <p:tag name="KSO_WM_SLIDE_LAYOUT" val="a_f"/>
  <p:tag name="KSO_WM_SLIDE_LAYOUT_CNT" val="1_2"/>
  <p:tag name="KSO_WM_SPECIAL_SOURCE" val="bdnull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2567_1*i*1"/>
  <p:tag name="KSO_WM_TEMPLATE_CATEGORY" val="diagram"/>
  <p:tag name="KSO_WM_TEMPLATE_INDEX" val="20202567"/>
  <p:tag name="KSO_WM_UNIT_LAYERLEVEL" val="1"/>
  <p:tag name="KSO_WM_TAG_VERSION" val="1.0"/>
  <p:tag name="KSO_WM_BEAUTIFY_FLAG" val="#wm#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2567_1*i*2"/>
  <p:tag name="KSO_WM_TEMPLATE_CATEGORY" val="diagram"/>
  <p:tag name="KSO_WM_TEMPLATE_INDEX" val="20202567"/>
  <p:tag name="KSO_WM_UNIT_LAYERLEVEL" val="1"/>
  <p:tag name="KSO_WM_TAG_VERSION" val="1.0"/>
  <p:tag name="KSO_WM_BEAUTIFY_FLAG" val="#wm#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_V2" val="a-3-1"/>
  <p:tag name="KSO_WM_UNIT_ISCONTENTS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2567_1*a*1"/>
  <p:tag name="KSO_WM_TEMPLATE_CATEGORY" val="diagram"/>
  <p:tag name="KSO_WM_TEMPLATE_INDEX" val="20202567"/>
  <p:tag name="KSO_WM_UNIT_LAYERLEVEL" val="1"/>
  <p:tag name="KSO_WM_TAG_VERSION" val="1.0"/>
  <p:tag name="KSO_WM_BEAUTIFY_FLAG" val="#wm#"/>
  <p:tag name="KSO_WM_UNIT_PRESET_TEXT" val="单击此处可添加大标题内容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_V2" val="d-4-2"/>
  <p:tag name="KSO_WM_UNIT_NOCLEAR" val="0"/>
  <p:tag name="KSO_WM_UNIT_VALUE" val="15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2567_1*f*1"/>
  <p:tag name="KSO_WM_TEMPLATE_CATEGORY" val="diagram"/>
  <p:tag name="KSO_WM_TEMPLATE_INDEX" val="20202567"/>
  <p:tag name="KSO_WM_UNIT_LAYERLEVEL" val="1"/>
  <p:tag name="KSO_WM_TAG_VERSION" val="1.0"/>
  <p:tag name="KSO_WM_BEAUTIFY_FLAG" val="#wm#"/>
  <p:tag name="KSO_WM_UNIT_PRESET_TEXT" val="点击此处添加正文，文字是您思想的提炼，为了最终呈现发布的良好效果，请尽量言简意赅的阐述观点；根据需要可酌情增减文字，以便观者可以准确理解您所传达的信息。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NOCLEAR" val="0"/>
  <p:tag name="KSO_WM_UNIT_VALUE" val="5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diagram20202567_1*f*2"/>
  <p:tag name="KSO_WM_TEMPLATE_CATEGORY" val="diagram"/>
  <p:tag name="KSO_WM_TEMPLATE_INDEX" val="20202567"/>
  <p:tag name="KSO_WM_UNIT_LAYERLEVEL" val="1"/>
  <p:tag name="KSO_WM_TAG_VERSION" val="1.0"/>
  <p:tag name="KSO_WM_BEAUTIFY_FLAG" val="#wm#"/>
  <p:tag name="KSO_WM_UNIT_PRESET_TEXT" val="单击此处输入你的正文，文字是您思想的提炼，为了最终演示发布的良好效果，请尽量言简意赅的阐述观点；根据需要可酌情增减文字，以便观者可以准确理解您所传达的信息。&#10;您的正文已经简明扼要，但信息却错综复杂，需要用更多的文字来表述；但请您尽可能提炼思想的精髓，否则容易造成观者的阅读压力，适得其反。&#10;正如我们都希望改变世界，希望给人带去光明，但更多时候只需播下一颗种子，自然有微光照拂，雨露滋养。恰如其分的表达观点，往往可以事半功倍。&#10;单击此处输入你的正文，文字是您思想的提炼，为了最终演示发布的良好效果，请尽量言简意赅的阐述观点；根据需要可酌情增减文字，以便观者可以准确理解您所传达的信息。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0481"/>
  <p:tag name="KSO_WM_SLIDE_ID" val="diagram20200481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41*391"/>
  <p:tag name="KSO_WM_SLIDE_POSITION" val="41*74"/>
  <p:tag name="KSO_WM_TAG_VERSION" val="1.0"/>
  <p:tag name="KSO_WM_SLIDE_LAYOUT" val="a_f"/>
  <p:tag name="KSO_WM_SLIDE_LAYOUT_CNT" val="1_1"/>
  <p:tag name="KSO_WM_SPECIAL_SOURCE" val="bdnull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7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0481_1*f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训练通常利用崇山峻岭、翰海大川等自然环境，通过精心设计的活动达到“磨练意志、陶冶情操、完善人格、熔炼团队”的拓展培训目的。"/>
  <p:tag name="KSO_WM_UNIT_SUBTYPE" val="a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481_1*a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&#10;训练目的"/>
  <p:tag name="KSO_WM_UNIT_ISNUMDGMTITLE" val="0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2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0481"/>
  <p:tag name="KSO_WM_SLIDE_ID" val="diagram20200481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41*391"/>
  <p:tag name="KSO_WM_SLIDE_POSITION" val="41*74"/>
  <p:tag name="KSO_WM_TAG_VERSION" val="1.0"/>
  <p:tag name="KSO_WM_SLIDE_LAYOUT" val="a_f"/>
  <p:tag name="KSO_WM_SLIDE_LAYOUT_CNT" val="1_1"/>
  <p:tag name="KSO_WM_SPECIAL_SOURCE" val="bdnull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7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0481_1*f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训练通常利用崇山峻岭、翰海大川等自然环境，通过精心设计的活动达到“磨练意志、陶冶情操、完善人格、熔炼团队”的拓展培训目的。"/>
  <p:tag name="KSO_WM_UNIT_SUBTYPE" val="a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481_1*a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&#10;训练目的"/>
  <p:tag name="KSO_WM_UNIT_ISNUMDGMTITLE" val="0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2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12496"/>
  <p:tag name="KSO_WM_SLIDE_ID" val="diagram20212496_1"/>
  <p:tag name="KSO_WM_SLIDE_ITEM_CNT" val="0"/>
  <p:tag name="KSO_WM_SLIDE_INDEX" val="1"/>
  <p:tag name="KSO_WM_TAG_VERSION" val="1.0"/>
  <p:tag name="KSO_WM_SLIDE_LAYOUT" val="a_d_f"/>
  <p:tag name="KSO_WM_SLIDE_LAYOUT_CNT" val="1_1_1"/>
  <p:tag name="KSO_WM_SLIDE_TYPE" val="text"/>
  <p:tag name="KSO_WM_SLIDE_SUBTYPE" val="picTxt"/>
  <p:tag name="KSO_WM_SLIDE_SIZE" val="960*540"/>
  <p:tag name="KSO_WM_SLIDE_POSITION" val="0*0"/>
  <p:tag name="KSO_WM_SLIDE_CONSTRAINT" val="%7b%22slideConstraint%22%3a%7b%22seriesAreas%22%3a%5b%5d%2c%22singleAreas%22%3a%5b%7b%22shapes%22%3a%5b24%5d%2c%22serialConstraintIndex%22%3a-1%2c%22areatextmark%22%3a0%2c%22pictureprocessmark%22%3a0%7d%5d%7d%7d"/>
  <p:tag name="KSO_WM_SLIDE_COLORSCHEME_VERSION" val="3.2"/>
  <p:tag name="KSO_WM_TEMPLATE_SUBCATEGORY" val="21"/>
  <p:tag name="KSO_WM_TEMPLATE_MASTER_TYPE" val="0"/>
  <p:tag name="KSO_WM_TEMPLATE_COLOR_TYPE" val="1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2-09T22:23:38&quot;,&quot;maxSize&quot;:{&quot;size1&quot;:42.600000000000001},&quot;minSize&quot;:{&quot;size1&quot;:42.600000000000001},&quot;normalSize&quot;:{&quot;size1&quot;:42.600000000000001},&quot;subLayout&quot;:[{&quot;id&quot;:&quot;2020-12-09T22:23:38&quot;,&quot;type&quot;:0},{&quot;id&quot;:&quot;2020-12-09T22:23:38&quot;,&quot;maxSize&quot;:{&quot;size1&quot;:22.099628171488575},&quot;minSize&quot;:{&quot;size1&quot;:22.199628171488573},&quot;normalSize&quot;:{&quot;size1&quot;:22.099628171488575},&quot;subLayout&quot;:[{&quot;id&quot;:&quot;2020-12-09T22:23:38&quot;,&quot;margin&quot;:{&quot;bottom&quot;:0,&quot;left&quot;:1.6670000553131104,&quot;right&quot;:3.3859999179840088,&quot;top&quot;:1.2699999809265137},&quot;type&quot;:0},{&quot;id&quot;:&quot;2020-12-09T22:23:38&quot;,&quot;margin&quot;:{&quot;bottom&quot;:1.6929999589920044,&quot;left&quot;:1.6670000553131104,&quot;right&quot;:2.1159999370574951,&quot;top&quot;:1.2699999809265137},&quot;type&quot;:0}],&quot;type&quot;:0}],&quot;type&quot;:0}"/>
  <p:tag name="KSO_WM_SLIDE_RATIO" val="1.777778"/>
  <p:tag name="KSO_WM_CHIP_INFOS" val="{&quot;type&quot;:0,&quot;layout_type&quot;:&quot;leftright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FILLPROP" val="[[{&quot;text_align&quot;:&quot;cm&quot;,&quot;text_direction&quot;:&quot;horizontal&quot;,&quot;support_big_font&quot;:false,&quot;fill_id&quot;:&quot;7938cf5e4fb74851adcc1dd3a85e0037&quot;,&quot;fill_align&quot;:&quot;cm&quot;,&quot;chip_types&quot;:[&quot;picture&quot;]},{&quot;text_align&quot;:&quot;lm&quot;,&quot;text_direction&quot;:&quot;horizontal&quot;,&quot;support_big_font&quot;:false,&quot;fill_id&quot;:&quot;5d24385aeb4d453fbaadf8bd135d8aa2&quot;,&quot;fill_align&quot;:&quot;lm&quot;,&quot;chip_types&quot;:[&quot;header&quot;]},{&quot;text_align&quot;:&quot;lm&quot;,&quot;text_direction&quot;:&quot;horizontal&quot;,&quot;support_big_font&quot;:false,&quot;fill_id&quot;:&quot;5ae3cc18aab54c39807f18f69f96a29d&quot;,&quot;fill_align&quot;:&quot;lm&quot;,&quot;chip_types&quot;:[&quot;text&quot;,&quot;chart&quot;,&quot;table&quot;]}]]"/>
  <p:tag name="KSO_WM_CHIP_XID" val="5f0d5d3f8050c250ba657cb0"/>
  <p:tag name="KSO_WM_CHIP_DECFILLPROP" val="[]"/>
  <p:tag name="KSO_WM_SLIDE_CAN_ADD_NAVIGATION" val="1"/>
  <p:tag name="KSO_WM_SLIDE_BACKGROUND" val="[&quot;general&quot;]"/>
  <p:tag name="KSO_WM_CHIP_GROUPID" val="5f0d5d3f8050c250ba657caf"/>
  <p:tag name="KSO_WM_SLIDE_BK_DARK_LIGHT" val="2"/>
  <p:tag name="KSO_WM_SLIDE_BACKGROUND_TYPE" val="general"/>
  <p:tag name="KSO_WM_SLIDE_SUPPORT_FEATURE_TYPE" val="0"/>
  <p:tag name="KSO_WM_TEMPLATE_ASSEMBLE_XID" val="5fd0dde91fa9d42129dd91f6"/>
  <p:tag name="KSO_WM_TEMPLATE_ASSEMBLE_GROUPID" val="5fd0dde91fa9d42129dd91f6"/>
  <p:tag name="KSO_WM_SPECIAL_SOURCE" val="bdnull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12496_1*i*1"/>
  <p:tag name="KSO_WM_TEMPLATE_CATEGORY" val="diagram"/>
  <p:tag name="KSO_WM_TEMPLATE_INDEX" val="20212496"/>
  <p:tag name="KSO_WM_UNIT_LAYERLEVEL" val="1"/>
  <p:tag name="KSO_WM_TAG_VERSION" val="1.0"/>
  <p:tag name="KSO_WM_BEAUTIFY_FLAG" val="#wm#"/>
  <p:tag name="KSO_WM_UNIT_ADJUSTLAYOUT_ID" val="5"/>
  <p:tag name="KSO_WM_UNIT_COLOR_SCHEME_SHAPE_ID" val="5"/>
  <p:tag name="KSO_WM_UNIT_COLOR_SCHEME_PARENT_PAGE" val="0_1"/>
  <p:tag name="KSO_WM_UNIT_FOIL_COLOR" val="1"/>
  <p:tag name="KSO_WM_UNIT_BLOCK" val="0"/>
  <p:tag name="KSO_WM_UNIT_SM_LIMIT_TYPE" val="1"/>
  <p:tag name="KSO_WM_UNIT_DEC_AREA_ID" val="e4c36a53eb724e95b3c8250d0805398b"/>
  <p:tag name="KSO_WM_UNIT_DECORATE_INFO" val="{&quot;ReferentInfo&quot;:{&quot;Id&quot;:&quot;slide&quot;,&quot;X&quot;:{&quot;Pos&quot;:2},&quot;Y&quot;:{&quot;Pos&quot;:0}},&quot;DecorateInfoX&quot;:{&quot;Pos&quot;:2,&quot;IsAbs&quot;:false},&quot;DecorateInfoY&quot;:{&quot;Pos&quot;:0,&quot;IsAbs&quot;:false},&quot;DecorateInfoW&quot;:{&quot;IsAbs&quot;:false},&quot;DecorateInfoH&quot;:{&quot;IsAbs&quot;:false},&quot;whChangeMode&quot;:0}"/>
  <p:tag name="KSO_WM_CHIP_GROUPID" val="5f0d5d3f8050c250ba657caf"/>
  <p:tag name="KSO_WM_CHIP_XID" val="5f0d5d3f8050c250ba657cb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  <p:tag name="KSO_WM_UNIT_VALUE" val="238"/>
  <p:tag name="KSO_WM_TEMPLATE_ASSEMBLE_XID" val="5fd0dde91fa9d42129dd91f6"/>
  <p:tag name="KSO_WM_TEMPLATE_ASSEMBLE_GROUPID" val="5fd0dde91fa9d42129dd91f6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VALUE" val="1904*1438"/>
  <p:tag name="KSO_WM_UNIT_HIGHLIGHT" val="0"/>
  <p:tag name="KSO_WM_UNIT_COMPATIBLE" val="1"/>
  <p:tag name="KSO_WM_UNIT_DIAGRAM_ISNUMVISUAL" val="0"/>
  <p:tag name="KSO_WM_UNIT_DIAGRAM_ISREFERUNIT" val="0"/>
  <p:tag name="KSO_WM_UNIT_TYPE" val="d"/>
  <p:tag name="KSO_WM_UNIT_INDEX" val="1"/>
  <p:tag name="KSO_WM_UNIT_ID" val="diagram20212496_1*d*1"/>
  <p:tag name="KSO_WM_TEMPLATE_CATEGORY" val="diagram"/>
  <p:tag name="KSO_WM_TEMPLATE_INDEX" val="20212496"/>
  <p:tag name="KSO_WM_UNIT_LAYERLEVEL" val="1"/>
  <p:tag name="KSO_WM_TAG_VERSION" val="1.0"/>
  <p:tag name="KSO_WM_BEAUTIFY_FLAG" val="#wm#"/>
  <p:tag name="KSO_WM_CHIP_GROUPID" val="5e7310da9a230a26b9e88a19"/>
  <p:tag name="KSO_WM_CHIP_XID" val="5e7310da9a230a26b9e88a1a"/>
  <p:tag name="KSO_WM_UNIT_DEC_AREA_ID" val="ef954d6f8e024ae3b795d7a1adf3f940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cm&quot;,&quot;fill_mode&quot;:&quot;full&quot;,&quot;sacle_strategy&quot;:&quot;smart&quot;}"/>
  <p:tag name="KSO_WM_ASSEMBLE_CHIP_INDEX" val="0ef53d3390024008b43c03917747b8f7"/>
  <p:tag name="KSO_WM_UNIT_PLACING_PICTURE" val="0ef53d3390024008b43c03917747b8f7"/>
  <p:tag name="KSO_WM_TEMPLATE_ASSEMBLE_XID" val="5fd0dde91fa9d42129dd91f6"/>
  <p:tag name="KSO_WM_TEMPLATE_ASSEMBLE_GROUPID" val="5fd0dde91fa9d42129dd91f6"/>
  <p:tag name="KSO_WM_UNIT_PLACING_PICTURE_USER_VIEWPORT" val="{&quot;height&quot;:10800.080314960629,&quot;width&quot;:8160.0598425196849}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496_1*a*1"/>
  <p:tag name="KSO_WM_TEMPLATE_CATEGORY" val="diagram"/>
  <p:tag name="KSO_WM_TEMPLATE_INDEX" val="20212496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9f556d63f23f4ff3adb2fcabadd3008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043b86331fb94805beb141d3aac4e75f"/>
  <p:tag name="KSO_WM_UNIT_TEXT_FILL_FORE_SCHEMECOLOR_INDEX_BRIGHTNESS" val="0"/>
  <p:tag name="KSO_WM_UNIT_TEXT_FILL_FORE_SCHEMECOLOR_INDEX" val="13"/>
  <p:tag name="KSO_WM_UNIT_TEXT_FILL_TYPE" val="1"/>
  <p:tag name="KSO_WM_TEMPLATE_ASSEMBLE_XID" val="5fd0dde91fa9d42129dd91f6"/>
  <p:tag name="KSO_WM_TEMPLATE_ASSEMBLE_GROUPID" val="5fd0dde91fa9d42129dd91f6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SUBTYPE" val="a"/>
  <p:tag name="KSO_WM_UNIT_SUBTYPE" val="a"/>
  <p:tag name="KSO_WM_UNIT_PRESET_TEXT" val="单击此处添加正文，文字是您思想的提炼，为了演示发布的良好效果，请言简意赅的阐述您的观点。您的内容已经简明扼要，字字珠玑，但信息却千丝万缕、错综复杂，需要用更多的文字来表述；但请您尽可能提炼思想的精髓，否则容易造成观者的阅读压力，适得其反。正如我们都希望改变世界，希望给别人带去光明，但更多时候我们只需要播下一颗种子，自然有微风吹拂，雨露滋养。恰如其分的表达观点。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12496_1*f*1"/>
  <p:tag name="KSO_WM_TEMPLATE_CATEGORY" val="diagram"/>
  <p:tag name="KSO_WM_TEMPLATE_INDEX" val="20212496"/>
  <p:tag name="KSO_WM_UNIT_LAYERLEVEL" val="1"/>
  <p:tag name="KSO_WM_TAG_VERSION" val="1.0"/>
  <p:tag name="KSO_WM_BEAUTIFY_FLAG" val="#wm#"/>
  <p:tag name="KSO_WM_UNIT_DEFAULT_FONT" val="14;20;2"/>
  <p:tag name="KSO_WM_UNIT_BLOCK" val="0"/>
  <p:tag name="KSO_WM_UNIT_VALUE" val="220"/>
  <p:tag name="KSO_WM_UNIT_SHOW_EDIT_AREA_INDICATION" val="1"/>
  <p:tag name="KSO_WM_CHIP_GROUPID" val="5e6b05596848fb12bee65ac8"/>
  <p:tag name="KSO_WM_CHIP_XID" val="5e6b05596848fb12bee65aca"/>
  <p:tag name="KSO_WM_UNIT_DEC_AREA_ID" val="b1ad18ba83604b0da5830e00c003ad97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SM_LIMIT_TYPE" val="2"/>
  <p:tag name="KSO_WM_CHIP_FILLAREA_FILL_RULE" val="{&quot;fill_align&quot;:&quot;lm&quot;,&quot;fill_mode&quot;:&quot;full&quot;,&quot;sacle_strategy&quot;:&quot;smart&quot;}"/>
  <p:tag name="KSO_WM_ASSEMBLE_CHIP_INDEX" val="5d50a9927e914340b029b12423b952d5"/>
  <p:tag name="KSO_WM_UNIT_SUPPORT_UNIT_TYPE" val="[&quot;α&quot;,&quot;β&quot;]"/>
  <p:tag name="KSO_WM_UNIT_TEXT_FILL_FORE_SCHEMECOLOR_INDEX_BRIGHTNESS" val="0.25"/>
  <p:tag name="KSO_WM_UNIT_TEXT_FILL_FORE_SCHEMECOLOR_INDEX" val="13"/>
  <p:tag name="KSO_WM_UNIT_TEXT_FILL_TYPE" val="1"/>
  <p:tag name="KSO_WM_TEMPLATE_ASSEMBLE_XID" val="5fd0dde91fa9d42129dd91f6"/>
  <p:tag name="KSO_WM_TEMPLATE_ASSEMBLE_GROUPID" val="5fd0dde91fa9d42129dd91f6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12496_1*i*2"/>
  <p:tag name="KSO_WM_TEMPLATE_CATEGORY" val="diagram"/>
  <p:tag name="KSO_WM_TEMPLATE_INDEX" val="20212496"/>
  <p:tag name="KSO_WM_UNIT_LAYERLEVEL" val="1"/>
  <p:tag name="KSO_WM_TAG_VERSION" val="1.0"/>
  <p:tag name="KSO_WM_BEAUTIFY_FLAG" val="#wm#"/>
  <p:tag name="KSO_WM_UNIT_BLOCK" val="0"/>
  <p:tag name="KSO_WM_UNIT_SM_LIMIT_TYPE" val="2"/>
  <p:tag name="KSO_WM_UNIT_DEC_AREA_ID" val="b48fae1ea55d4c35975421266af5cc0b"/>
  <p:tag name="KSO_WM_UNIT_DECORATE_INFO" val="{&quot;ReferentInfo&quot;:{&quot;Id&quot;:&quot;slide&quot;,&quot;X&quot;:{&quot;Pos&quot;:2},&quot;Y&quot;:{&quot;Pos&quot;:0}},&quot;DecorateInfoX&quot;:{&quot;Pos&quot;:2,&quot;IsAbs&quot;:false},&quot;DecorateInfoY&quot;:{&quot;Pos&quot;:0,&quot;IsAbs&quot;:false},&quot;DecorateInfoW&quot;:{&quot;IsAbs&quot;:false},&quot;DecorateInfoH&quot;:{&quot;IsAbs&quot;:false},&quot;whChangeMode&quot;:1}"/>
  <p:tag name="KSO_WM_CHIP_GROUPID" val="5f0d5d3f8050c250ba657caf"/>
  <p:tag name="KSO_WM_CHIP_XID" val="5f0d5d3f8050c250ba657cb0"/>
  <p:tag name="KSO_WM_TEMPLATE_ASSEMBLE_XID" val="5fd0dde91fa9d42129dd91f6"/>
  <p:tag name="KSO_WM_TEMPLATE_ASSEMBLE_GROUPID" val="5fd0dde91fa9d42129dd91f6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diagram20212496_1*i*3"/>
  <p:tag name="KSO_WM_TEMPLATE_CATEGORY" val="diagram"/>
  <p:tag name="KSO_WM_TEMPLATE_INDEX" val="20212496"/>
  <p:tag name="KSO_WM_UNIT_LAYERLEVEL" val="1"/>
  <p:tag name="KSO_WM_TAG_VERSION" val="1.0"/>
  <p:tag name="KSO_WM_BEAUTIFY_FLAG" val="#wm#"/>
  <p:tag name="KSO_WM_UNIT_SM_LIMIT_TYPE" val="2"/>
  <p:tag name="KSO_WM_CHIP_GROUPID" val="5f0d5d3f8050c250ba657caf"/>
  <p:tag name="KSO_WM_CHIP_XID" val="5f0d5d3f8050c250ba657cb0"/>
  <p:tag name="KSO_WM_UNIT_TEXT_FILL_FORE_SCHEMECOLOR_INDEX_BRIGHTNESS" val="0"/>
  <p:tag name="KSO_WM_UNIT_TEXT_FILL_FORE_SCHEMECOLOR_INDEX" val="2"/>
  <p:tag name="KSO_WM_UNIT_TEXT_FILL_TYPE" val="1"/>
  <p:tag name="KSO_WM_UNIT_VALUE" val="1"/>
  <p:tag name="KSO_WM_TEMPLATE_ASSEMBLE_XID" val="5fd0dde91fa9d42129dd91f6"/>
  <p:tag name="KSO_WM_TEMPLATE_ASSEMBLE_GROUPID" val="5fd0dde91fa9d42129dd91f6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diagram20212496_1*i*4"/>
  <p:tag name="KSO_WM_TEMPLATE_CATEGORY" val="diagram"/>
  <p:tag name="KSO_WM_TEMPLATE_INDEX" val="20212496"/>
  <p:tag name="KSO_WM_UNIT_LAYERLEVEL" val="1"/>
  <p:tag name="KSO_WM_TAG_VERSION" val="1.0"/>
  <p:tag name="KSO_WM_BEAUTIFY_FLAG" val="#wm#"/>
  <p:tag name="KSO_WM_UNIT_SM_LIMIT_TYPE" val="2"/>
  <p:tag name="KSO_WM_CHIP_GROUPID" val="5f0d5d3f8050c250ba657caf"/>
  <p:tag name="KSO_WM_CHIP_XID" val="5f0d5d3f8050c250ba657cb0"/>
  <p:tag name="KSO_WM_UNIT_TEXT_FILL_FORE_SCHEMECOLOR_INDEX_BRIGHTNESS" val="0"/>
  <p:tag name="KSO_WM_UNIT_TEXT_FILL_FORE_SCHEMECOLOR_INDEX" val="2"/>
  <p:tag name="KSO_WM_UNIT_TEXT_FILL_TYPE" val="1"/>
  <p:tag name="KSO_WM_UNIT_VALUE" val="1"/>
  <p:tag name="KSO_WM_TEMPLATE_ASSEMBLE_XID" val="5fd0dde91fa9d42129dd91f6"/>
  <p:tag name="KSO_WM_TEMPLATE_ASSEMBLE_GROUPID" val="5fd0dde91fa9d42129dd91f6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0481"/>
  <p:tag name="KSO_WM_SLIDE_ID" val="diagram20200481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41*391"/>
  <p:tag name="KSO_WM_SLIDE_POSITION" val="41*74"/>
  <p:tag name="KSO_WM_TAG_VERSION" val="1.0"/>
  <p:tag name="KSO_WM_SLIDE_LAYOUT" val="a_f"/>
  <p:tag name="KSO_WM_SLIDE_LAYOUT_CNT" val="1_1"/>
  <p:tag name="KSO_WM_SPECIAL_SOURCE" val="bdnull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7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0481_1*f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训练通常利用崇山峻岭、翰海大川等自然环境，通过精心设计的活动达到“磨练意志、陶冶情操、完善人格、熔炼团队”的拓展培训目的。"/>
  <p:tag name="KSO_WM_UNIT_SUBTYPE" val="a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481_1*a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&#10;训练目的"/>
  <p:tag name="KSO_WM_UNIT_ISNUMDGMTITLE" val="0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2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0481"/>
  <p:tag name="KSO_WM_SLIDE_ID" val="diagram20200481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41*391"/>
  <p:tag name="KSO_WM_SLIDE_POSITION" val="41*74"/>
  <p:tag name="KSO_WM_TAG_VERSION" val="1.0"/>
  <p:tag name="KSO_WM_SLIDE_LAYOUT" val="a_f"/>
  <p:tag name="KSO_WM_SLIDE_LAYOUT_CNT" val="1_1"/>
  <p:tag name="KSO_WM_SPECIAL_SOURCE" val="bdnull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7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0481_1*f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训练通常利用崇山峻岭、翰海大川等自然环境，通过精心设计的活动达到“磨练意志、陶冶情操、完善人格、熔炼团队”的拓展培训目的。"/>
  <p:tag name="KSO_WM_UNIT_SUBTYPE" val="a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481_1*a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&#10;训练目的"/>
  <p:tag name="KSO_WM_UNIT_ISNUMDGMTITLE" val="0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2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0481"/>
  <p:tag name="KSO_WM_SLIDE_ID" val="diagram20200481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41*391"/>
  <p:tag name="KSO_WM_SLIDE_POSITION" val="41*74"/>
  <p:tag name="KSO_WM_TAG_VERSION" val="1.0"/>
  <p:tag name="KSO_WM_SLIDE_LAYOUT" val="a_f"/>
  <p:tag name="KSO_WM_SLIDE_LAYOUT_CNT" val="1_1"/>
  <p:tag name="KSO_WM_SPECIAL_SOURCE" val="bdnull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7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0481_1*f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训练通常利用崇山峻岭、翰海大川等自然环境，通过精心设计的活动达到“磨练意志、陶冶情操、完善人格、熔炼团队”的拓展培训目的。"/>
  <p:tag name="KSO_WM_UNIT_SUBTYPE" val="a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481_1*a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&#10;训练目的"/>
  <p:tag name="KSO_WM_UNIT_ISNUMDGMTITLE" val="0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2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0481"/>
  <p:tag name="KSO_WM_SLIDE_ID" val="diagram20200481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41*391"/>
  <p:tag name="KSO_WM_SLIDE_POSITION" val="41*74"/>
  <p:tag name="KSO_WM_TAG_VERSION" val="1.0"/>
  <p:tag name="KSO_WM_SLIDE_LAYOUT" val="a_f"/>
  <p:tag name="KSO_WM_SLIDE_LAYOUT_CNT" val="1_1"/>
  <p:tag name="KSO_WM_SPECIAL_SOURCE" val="bdnull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7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0481_1*f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训练通常利用崇山峻岭、翰海大川等自然环境，通过精心设计的活动达到“磨练意志、陶冶情操、完善人格、熔炼团队”的拓展培训目的。"/>
  <p:tag name="KSO_WM_UNIT_SUBTYPE" val="a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481_1*a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&#10;训练目的"/>
  <p:tag name="KSO_WM_UNIT_ISNUMDGMTITLE" val="0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2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0481"/>
  <p:tag name="KSO_WM_SLIDE_ID" val="diagram20200481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41*391"/>
  <p:tag name="KSO_WM_SLIDE_POSITION" val="41*74"/>
  <p:tag name="KSO_WM_TAG_VERSION" val="1.0"/>
  <p:tag name="KSO_WM_SLIDE_LAYOUT" val="a_f"/>
  <p:tag name="KSO_WM_SLIDE_LAYOUT_CNT" val="1_1"/>
  <p:tag name="KSO_WM_SPECIAL_SOURCE" val="bdnull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7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0481_1*f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训练通常利用崇山峻岭、翰海大川等自然环境，通过精心设计的活动达到“磨练意志、陶冶情操、完善人格、熔炼团队”的拓展培训目的。"/>
  <p:tag name="KSO_WM_UNIT_SUBTYPE" val="a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481_1*a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&#10;训练目的"/>
  <p:tag name="KSO_WM_UNIT_ISNUMDGMTITLE" val="0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2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2562"/>
  <p:tag name="KSO_WM_SLIDE_ID" val="diagram20202562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422.6*407.55"/>
  <p:tag name="KSO_WM_SLIDE_POSITION" val="476.9*87.6"/>
  <p:tag name="KSO_WM_TAG_VERSION" val="1.0"/>
  <p:tag name="KSO_WM_SLIDE_LAYOUT" val="a_h"/>
  <p:tag name="KSO_WM_SLIDE_LAYOUT_CNT" val="1_2"/>
  <p:tag name="KSO_WM_SPECIAL_SOURCE" val="bdnull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diagram20202562_1*i*1"/>
  <p:tag name="KSO_WM_TEMPLATE_CATEGORY" val="diagram"/>
  <p:tag name="KSO_WM_TEMPLATE_INDEX" val="20202562"/>
  <p:tag name="KSO_WM_UNIT_LAYERLEVEL" val="1"/>
  <p:tag name="KSO_WM_TAG_VERSION" val="1.0"/>
  <p:tag name="KSO_WM_BEAUTIFY_FLAG" val="#wm#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diagram20202562_1*i*2"/>
  <p:tag name="KSO_WM_TEMPLATE_CATEGORY" val="diagram"/>
  <p:tag name="KSO_WM_TEMPLATE_INDEX" val="20202562"/>
  <p:tag name="KSO_WM_UNIT_LAYERLEVEL" val="1"/>
  <p:tag name="KSO_WM_TAG_VERSION" val="1.0"/>
  <p:tag name="KSO_WM_BEAUTIFY_FLAG" val="#wm#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_V2" val="a-2-1"/>
  <p:tag name="KSO_WM_UNIT_ISCONTENTSTITLE" val="0"/>
  <p:tag name="KSO_WM_UNIT_PRESET_TEXT" val="单击此处&#10;添加大标题"/>
  <p:tag name="KSO_WM_UNIT_NOCLEAR" val="0"/>
  <p:tag name="KSO_WM_UNIT_VALUE" val="2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2562_1*a*1"/>
  <p:tag name="KSO_WM_TEMPLATE_CATEGORY" val="diagram"/>
  <p:tag name="KSO_WM_TEMPLATE_INDEX" val="20202562"/>
  <p:tag name="KSO_WM_UNIT_LAYERLEVEL" val="1"/>
  <p:tag name="KSO_WM_TAG_VERSION" val="1.0"/>
  <p:tag name="KSO_WM_BEAUTIFY_FLAG" val="#wm#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_V2" val="d-1-1"/>
  <p:tag name="KSO_WM_UNIT_PRESET_TEXT" val="单击此处添加文本具体内容，简明扼要的阐述您的观点。&#10;单击此处添加文本具体内容，简明扼要的阐述您的观点。"/>
  <p:tag name="KSO_WM_UNIT_NOCLEAR" val="1"/>
  <p:tag name="KSO_WM_UNIT_VALUE" val="91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diagram20202562_1*h_f*1_1"/>
  <p:tag name="KSO_WM_TEMPLATE_CATEGORY" val="diagram"/>
  <p:tag name="KSO_WM_TEMPLATE_INDEX" val="20202562"/>
  <p:tag name="KSO_WM_UNIT_LAYERLEVEL" val="1_1"/>
  <p:tag name="KSO_WM_TAG_VERSION" val="1.0"/>
  <p:tag name="KSO_WM_BEAUTIFY_FLAG" val="#wm#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_V2" val="c-1-1"/>
  <p:tag name="KSO_WM_UNIT_ISCONTENTSTITLE" val="0"/>
  <p:tag name="KSO_WM_UNIT_PRESET_TEXT" val="单击此处添加小标题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diagram20202562_1*h_a*1_1"/>
  <p:tag name="KSO_WM_TEMPLATE_CATEGORY" val="diagram"/>
  <p:tag name="KSO_WM_TEMPLATE_INDEX" val="20202562"/>
  <p:tag name="KSO_WM_UNIT_LAYERLEVEL" val="1_1"/>
  <p:tag name="KSO_WM_TAG_VERSION" val="1.0"/>
  <p:tag name="KSO_WM_BEAUTIFY_FLAG" val="#wm#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_V2" val="d-2-1"/>
  <p:tag name="KSO_WM_UNIT_PRESET_TEXT" val="单击此处添加文本具体内容，简明扼要的阐述您的观点。&#10;单击此处添加文本具体内容，简明扼要的阐述您的观点。"/>
  <p:tag name="KSO_WM_UNIT_NOCLEAR" val="1"/>
  <p:tag name="KSO_WM_UNIT_VALUE" val="20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diagram20202562_1*h_f*2_1"/>
  <p:tag name="KSO_WM_TEMPLATE_CATEGORY" val="diagram"/>
  <p:tag name="KSO_WM_TEMPLATE_INDEX" val="20202562"/>
  <p:tag name="KSO_WM_UNIT_LAYERLEVEL" val="1_1"/>
  <p:tag name="KSO_WM_TAG_VERSION" val="1.0"/>
  <p:tag name="KSO_WM_BEAUTIFY_FLAG" val="#wm#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PART_ID_V2" val="c-2-1"/>
  <p:tag name="KSO_WM_UNIT_ISCONTENTSTITLE" val="0"/>
  <p:tag name="KSO_WM_UNIT_PRESET_TEXT" val="单击此处添加小标题"/>
  <p:tag name="KSO_WM_UNIT_NOCLEAR" val="0"/>
  <p:tag name="KSO_WM_UNIT_VALUE" val="23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diagram20202562_1*h_a*2_1"/>
  <p:tag name="KSO_WM_TEMPLATE_CATEGORY" val="diagram"/>
  <p:tag name="KSO_WM_TEMPLATE_INDEX" val="20202562"/>
  <p:tag name="KSO_WM_UNIT_LAYERLEVEL" val="1_1"/>
  <p:tag name="KSO_WM_TAG_VERSION" val="1.0"/>
  <p:tag name="KSO_WM_BEAUTIFY_FLAG" val="#wm#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diagram20202562_1*i*5"/>
  <p:tag name="KSO_WM_TEMPLATE_CATEGORY" val="diagram"/>
  <p:tag name="KSO_WM_TEMPLATE_INDEX" val="20202562"/>
  <p:tag name="KSO_WM_UNIT_LAYERLEVEL" val="1"/>
  <p:tag name="KSO_WM_TAG_VERSION" val="1.0"/>
  <p:tag name="KSO_WM_BEAUTIFY_FLAG" val="#wm#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diagram20202562_1*i*6"/>
  <p:tag name="KSO_WM_TEMPLATE_CATEGORY" val="diagram"/>
  <p:tag name="KSO_WM_TEMPLATE_INDEX" val="20202562"/>
  <p:tag name="KSO_WM_UNIT_LAYERLEVEL" val="1"/>
  <p:tag name="KSO_WM_TAG_VERSION" val="1.0"/>
  <p:tag name="KSO_WM_BEAUTIFY_FLAG" val="#wm#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diagram20202562_1*i*7"/>
  <p:tag name="KSO_WM_TEMPLATE_CATEGORY" val="diagram"/>
  <p:tag name="KSO_WM_TEMPLATE_INDEX" val="20202562"/>
  <p:tag name="KSO_WM_UNIT_LAYERLEVEL" val="1"/>
  <p:tag name="KSO_WM_TAG_VERSION" val="1.0"/>
  <p:tag name="KSO_WM_BEAUTIFY_FLAG" val="#wm#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diagram20202562_1*i*8"/>
  <p:tag name="KSO_WM_TEMPLATE_CATEGORY" val="diagram"/>
  <p:tag name="KSO_WM_TEMPLATE_INDEX" val="20202562"/>
  <p:tag name="KSO_WM_UNIT_LAYERLEVEL" val="1"/>
  <p:tag name="KSO_WM_TAG_VERSION" val="1.0"/>
  <p:tag name="KSO_WM_BEAUTIFY_FLAG" val="#wm#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9"/>
  <p:tag name="KSO_WM_UNIT_ID" val="diagram20202562_1*i*9"/>
  <p:tag name="KSO_WM_TEMPLATE_CATEGORY" val="diagram"/>
  <p:tag name="KSO_WM_TEMPLATE_INDEX" val="20202562"/>
  <p:tag name="KSO_WM_UNIT_LAYERLEVEL" val="1"/>
  <p:tag name="KSO_WM_TAG_VERSION" val="1.0"/>
  <p:tag name="KSO_WM_BEAUTIFY_FLAG" val="#wm#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0"/>
  <p:tag name="KSO_WM_UNIT_ID" val="diagram20202562_1*i*10"/>
  <p:tag name="KSO_WM_TEMPLATE_CATEGORY" val="diagram"/>
  <p:tag name="KSO_WM_TEMPLATE_INDEX" val="20202562"/>
  <p:tag name="KSO_WM_UNIT_LAYERLEVEL" val="1"/>
  <p:tag name="KSO_WM_TAG_VERSION" val="1.0"/>
  <p:tag name="KSO_WM_BEAUTIFY_FLAG" val="#wm#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1"/>
  <p:tag name="KSO_WM_UNIT_ID" val="diagram20202562_1*i*11"/>
  <p:tag name="KSO_WM_TEMPLATE_CATEGORY" val="diagram"/>
  <p:tag name="KSO_WM_TEMPLATE_INDEX" val="20202562"/>
  <p:tag name="KSO_WM_UNIT_LAYERLEVEL" val="1"/>
  <p:tag name="KSO_WM_TAG_VERSION" val="1.0"/>
  <p:tag name="KSO_WM_BEAUTIFY_FLAG" val="#wm#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224_6"/>
  <p:tag name="KSO_WM_SLIDE_ITEM_CNT" val="0"/>
  <p:tag name="KSO_WM_SLIDE_INDEX" val="6"/>
  <p:tag name="KSO_WM_TAG_VERSION" val="1.0"/>
  <p:tag name="KSO_WM_BEAUTIFY_FLAG" val="#wm#"/>
  <p:tag name="KSO_WM_TEMPLATE_CATEGORY" val="custom"/>
  <p:tag name="KSO_WM_TEMPLATE_INDEX" val="20191224"/>
  <p:tag name="KSO_WM_SLIDE_LAYOUT" val="a_b_e"/>
  <p:tag name="KSO_WM_SLIDE_LAYOUT_CNT" val="1_1_1"/>
  <p:tag name="KSO_WM_SLIDE_TYPE" val="sectionTitle"/>
  <p:tag name="KSO_WM_SLIDE_SUBTYPE" val="pureTxt"/>
  <p:tag name="KSO_WM_TEMPLATE_SUBCATEGORY" val="0"/>
  <p:tag name="KSO_WM_TEMPLATE_MASTER_TYPE" val="0"/>
  <p:tag name="KSO_WM_TEMPLATE_COLOR_TYPE" val="0"/>
  <p:tag name="KSO_WM_SPECIAL_SOURCE" val="jmoperation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标题"/>
  <p:tag name="KSO_WM_UNIT_VALUE" val="9"/>
  <p:tag name="KSO_WM_UNIT_HIGHLIGHT" val="0"/>
  <p:tag name="KSO_WM_UNIT_COMPATIBLE" val="0"/>
  <p:tag name="KSO_WM_UNIT_TYPE" val="a"/>
  <p:tag name="KSO_WM_UNIT_INDEX" val="1"/>
  <p:tag name="KSO_WM_UNIT_ID" val="custom20191224_6*a*1"/>
  <p:tag name="KSO_WM_TEMPLATE_CATEGORY" val="custom"/>
  <p:tag name="KSO_WM_TEMPLATE_INDEX" val="20191224"/>
  <p:tag name="KSO_WM_UNIT_LAYERLEVEL" val="1"/>
  <p:tag name="KSO_WM_TAG_VERSION" val="1.0"/>
  <p:tag name="KSO_WM_BEAUTIFY_FLAG" val="#wm#"/>
  <p:tag name="KSO_WM_UNIT_NOCLEAR" val="0"/>
  <p:tag name="KSO_WM_UNIT_DIAGRAM_ISNUMVISUAL" val="0"/>
  <p:tag name="KSO_WM_UNIT_DIAGRAM_ISREFERUNIT" val="0"/>
  <p:tag name="KSO_WM_UNIT_ISNUMDGMTITLE" val="0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/01"/>
  <p:tag name="KSO_WM_UNIT_VALUE" val="16"/>
  <p:tag name="KSO_WM_UNIT_HIGHLIGHT" val="0"/>
  <p:tag name="KSO_WM_UNIT_COMPATIBLE" val="0"/>
  <p:tag name="KSO_WM_UNIT_TYPE" val="e"/>
  <p:tag name="KSO_WM_UNIT_INDEX" val="1"/>
  <p:tag name="KSO_WM_UNIT_ID" val="custom20191224_6*e*1"/>
  <p:tag name="KSO_WM_TEMPLATE_CATEGORY" val="custom"/>
  <p:tag name="KSO_WM_TEMPLATE_INDEX" val="20191224"/>
  <p:tag name="KSO_WM_UNIT_LAYERLEVEL" val="1"/>
  <p:tag name="KSO_WM_TAG_VERSION" val="1.0"/>
  <p:tag name="KSO_WM_BEAUTIFY_FLAG" val="#wm#"/>
  <p:tag name="KSO_WM_UNIT_NOCLEAR" val="0"/>
  <p:tag name="KSO_WM_UNIT_DIAGRAM_ISNUMVISUAL" val="0"/>
  <p:tag name="KSO_WM_UNIT_DIAGRAM_ISREFERUNIT" val="0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91224"/>
  <p:tag name="KSO_WM_SPECIAL_SOURCE" val="bdnull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6595"/>
  <p:tag name="KSO_WM_SPECIAL_SOURCE" val="bdnull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0481"/>
  <p:tag name="KSO_WM_SLIDE_ID" val="diagram20200481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41*391"/>
  <p:tag name="KSO_WM_SLIDE_POSITION" val="41*74"/>
  <p:tag name="KSO_WM_TAG_VERSION" val="1.0"/>
  <p:tag name="KSO_WM_SLIDE_LAYOUT" val="a_f"/>
  <p:tag name="KSO_WM_SLIDE_LAYOUT_CNT" val="1_1"/>
  <p:tag name="KSO_WM_SPECIAL_SOURCE" val="bdnull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7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0481_1*f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训练通常利用崇山峻岭、翰海大川等自然环境，通过精心设计的活动达到“磨练意志、陶冶情操、完善人格、熔炼团队”的拓展培训目的。"/>
  <p:tag name="KSO_WM_UNIT_SUBTYPE" val="a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481_1*a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&#10;训练目的"/>
  <p:tag name="KSO_WM_UNIT_ISNUMDGMTITLE" val="0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2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224_6"/>
  <p:tag name="KSO_WM_SLIDE_ITEM_CNT" val="0"/>
  <p:tag name="KSO_WM_SLIDE_INDEX" val="6"/>
  <p:tag name="KSO_WM_TAG_VERSION" val="1.0"/>
  <p:tag name="KSO_WM_BEAUTIFY_FLAG" val="#wm#"/>
  <p:tag name="KSO_WM_TEMPLATE_CATEGORY" val="custom"/>
  <p:tag name="KSO_WM_TEMPLATE_INDEX" val="20191224"/>
  <p:tag name="KSO_WM_SLIDE_LAYOUT" val="a_b_e"/>
  <p:tag name="KSO_WM_SLIDE_LAYOUT_CNT" val="1_1_1"/>
  <p:tag name="KSO_WM_SLIDE_TYPE" val="sectionTitle"/>
  <p:tag name="KSO_WM_SLIDE_SUBTYPE" val="pureTxt"/>
  <p:tag name="KSO_WM_TEMPLATE_SUBCATEGORY" val="0"/>
  <p:tag name="KSO_WM_TEMPLATE_MASTER_TYPE" val="0"/>
  <p:tag name="KSO_WM_TEMPLATE_COLOR_TYPE" val="0"/>
  <p:tag name="KSO_WM_SPECIAL_SOURCE" val="jmoperation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标题"/>
  <p:tag name="KSO_WM_UNIT_VALUE" val="9"/>
  <p:tag name="KSO_WM_UNIT_HIGHLIGHT" val="0"/>
  <p:tag name="KSO_WM_UNIT_COMPATIBLE" val="0"/>
  <p:tag name="KSO_WM_UNIT_TYPE" val="a"/>
  <p:tag name="KSO_WM_UNIT_INDEX" val="1"/>
  <p:tag name="KSO_WM_UNIT_ID" val="custom20191224_6*a*1"/>
  <p:tag name="KSO_WM_TEMPLATE_CATEGORY" val="custom"/>
  <p:tag name="KSO_WM_TEMPLATE_INDEX" val="20191224"/>
  <p:tag name="KSO_WM_UNIT_LAYERLEVEL" val="1"/>
  <p:tag name="KSO_WM_TAG_VERSION" val="1.0"/>
  <p:tag name="KSO_WM_BEAUTIFY_FLAG" val="#wm#"/>
  <p:tag name="KSO_WM_UNIT_NOCLEAR" val="0"/>
  <p:tag name="KSO_WM_UNIT_DIAGRAM_ISNUMVISUAL" val="0"/>
  <p:tag name="KSO_WM_UNIT_DIAGRAM_ISREFERUNIT" val="0"/>
  <p:tag name="KSO_WM_UNIT_ISNUMDGMTITLE" val="0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/01"/>
  <p:tag name="KSO_WM_UNIT_VALUE" val="16"/>
  <p:tag name="KSO_WM_UNIT_HIGHLIGHT" val="0"/>
  <p:tag name="KSO_WM_UNIT_COMPATIBLE" val="0"/>
  <p:tag name="KSO_WM_UNIT_TYPE" val="e"/>
  <p:tag name="KSO_WM_UNIT_INDEX" val="1"/>
  <p:tag name="KSO_WM_UNIT_ID" val="custom20191224_6*e*1"/>
  <p:tag name="KSO_WM_TEMPLATE_CATEGORY" val="custom"/>
  <p:tag name="KSO_WM_TEMPLATE_INDEX" val="20191224"/>
  <p:tag name="KSO_WM_UNIT_LAYERLEVEL" val="1"/>
  <p:tag name="KSO_WM_TAG_VERSION" val="1.0"/>
  <p:tag name="KSO_WM_BEAUTIFY_FLAG" val="#wm#"/>
  <p:tag name="KSO_WM_UNIT_NOCLEAR" val="0"/>
  <p:tag name="KSO_WM_UNIT_DIAGRAM_ISNUMVISUAL" val="0"/>
  <p:tag name="KSO_WM_UNIT_DIAGRAM_ISREFERUNIT" val="0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91224"/>
  <p:tag name="KSO_WM_SPECIAL_SOURCE" val="bdnull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91224"/>
  <p:tag name="KSO_WM_SPECIAL_SOURCE" val="bdnull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91224"/>
  <p:tag name="KSO_WM_SPECIAL_SOURCE" val="bdnull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91224"/>
  <p:tag name="KSO_WM_SPECIAL_SOURCE" val="bdnull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91224"/>
  <p:tag name="KSO_WM_SPECIAL_SOURCE" val="bdnull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224_6"/>
  <p:tag name="KSO_WM_SLIDE_ITEM_CNT" val="0"/>
  <p:tag name="KSO_WM_SLIDE_INDEX" val="6"/>
  <p:tag name="KSO_WM_TAG_VERSION" val="1.0"/>
  <p:tag name="KSO_WM_BEAUTIFY_FLAG" val="#wm#"/>
  <p:tag name="KSO_WM_TEMPLATE_CATEGORY" val="custom"/>
  <p:tag name="KSO_WM_TEMPLATE_INDEX" val="20191224"/>
  <p:tag name="KSO_WM_SLIDE_LAYOUT" val="a_b_e"/>
  <p:tag name="KSO_WM_SLIDE_LAYOUT_CNT" val="1_1_1"/>
  <p:tag name="KSO_WM_SLIDE_TYPE" val="sectionTitle"/>
  <p:tag name="KSO_WM_SLIDE_SUBTYPE" val="pureTxt"/>
  <p:tag name="KSO_WM_TEMPLATE_SUBCATEGORY" val="0"/>
  <p:tag name="KSO_WM_TEMPLATE_MASTER_TYPE" val="0"/>
  <p:tag name="KSO_WM_TEMPLATE_COLOR_TYPE" val="0"/>
  <p:tag name="KSO_WM_SPECIAL_SOURCE" val="jmoperation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PRESET_TEXT" val="单击此处添加标题"/>
  <p:tag name="KSO_WM_UNIT_VALUE" val="9"/>
  <p:tag name="KSO_WM_UNIT_HIGHLIGHT" val="0"/>
  <p:tag name="KSO_WM_UNIT_COMPATIBLE" val="0"/>
  <p:tag name="KSO_WM_UNIT_TYPE" val="a"/>
  <p:tag name="KSO_WM_UNIT_INDEX" val="1"/>
  <p:tag name="KSO_WM_UNIT_ID" val="custom20191224_6*a*1"/>
  <p:tag name="KSO_WM_TEMPLATE_CATEGORY" val="custom"/>
  <p:tag name="KSO_WM_TEMPLATE_INDEX" val="20191224"/>
  <p:tag name="KSO_WM_UNIT_LAYERLEVEL" val="1"/>
  <p:tag name="KSO_WM_TAG_VERSION" val="1.0"/>
  <p:tag name="KSO_WM_BEAUTIFY_FLAG" val="#wm#"/>
  <p:tag name="KSO_WM_UNIT_NOCLEAR" val="0"/>
  <p:tag name="KSO_WM_UNIT_DIAGRAM_ISNUMVISUAL" val="0"/>
  <p:tag name="KSO_WM_UNIT_DIAGRAM_ISREFERUNIT" val="0"/>
  <p:tag name="KSO_WM_UNIT_ISNUMDGMTITLE" val="0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/01"/>
  <p:tag name="KSO_WM_UNIT_VALUE" val="16"/>
  <p:tag name="KSO_WM_UNIT_HIGHLIGHT" val="0"/>
  <p:tag name="KSO_WM_UNIT_COMPATIBLE" val="0"/>
  <p:tag name="KSO_WM_UNIT_TYPE" val="e"/>
  <p:tag name="KSO_WM_UNIT_INDEX" val="1"/>
  <p:tag name="KSO_WM_UNIT_ID" val="custom20191224_6*e*1"/>
  <p:tag name="KSO_WM_TEMPLATE_CATEGORY" val="custom"/>
  <p:tag name="KSO_WM_TEMPLATE_INDEX" val="20191224"/>
  <p:tag name="KSO_WM_UNIT_LAYERLEVEL" val="1"/>
  <p:tag name="KSO_WM_TAG_VERSION" val="1.0"/>
  <p:tag name="KSO_WM_BEAUTIFY_FLAG" val="#wm#"/>
  <p:tag name="KSO_WM_UNIT_NOCLEAR" val="0"/>
  <p:tag name="KSO_WM_UNIT_DIAGRAM_ISNUMVISUAL" val="0"/>
  <p:tag name="KSO_WM_UNIT_DIAGRAM_ISREFERUNIT" val="0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0481"/>
  <p:tag name="KSO_WM_SLIDE_ID" val="diagram20200481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41*391"/>
  <p:tag name="KSO_WM_SLIDE_POSITION" val="41*74"/>
  <p:tag name="KSO_WM_TAG_VERSION" val="1.0"/>
  <p:tag name="KSO_WM_SLIDE_LAYOUT" val="a_f"/>
  <p:tag name="KSO_WM_SLIDE_LAYOUT_CNT" val="1_1"/>
  <p:tag name="KSO_WM_SPECIAL_SOURCE" val="bdnull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7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0481_1*f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训练通常利用崇山峻岭、翰海大川等自然环境，通过精心设计的活动达到“磨练意志、陶冶情操、完善人格、熔炼团队”的拓展培训目的。"/>
  <p:tag name="KSO_WM_UNIT_SUBTYPE" val="a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481_1*a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&#10;训练目的"/>
  <p:tag name="KSO_WM_UNIT_ISNUMDGMTITLE" val="0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2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diagram"/>
  <p:tag name="KSO_WM_TEMPLATE_INDEX" val="20200481"/>
  <p:tag name="KSO_WM_SLIDE_ID" val="diagram20200481_1"/>
  <p:tag name="KSO_WM_TEMPLATE_SUBCATEGORY" val="0"/>
  <p:tag name="KSO_WM_TEMPLATE_MASTER_TYPE" val="0"/>
  <p:tag name="KSO_WM_TEMPLATE_COLOR_TYPE" val="1"/>
  <p:tag name="KSO_WM_SLIDE_TYPE" val="text"/>
  <p:tag name="KSO_WM_SLIDE_SUBTYPE" val="pureTxt"/>
  <p:tag name="KSO_WM_SLIDE_ITEM_CNT" val="0"/>
  <p:tag name="KSO_WM_SLIDE_INDEX" val="1"/>
  <p:tag name="KSO_WM_SLIDE_SIZE" val="841*391"/>
  <p:tag name="KSO_WM_SLIDE_POSITION" val="41*74"/>
  <p:tag name="KSO_WM_TAG_VERSION" val="1.0"/>
  <p:tag name="KSO_WM_SLIDE_LAYOUT" val="a_f"/>
  <p:tag name="KSO_WM_SLIDE_LAYOUT_CNT" val="1_1"/>
  <p:tag name="KSO_WM_SPECIAL_SOURCE" val="bdnull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7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diagram20200481_1*f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训练通常利用崇山峻岭、翰海大川等自然环境，通过精心设计的活动达到“磨练意志、陶冶情操、完善人格、熔炼团队”的拓展培训目的。"/>
  <p:tag name="KSO_WM_UNIT_SUBTYPE" val="a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00481_1*a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PRESET_TEXT" val="户外拓展&#10;训练目的"/>
  <p:tag name="KSO_WM_UNIT_ISNUMDGMTITLE" val="0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2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224_25"/>
  <p:tag name="KSO_WM_SLIDE_ITEM_CNT" val="0"/>
  <p:tag name="KSO_WM_SLIDE_INDEX" val="25"/>
  <p:tag name="KSO_WM_TAG_VERSION" val="1.0"/>
  <p:tag name="KSO_WM_BEAUTIFY_FLAG" val="#wm#"/>
  <p:tag name="KSO_WM_TEMPLATE_CATEGORY" val="custom"/>
  <p:tag name="KSO_WM_TEMPLATE_INDEX" val="20191224"/>
  <p:tag name="KSO_WM_SLIDE_LAYOUT" val="a"/>
  <p:tag name="KSO_WM_SLIDE_LAYOUT_CNT" val="1"/>
  <p:tag name="KSO_WM_SLIDE_TYPE" val="endPage"/>
  <p:tag name="KSO_WM_SLIDE_SUBTYPE" val="pureTxt"/>
  <p:tag name="KSO_WM_TEMPLATE_SUBCATEGORY" val="0"/>
  <p:tag name="KSO_WM_TEMPLATE_MASTER_TYPE" val="0"/>
  <p:tag name="KSO_WM_TEMPLATE_COLOR_TYPE" val="0"/>
  <p:tag name="KSO_WM_SPECIAL_SOURCE" val="jmoperation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VALUE" val="4"/>
  <p:tag name="KSO_WM_UNIT_HIGHLIGHT" val="0"/>
  <p:tag name="KSO_WM_UNIT_COMPATIBLE" val="0"/>
  <p:tag name="KSO_WM_UNIT_TYPE" val="a"/>
  <p:tag name="KSO_WM_UNIT_INDEX" val="1"/>
  <p:tag name="KSO_WM_UNIT_ID" val="custom20191224_25*a*1"/>
  <p:tag name="KSO_WM_TEMPLATE_CATEGORY" val="custom"/>
  <p:tag name="KSO_WM_TEMPLATE_INDEX" val="20191224"/>
  <p:tag name="KSO_WM_UNIT_LAYERLEVEL" val="1"/>
  <p:tag name="KSO_WM_TAG_VERSION" val="1.0"/>
  <p:tag name="KSO_WM_BEAUTIFY_FLAG" val="#wm#"/>
  <p:tag name="KSO_WM_UNIT_PRESET_TEXT" val="Thanks."/>
  <p:tag name="KSO_WM_UNIT_NOCLEAR" val="0"/>
  <p:tag name="KSO_WM_UNIT_DIAGRAM_ISNUMVISUAL" val="0"/>
  <p:tag name="KSO_WM_UNIT_DIAGRAM_ISREFERUNIT" val="0"/>
  <p:tag name="KSO_WM_UNIT_ISNUMDGMTITLE" val="0"/>
</p:tagLst>
</file>

<file path=ppt/theme/theme1.xml><?xml version="1.0" encoding="utf-8"?>
<a:theme xmlns:a="http://schemas.openxmlformats.org/drawingml/2006/main" name="Office 主题​​">
  <a:themeElements>
    <a:clrScheme name="20191224">
      <a:dk1>
        <a:srgbClr val="000000"/>
      </a:dk1>
      <a:lt1>
        <a:srgbClr val="FFFFFF"/>
      </a:lt1>
      <a:dk2>
        <a:srgbClr val="012454"/>
      </a:dk2>
      <a:lt2>
        <a:srgbClr val="F0F0F0"/>
      </a:lt2>
      <a:accent1>
        <a:srgbClr val="012454"/>
      </a:accent1>
      <a:accent2>
        <a:srgbClr val="538DDA"/>
      </a:accent2>
      <a:accent3>
        <a:srgbClr val="A6CBFE"/>
      </a:accent3>
      <a:accent4>
        <a:srgbClr val="FCCB02"/>
      </a:accent4>
      <a:accent5>
        <a:srgbClr val="A6FFD4"/>
      </a:accent5>
      <a:accent6>
        <a:srgbClr val="012454"/>
      </a:accent6>
      <a:hlink>
        <a:srgbClr val="4276AA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自定义 115">
      <a:dk1>
        <a:srgbClr val="000000"/>
      </a:dk1>
      <a:lt1>
        <a:srgbClr val="FFFFFF"/>
      </a:lt1>
      <a:dk2>
        <a:srgbClr val="C5D9EF"/>
      </a:dk2>
      <a:lt2>
        <a:srgbClr val="FFFFFF"/>
      </a:lt2>
      <a:accent1>
        <a:srgbClr val="012454"/>
      </a:accent1>
      <a:accent2>
        <a:srgbClr val="6983AD"/>
      </a:accent2>
      <a:accent3>
        <a:srgbClr val="94B6E6"/>
      </a:accent3>
      <a:accent4>
        <a:srgbClr val="BACBE3"/>
      </a:accent4>
      <a:accent5>
        <a:srgbClr val="DECBA1"/>
      </a:accent5>
      <a:accent6>
        <a:srgbClr val="FED945"/>
      </a:accent6>
      <a:hlink>
        <a:srgbClr val="4276AA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主题​​">
  <a:themeElements>
    <a:clrScheme name="A20186595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00A79B"/>
      </a:accent1>
      <a:accent2>
        <a:srgbClr val="00AA8D"/>
      </a:accent2>
      <a:accent3>
        <a:srgbClr val="00AE78"/>
      </a:accent3>
      <a:accent4>
        <a:srgbClr val="1EAC5C"/>
      </a:accent4>
      <a:accent5>
        <a:srgbClr val="42AB3A"/>
      </a:accent5>
      <a:accent6>
        <a:srgbClr val="5FA800"/>
      </a:accent6>
      <a:hlink>
        <a:srgbClr val="304FFC"/>
      </a:hlink>
      <a:folHlink>
        <a:srgbClr val="492067"/>
      </a:folHlink>
    </a:clrScheme>
    <a:fontScheme name="商务风">
      <a:majorFont>
        <a:latin typeface="微软雅黑"/>
        <a:ea typeface="汉仪旗黑-85S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1138</Words>
  <Application>Microsoft Office PowerPoint</Application>
  <PresentationFormat>宽屏</PresentationFormat>
  <Paragraphs>134</Paragraphs>
  <Slides>36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36</vt:i4>
      </vt:variant>
    </vt:vector>
  </HeadingPairs>
  <TitlesOfParts>
    <vt:vector size="47" baseType="lpstr">
      <vt:lpstr>inherit</vt:lpstr>
      <vt:lpstr>OpenSans</vt:lpstr>
      <vt:lpstr>汉仪旗黑-85S</vt:lpstr>
      <vt:lpstr>微软雅黑</vt:lpstr>
      <vt:lpstr>Arial</vt:lpstr>
      <vt:lpstr>Calibri</vt:lpstr>
      <vt:lpstr>Impact</vt:lpstr>
      <vt:lpstr>Wingdings</vt:lpstr>
      <vt:lpstr>Office 主题​​</vt:lpstr>
      <vt:lpstr>1_Office 主题​​</vt:lpstr>
      <vt:lpstr>2_Office 主题​​</vt:lpstr>
      <vt:lpstr>业务阿里平台讲解</vt:lpstr>
      <vt:lpstr>PowerPoint 演示文稿</vt:lpstr>
      <vt:lpstr>发品与关键词挖掘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访客营销</vt:lpstr>
      <vt:lpstr>PowerPoint 演示文稿</vt:lpstr>
      <vt:lpstr>PowerPoint 演示文稿</vt:lpstr>
      <vt:lpstr>PowerPoint 演示文稿</vt:lpstr>
      <vt:lpstr>RFQ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公海客户盘活及粉丝通</vt:lpstr>
      <vt:lpstr>PowerPoint 演示文稿</vt:lpstr>
      <vt:lpstr>PowerPoint 演示文稿</vt:lpstr>
      <vt:lpstr>Thanks.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59</cp:revision>
  <dcterms:created xsi:type="dcterms:W3CDTF">2018-08-27T05:56:00Z</dcterms:created>
  <dcterms:modified xsi:type="dcterms:W3CDTF">2024-03-01T06:30:03Z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  <property fmtid="{D5CDD505-2E9C-101B-9397-08002B2CF9AE}" pid="3" name="KSOTemplateUUID">
    <vt:lpwstr>v1.0_mb_3SfPWg/t1oqhXc31F108BA==</vt:lpwstr>
  </property>
</Properties>
</file>